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FDB831C-3836-42E0-861C-E307F62C37FA}" v="4" dt="2025-08-30T08:45:19.39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2" d="100"/>
          <a:sy n="52" d="100"/>
        </p:scale>
        <p:origin x="72" y="4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oang Dai Duong 20212738" userId="5f78f6d0-6c79-493f-a901-b7e6d3767380" providerId="ADAL" clId="{2CE473CA-C24D-43EC-9553-2E6421E9289D}"/>
    <pc:docChg chg="undo custSel addSld modSld">
      <pc:chgData name="Hoang Dai Duong 20212738" userId="5f78f6d0-6c79-493f-a901-b7e6d3767380" providerId="ADAL" clId="{2CE473CA-C24D-43EC-9553-2E6421E9289D}" dt="2025-08-30T14:10:04.325" v="87" actId="1076"/>
      <pc:docMkLst>
        <pc:docMk/>
      </pc:docMkLst>
      <pc:sldChg chg="modSp mod">
        <pc:chgData name="Hoang Dai Duong 20212738" userId="5f78f6d0-6c79-493f-a901-b7e6d3767380" providerId="ADAL" clId="{2CE473CA-C24D-43EC-9553-2E6421E9289D}" dt="2025-08-30T08:41:26.315" v="32" actId="1076"/>
        <pc:sldMkLst>
          <pc:docMk/>
          <pc:sldMk cId="3977236180" sldId="265"/>
        </pc:sldMkLst>
        <pc:picChg chg="mod">
          <ac:chgData name="Hoang Dai Duong 20212738" userId="5f78f6d0-6c79-493f-a901-b7e6d3767380" providerId="ADAL" clId="{2CE473CA-C24D-43EC-9553-2E6421E9289D}" dt="2025-08-30T08:41:26.315" v="32" actId="1076"/>
          <ac:picMkLst>
            <pc:docMk/>
            <pc:sldMk cId="3977236180" sldId="265"/>
            <ac:picMk id="16" creationId="{1E84F6B7-E63E-8A76-4795-4BCE85C9D87C}"/>
          </ac:picMkLst>
        </pc:picChg>
      </pc:sldChg>
      <pc:sldChg chg="addSp delSp modSp mod">
        <pc:chgData name="Hoang Dai Duong 20212738" userId="5f78f6d0-6c79-493f-a901-b7e6d3767380" providerId="ADAL" clId="{2CE473CA-C24D-43EC-9553-2E6421E9289D}" dt="2025-08-30T13:35:50.174" v="80" actId="1076"/>
        <pc:sldMkLst>
          <pc:docMk/>
          <pc:sldMk cId="1795462571" sldId="267"/>
        </pc:sldMkLst>
        <pc:picChg chg="del">
          <ac:chgData name="Hoang Dai Duong 20212738" userId="5f78f6d0-6c79-493f-a901-b7e6d3767380" providerId="ADAL" clId="{2CE473CA-C24D-43EC-9553-2E6421E9289D}" dt="2025-08-30T08:22:06.451" v="8" actId="478"/>
          <ac:picMkLst>
            <pc:docMk/>
            <pc:sldMk cId="1795462571" sldId="267"/>
            <ac:picMk id="4" creationId="{816FB689-35AB-DB76-2797-A29513F71985}"/>
          </ac:picMkLst>
        </pc:picChg>
        <pc:picChg chg="add mod">
          <ac:chgData name="Hoang Dai Duong 20212738" userId="5f78f6d0-6c79-493f-a901-b7e6d3767380" providerId="ADAL" clId="{2CE473CA-C24D-43EC-9553-2E6421E9289D}" dt="2025-08-30T13:35:49.351" v="79" actId="1076"/>
          <ac:picMkLst>
            <pc:docMk/>
            <pc:sldMk cId="1795462571" sldId="267"/>
            <ac:picMk id="5" creationId="{F3E58D72-FFC9-8FD9-4C98-CEC1D3777FA0}"/>
          </ac:picMkLst>
        </pc:picChg>
        <pc:picChg chg="add mod">
          <ac:chgData name="Hoang Dai Duong 20212738" userId="5f78f6d0-6c79-493f-a901-b7e6d3767380" providerId="ADAL" clId="{2CE473CA-C24D-43EC-9553-2E6421E9289D}" dt="2025-08-30T08:22:15.643" v="12" actId="1076"/>
          <ac:picMkLst>
            <pc:docMk/>
            <pc:sldMk cId="1795462571" sldId="267"/>
            <ac:picMk id="7" creationId="{4FEE5957-B1E1-AB82-AB17-7E2EC94C4676}"/>
          </ac:picMkLst>
        </pc:picChg>
        <pc:picChg chg="add mod">
          <ac:chgData name="Hoang Dai Duong 20212738" userId="5f78f6d0-6c79-493f-a901-b7e6d3767380" providerId="ADAL" clId="{2CE473CA-C24D-43EC-9553-2E6421E9289D}" dt="2025-08-30T13:35:50.174" v="80" actId="1076"/>
          <ac:picMkLst>
            <pc:docMk/>
            <pc:sldMk cId="1795462571" sldId="267"/>
            <ac:picMk id="9" creationId="{39AEA585-270D-319A-9657-01914653CA6B}"/>
          </ac:picMkLst>
        </pc:picChg>
        <pc:picChg chg="add mod">
          <ac:chgData name="Hoang Dai Duong 20212738" userId="5f78f6d0-6c79-493f-a901-b7e6d3767380" providerId="ADAL" clId="{2CE473CA-C24D-43EC-9553-2E6421E9289D}" dt="2025-08-30T08:22:32.452" v="20" actId="1076"/>
          <ac:picMkLst>
            <pc:docMk/>
            <pc:sldMk cId="1795462571" sldId="267"/>
            <ac:picMk id="11" creationId="{88ED0C35-F69C-0E75-E29C-A31982243203}"/>
          </ac:picMkLst>
        </pc:picChg>
      </pc:sldChg>
      <pc:sldChg chg="addSp delSp modSp mod">
        <pc:chgData name="Hoang Dai Duong 20212738" userId="5f78f6d0-6c79-493f-a901-b7e6d3767380" providerId="ADAL" clId="{2CE473CA-C24D-43EC-9553-2E6421E9289D}" dt="2025-08-30T14:10:04.325" v="87" actId="1076"/>
        <pc:sldMkLst>
          <pc:docMk/>
          <pc:sldMk cId="1734155251" sldId="268"/>
        </pc:sldMkLst>
        <pc:picChg chg="add del mod">
          <ac:chgData name="Hoang Dai Duong 20212738" userId="5f78f6d0-6c79-493f-a901-b7e6d3767380" providerId="ADAL" clId="{2CE473CA-C24D-43EC-9553-2E6421E9289D}" dt="2025-08-30T14:09:20.331" v="81" actId="478"/>
          <ac:picMkLst>
            <pc:docMk/>
            <pc:sldMk cId="1734155251" sldId="268"/>
            <ac:picMk id="4" creationId="{004123D3-68CE-B7C0-8D40-0ACD178E5BD1}"/>
          </ac:picMkLst>
        </pc:picChg>
        <pc:picChg chg="add mod">
          <ac:chgData name="Hoang Dai Duong 20212738" userId="5f78f6d0-6c79-493f-a901-b7e6d3767380" providerId="ADAL" clId="{2CE473CA-C24D-43EC-9553-2E6421E9289D}" dt="2025-08-30T14:10:04.325" v="87" actId="1076"/>
          <ac:picMkLst>
            <pc:docMk/>
            <pc:sldMk cId="1734155251" sldId="268"/>
            <ac:picMk id="5" creationId="{13BF105C-D71C-9F43-8611-74EC3EF90389}"/>
          </ac:picMkLst>
        </pc:picChg>
        <pc:picChg chg="del">
          <ac:chgData name="Hoang Dai Duong 20212738" userId="5f78f6d0-6c79-493f-a901-b7e6d3767380" providerId="ADAL" clId="{2CE473CA-C24D-43EC-9553-2E6421E9289D}" dt="2025-08-30T13:24:46.543" v="70" actId="478"/>
          <ac:picMkLst>
            <pc:docMk/>
            <pc:sldMk cId="1734155251" sldId="268"/>
            <ac:picMk id="5" creationId="{99BD6F96-C929-F124-F460-F311D5A1942C}"/>
          </ac:picMkLst>
        </pc:picChg>
        <pc:picChg chg="add mod">
          <ac:chgData name="Hoang Dai Duong 20212738" userId="5f78f6d0-6c79-493f-a901-b7e6d3767380" providerId="ADAL" clId="{2CE473CA-C24D-43EC-9553-2E6421E9289D}" dt="2025-08-30T14:10:03.373" v="86" actId="1076"/>
          <ac:picMkLst>
            <pc:docMk/>
            <pc:sldMk cId="1734155251" sldId="268"/>
            <ac:picMk id="7" creationId="{B093265B-84D3-53F4-027F-03045EC5B84E}"/>
          </ac:picMkLst>
        </pc:picChg>
        <pc:picChg chg="del">
          <ac:chgData name="Hoang Dai Duong 20212738" userId="5f78f6d0-6c79-493f-a901-b7e6d3767380" providerId="ADAL" clId="{2CE473CA-C24D-43EC-9553-2E6421E9289D}" dt="2025-08-30T13:24:47.015" v="71" actId="478"/>
          <ac:picMkLst>
            <pc:docMk/>
            <pc:sldMk cId="1734155251" sldId="268"/>
            <ac:picMk id="7" creationId="{B849B7B5-4205-A4A8-FC2A-A6F46BBFBE4C}"/>
          </ac:picMkLst>
        </pc:picChg>
        <pc:picChg chg="add del mod">
          <ac:chgData name="Hoang Dai Duong 20212738" userId="5f78f6d0-6c79-493f-a901-b7e6d3767380" providerId="ADAL" clId="{2CE473CA-C24D-43EC-9553-2E6421E9289D}" dt="2025-08-30T13:26:10.250" v="76" actId="478"/>
          <ac:picMkLst>
            <pc:docMk/>
            <pc:sldMk cId="1734155251" sldId="268"/>
            <ac:picMk id="8" creationId="{5021D754-C6FB-AC45-230A-FB9D59181DD3}"/>
          </ac:picMkLst>
        </pc:picChg>
        <pc:picChg chg="add del mod">
          <ac:chgData name="Hoang Dai Duong 20212738" userId="5f78f6d0-6c79-493f-a901-b7e6d3767380" providerId="ADAL" clId="{2CE473CA-C24D-43EC-9553-2E6421E9289D}" dt="2025-08-30T14:09:21.021" v="82" actId="478"/>
          <ac:picMkLst>
            <pc:docMk/>
            <pc:sldMk cId="1734155251" sldId="268"/>
            <ac:picMk id="10" creationId="{0BE4BED2-5285-6318-6303-3D2150783415}"/>
          </ac:picMkLst>
        </pc:picChg>
      </pc:sldChg>
      <pc:sldChg chg="addSp delSp modSp add mod">
        <pc:chgData name="Hoang Dai Duong 20212738" userId="5f78f6d0-6c79-493f-a901-b7e6d3767380" providerId="ADAL" clId="{2CE473CA-C24D-43EC-9553-2E6421E9289D}" dt="2025-08-30T08:30:16.067" v="31" actId="1076"/>
        <pc:sldMkLst>
          <pc:docMk/>
          <pc:sldMk cId="4176984684" sldId="269"/>
        </pc:sldMkLst>
        <pc:spChg chg="del">
          <ac:chgData name="Hoang Dai Duong 20212738" userId="5f78f6d0-6c79-493f-a901-b7e6d3767380" providerId="ADAL" clId="{2CE473CA-C24D-43EC-9553-2E6421E9289D}" dt="2025-08-30T05:03:56.310" v="5" actId="478"/>
          <ac:spMkLst>
            <pc:docMk/>
            <pc:sldMk cId="4176984684" sldId="269"/>
            <ac:spMk id="2" creationId="{E2FDDB0D-13CC-6C20-42C7-B8E4FD49D816}"/>
          </ac:spMkLst>
        </pc:spChg>
        <pc:spChg chg="add del mod">
          <ac:chgData name="Hoang Dai Duong 20212738" userId="5f78f6d0-6c79-493f-a901-b7e6d3767380" providerId="ADAL" clId="{2CE473CA-C24D-43EC-9553-2E6421E9289D}" dt="2025-08-30T05:03:59.423" v="6" actId="478"/>
          <ac:spMkLst>
            <pc:docMk/>
            <pc:sldMk cId="4176984684" sldId="269"/>
            <ac:spMk id="8" creationId="{CEFC68D4-F6A6-A28C-DB86-41E03BB71590}"/>
          </ac:spMkLst>
        </pc:spChg>
        <pc:picChg chg="add del mod">
          <ac:chgData name="Hoang Dai Duong 20212738" userId="5f78f6d0-6c79-493f-a901-b7e6d3767380" providerId="ADAL" clId="{2CE473CA-C24D-43EC-9553-2E6421E9289D}" dt="2025-08-30T08:27:31.668" v="25" actId="478"/>
          <ac:picMkLst>
            <pc:docMk/>
            <pc:sldMk cId="4176984684" sldId="269"/>
            <ac:picMk id="3" creationId="{FE30A25E-7707-2B44-A0D5-53F1EE1B5FB0}"/>
          </ac:picMkLst>
        </pc:picChg>
        <pc:picChg chg="add del mod">
          <ac:chgData name="Hoang Dai Duong 20212738" userId="5f78f6d0-6c79-493f-a901-b7e6d3767380" providerId="ADAL" clId="{2CE473CA-C24D-43EC-9553-2E6421E9289D}" dt="2025-08-30T08:26:02.814" v="21" actId="478"/>
          <ac:picMkLst>
            <pc:docMk/>
            <pc:sldMk cId="4176984684" sldId="269"/>
            <ac:picMk id="4" creationId="{8EFC96A2-8F28-4AF3-B86C-9AAD4EB59153}"/>
          </ac:picMkLst>
        </pc:picChg>
        <pc:picChg chg="del">
          <ac:chgData name="Hoang Dai Duong 20212738" userId="5f78f6d0-6c79-493f-a901-b7e6d3767380" providerId="ADAL" clId="{2CE473CA-C24D-43EC-9553-2E6421E9289D}" dt="2025-08-30T05:03:48.505" v="1" actId="478"/>
          <ac:picMkLst>
            <pc:docMk/>
            <pc:sldMk cId="4176984684" sldId="269"/>
            <ac:picMk id="5" creationId="{0D1FEAE1-5220-052C-A25A-E122EC02D11F}"/>
          </ac:picMkLst>
        </pc:picChg>
        <pc:picChg chg="add del mod">
          <ac:chgData name="Hoang Dai Duong 20212738" userId="5f78f6d0-6c79-493f-a901-b7e6d3767380" providerId="ADAL" clId="{2CE473CA-C24D-43EC-9553-2E6421E9289D}" dt="2025-08-30T08:30:12.611" v="28" actId="478"/>
          <ac:picMkLst>
            <pc:docMk/>
            <pc:sldMk cId="4176984684" sldId="269"/>
            <ac:picMk id="6" creationId="{1E8DD688-A0C0-A5DC-E7C9-1F3D462B2492}"/>
          </ac:picMkLst>
        </pc:picChg>
        <pc:picChg chg="del">
          <ac:chgData name="Hoang Dai Duong 20212738" userId="5f78f6d0-6c79-493f-a901-b7e6d3767380" providerId="ADAL" clId="{2CE473CA-C24D-43EC-9553-2E6421E9289D}" dt="2025-08-30T05:03:48.886" v="2" actId="478"/>
          <ac:picMkLst>
            <pc:docMk/>
            <pc:sldMk cId="4176984684" sldId="269"/>
            <ac:picMk id="7" creationId="{AD8C4C8A-AE73-E706-BA6B-2CAB4A655BEA}"/>
          </ac:picMkLst>
        </pc:picChg>
        <pc:picChg chg="add mod">
          <ac:chgData name="Hoang Dai Duong 20212738" userId="5f78f6d0-6c79-493f-a901-b7e6d3767380" providerId="ADAL" clId="{2CE473CA-C24D-43EC-9553-2E6421E9289D}" dt="2025-08-30T08:30:16.067" v="31" actId="1076"/>
          <ac:picMkLst>
            <pc:docMk/>
            <pc:sldMk cId="4176984684" sldId="269"/>
            <ac:picMk id="8" creationId="{376C10CD-5A73-6C86-AB42-D14C210F2E06}"/>
          </ac:picMkLst>
        </pc:picChg>
      </pc:sldChg>
      <pc:sldChg chg="addSp delSp modSp add mod">
        <pc:chgData name="Hoang Dai Duong 20212738" userId="5f78f6d0-6c79-493f-a901-b7e6d3767380" providerId="ADAL" clId="{2CE473CA-C24D-43EC-9553-2E6421E9289D}" dt="2025-08-30T08:56:13.276" v="69" actId="1076"/>
        <pc:sldMkLst>
          <pc:docMk/>
          <pc:sldMk cId="1953313378" sldId="270"/>
        </pc:sldMkLst>
        <pc:grpChg chg="add del mod topLvl">
          <ac:chgData name="Hoang Dai Duong 20212738" userId="5f78f6d0-6c79-493f-a901-b7e6d3767380" providerId="ADAL" clId="{2CE473CA-C24D-43EC-9553-2E6421E9289D}" dt="2025-08-30T08:45:19.394" v="55" actId="165"/>
          <ac:grpSpMkLst>
            <pc:docMk/>
            <pc:sldMk cId="1953313378" sldId="270"/>
            <ac:grpSpMk id="9" creationId="{E3D3FDB2-D1FB-D68A-8317-4F200213AAF3}"/>
          </ac:grpSpMkLst>
        </pc:grpChg>
        <pc:grpChg chg="add del mod">
          <ac:chgData name="Hoang Dai Duong 20212738" userId="5f78f6d0-6c79-493f-a901-b7e6d3767380" providerId="ADAL" clId="{2CE473CA-C24D-43EC-9553-2E6421E9289D}" dt="2025-08-30T08:45:10.175" v="51" actId="165"/>
          <ac:grpSpMkLst>
            <pc:docMk/>
            <pc:sldMk cId="1953313378" sldId="270"/>
            <ac:grpSpMk id="10" creationId="{4EE3D999-53AB-E353-003D-6304E1434901}"/>
          </ac:grpSpMkLst>
        </pc:grpChg>
        <pc:picChg chg="add del mod topLvl">
          <ac:chgData name="Hoang Dai Duong 20212738" userId="5f78f6d0-6c79-493f-a901-b7e6d3767380" providerId="ADAL" clId="{2CE473CA-C24D-43EC-9553-2E6421E9289D}" dt="2025-08-30T08:55:32.296" v="59" actId="478"/>
          <ac:picMkLst>
            <pc:docMk/>
            <pc:sldMk cId="1953313378" sldId="270"/>
            <ac:picMk id="3" creationId="{F76DC341-5930-7867-49A3-B1900DA73C92}"/>
          </ac:picMkLst>
        </pc:picChg>
        <pc:picChg chg="add del mod topLvl">
          <ac:chgData name="Hoang Dai Duong 20212738" userId="5f78f6d0-6c79-493f-a901-b7e6d3767380" providerId="ADAL" clId="{2CE473CA-C24D-43EC-9553-2E6421E9289D}" dt="2025-08-30T08:55:32.990" v="61" actId="478"/>
          <ac:picMkLst>
            <pc:docMk/>
            <pc:sldMk cId="1953313378" sldId="270"/>
            <ac:picMk id="5" creationId="{00494F81-C43F-782F-ABBA-49A83E9A02F4}"/>
          </ac:picMkLst>
        </pc:picChg>
        <pc:picChg chg="add del mod topLvl">
          <ac:chgData name="Hoang Dai Duong 20212738" userId="5f78f6d0-6c79-493f-a901-b7e6d3767380" providerId="ADAL" clId="{2CE473CA-C24D-43EC-9553-2E6421E9289D}" dt="2025-08-30T08:55:32.619" v="60" actId="478"/>
          <ac:picMkLst>
            <pc:docMk/>
            <pc:sldMk cId="1953313378" sldId="270"/>
            <ac:picMk id="7" creationId="{75786D38-C942-D760-F9C2-165449083AE9}"/>
          </ac:picMkLst>
        </pc:picChg>
        <pc:picChg chg="del">
          <ac:chgData name="Hoang Dai Duong 20212738" userId="5f78f6d0-6c79-493f-a901-b7e6d3767380" providerId="ADAL" clId="{2CE473CA-C24D-43EC-9553-2E6421E9289D}" dt="2025-08-30T08:43:38.329" v="34" actId="478"/>
          <ac:picMkLst>
            <pc:docMk/>
            <pc:sldMk cId="1953313378" sldId="270"/>
            <ac:picMk id="8" creationId="{81AAD760-8871-9FB1-4A6E-F8B9E4A229A9}"/>
          </ac:picMkLst>
        </pc:picChg>
        <pc:picChg chg="add mod">
          <ac:chgData name="Hoang Dai Duong 20212738" userId="5f78f6d0-6c79-493f-a901-b7e6d3767380" providerId="ADAL" clId="{2CE473CA-C24D-43EC-9553-2E6421E9289D}" dt="2025-08-30T08:56:06.716" v="68" actId="1076"/>
          <ac:picMkLst>
            <pc:docMk/>
            <pc:sldMk cId="1953313378" sldId="270"/>
            <ac:picMk id="12" creationId="{82AC5FE9-2E79-F172-88FD-0BEDC488CB76}"/>
          </ac:picMkLst>
        </pc:picChg>
        <pc:picChg chg="add mod">
          <ac:chgData name="Hoang Dai Duong 20212738" userId="5f78f6d0-6c79-493f-a901-b7e6d3767380" providerId="ADAL" clId="{2CE473CA-C24D-43EC-9553-2E6421E9289D}" dt="2025-08-30T08:56:13.276" v="69" actId="1076"/>
          <ac:picMkLst>
            <pc:docMk/>
            <pc:sldMk cId="1953313378" sldId="270"/>
            <ac:picMk id="14" creationId="{51408222-5D63-6FB1-3BB6-2D360939AC3A}"/>
          </ac:picMkLst>
        </pc:picChg>
        <pc:picChg chg="add mod">
          <ac:chgData name="Hoang Dai Duong 20212738" userId="5f78f6d0-6c79-493f-a901-b7e6d3767380" providerId="ADAL" clId="{2CE473CA-C24D-43EC-9553-2E6421E9289D}" dt="2025-08-30T08:56:02.395" v="67" actId="1076"/>
          <ac:picMkLst>
            <pc:docMk/>
            <pc:sldMk cId="1953313378" sldId="270"/>
            <ac:picMk id="16" creationId="{8823010F-C16A-70A0-1F69-B0198D24EBF6}"/>
          </ac:picMkLst>
        </pc:picChg>
      </pc:sldChg>
    </pc:docChg>
  </pc:docChgLst>
  <pc:docChgLst>
    <pc:chgData name="Hoang Dai Duong 20212738" userId="5f78f6d0-6c79-493f-a901-b7e6d3767380" providerId="ADAL" clId="{CFDB831C-3836-42E0-861C-E307F62C37FA}"/>
    <pc:docChg chg="undo custSel addSld modSld">
      <pc:chgData name="Hoang Dai Duong 20212738" userId="5f78f6d0-6c79-493f-a901-b7e6d3767380" providerId="ADAL" clId="{CFDB831C-3836-42E0-861C-E307F62C37FA}" dt="2025-08-29T07:32:08.244" v="506" actId="1076"/>
      <pc:docMkLst>
        <pc:docMk/>
      </pc:docMkLst>
      <pc:sldChg chg="addSp delSp modSp new mod">
        <pc:chgData name="Hoang Dai Duong 20212738" userId="5f78f6d0-6c79-493f-a901-b7e6d3767380" providerId="ADAL" clId="{CFDB831C-3836-42E0-861C-E307F62C37FA}" dt="2025-08-29T06:31:40.067" v="292" actId="1076"/>
        <pc:sldMkLst>
          <pc:docMk/>
          <pc:sldMk cId="419789323" sldId="256"/>
        </pc:sldMkLst>
        <pc:graphicFrameChg chg="add del mod modGraphic">
          <ac:chgData name="Hoang Dai Duong 20212738" userId="5f78f6d0-6c79-493f-a901-b7e6d3767380" providerId="ADAL" clId="{CFDB831C-3836-42E0-861C-E307F62C37FA}" dt="2025-08-29T06:31:10.055" v="281" actId="478"/>
          <ac:graphicFrameMkLst>
            <pc:docMk/>
            <pc:sldMk cId="419789323" sldId="256"/>
            <ac:graphicFrameMk id="2" creationId="{FFB6D945-3E83-D7B1-18C5-753C94470040}"/>
          </ac:graphicFrameMkLst>
        </pc:graphicFrameChg>
        <pc:graphicFrameChg chg="add mod modGraphic">
          <ac:chgData name="Hoang Dai Duong 20212738" userId="5f78f6d0-6c79-493f-a901-b7e6d3767380" providerId="ADAL" clId="{CFDB831C-3836-42E0-861C-E307F62C37FA}" dt="2025-08-29T06:31:40.067" v="292" actId="1076"/>
          <ac:graphicFrameMkLst>
            <pc:docMk/>
            <pc:sldMk cId="419789323" sldId="256"/>
            <ac:graphicFrameMk id="3" creationId="{E8E887AF-8461-F777-01AE-D32BB6143458}"/>
          </ac:graphicFrameMkLst>
        </pc:graphicFrameChg>
      </pc:sldChg>
      <pc:sldChg chg="addSp delSp modSp new mod">
        <pc:chgData name="Hoang Dai Duong 20212738" userId="5f78f6d0-6c79-493f-a901-b7e6d3767380" providerId="ADAL" clId="{CFDB831C-3836-42E0-861C-E307F62C37FA}" dt="2025-08-29T06:53:29.492" v="310" actId="1076"/>
        <pc:sldMkLst>
          <pc:docMk/>
          <pc:sldMk cId="1503935141" sldId="257"/>
        </pc:sldMkLst>
        <pc:spChg chg="mod">
          <ac:chgData name="Hoang Dai Duong 20212738" userId="5f78f6d0-6c79-493f-a901-b7e6d3767380" providerId="ADAL" clId="{CFDB831C-3836-42E0-861C-E307F62C37FA}" dt="2025-08-28T04:51:52.946" v="48" actId="1076"/>
          <ac:spMkLst>
            <pc:docMk/>
            <pc:sldMk cId="1503935141" sldId="257"/>
            <ac:spMk id="2" creationId="{A5C2804A-1B5B-2A66-8F55-83E464022C12}"/>
          </ac:spMkLst>
        </pc:spChg>
        <pc:picChg chg="add mod">
          <ac:chgData name="Hoang Dai Duong 20212738" userId="5f78f6d0-6c79-493f-a901-b7e6d3767380" providerId="ADAL" clId="{CFDB831C-3836-42E0-861C-E307F62C37FA}" dt="2025-08-29T06:53:19.037" v="306" actId="1076"/>
          <ac:picMkLst>
            <pc:docMk/>
            <pc:sldMk cId="1503935141" sldId="257"/>
            <ac:picMk id="4" creationId="{B7DF7A79-ADF0-0BD5-B270-4635FBCB73CA}"/>
          </ac:picMkLst>
        </pc:picChg>
        <pc:picChg chg="add mod">
          <ac:chgData name="Hoang Dai Duong 20212738" userId="5f78f6d0-6c79-493f-a901-b7e6d3767380" providerId="ADAL" clId="{CFDB831C-3836-42E0-861C-E307F62C37FA}" dt="2025-08-29T06:53:24.596" v="308" actId="1076"/>
          <ac:picMkLst>
            <pc:docMk/>
            <pc:sldMk cId="1503935141" sldId="257"/>
            <ac:picMk id="6" creationId="{8825C0EA-57B9-E18B-3530-A90E3AD7822C}"/>
          </ac:picMkLst>
        </pc:picChg>
        <pc:picChg chg="add del mod">
          <ac:chgData name="Hoang Dai Duong 20212738" userId="5f78f6d0-6c79-493f-a901-b7e6d3767380" providerId="ADAL" clId="{CFDB831C-3836-42E0-861C-E307F62C37FA}" dt="2025-08-29T06:53:16.482" v="303" actId="478"/>
          <ac:picMkLst>
            <pc:docMk/>
            <pc:sldMk cId="1503935141" sldId="257"/>
            <ac:picMk id="7" creationId="{D87E8546-029B-4E29-566E-B3A607542BB2}"/>
          </ac:picMkLst>
        </pc:picChg>
        <pc:picChg chg="add del mod">
          <ac:chgData name="Hoang Dai Duong 20212738" userId="5f78f6d0-6c79-493f-a901-b7e6d3767380" providerId="ADAL" clId="{CFDB831C-3836-42E0-861C-E307F62C37FA}" dt="2025-08-29T06:53:15.904" v="302" actId="478"/>
          <ac:picMkLst>
            <pc:docMk/>
            <pc:sldMk cId="1503935141" sldId="257"/>
            <ac:picMk id="9" creationId="{FB4447C1-522D-0518-44BE-F2BD724A4A50}"/>
          </ac:picMkLst>
        </pc:picChg>
        <pc:picChg chg="add mod">
          <ac:chgData name="Hoang Dai Duong 20212738" userId="5f78f6d0-6c79-493f-a901-b7e6d3767380" providerId="ADAL" clId="{CFDB831C-3836-42E0-861C-E307F62C37FA}" dt="2025-08-29T06:53:29.492" v="310" actId="1076"/>
          <ac:picMkLst>
            <pc:docMk/>
            <pc:sldMk cId="1503935141" sldId="257"/>
            <ac:picMk id="10" creationId="{2B1234A5-966E-60F9-F749-93521A80E248}"/>
          </ac:picMkLst>
        </pc:picChg>
        <pc:picChg chg="add del mod">
          <ac:chgData name="Hoang Dai Duong 20212738" userId="5f78f6d0-6c79-493f-a901-b7e6d3767380" providerId="ADAL" clId="{CFDB831C-3836-42E0-861C-E307F62C37FA}" dt="2025-08-29T06:53:16.940" v="304" actId="478"/>
          <ac:picMkLst>
            <pc:docMk/>
            <pc:sldMk cId="1503935141" sldId="257"/>
            <ac:picMk id="11" creationId="{265E6BB2-0773-108F-0590-0F8277F8E75F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6:52:49.232" v="301" actId="1076"/>
        <pc:sldMkLst>
          <pc:docMk/>
          <pc:sldMk cId="1714814207" sldId="258"/>
        </pc:sldMkLst>
        <pc:spChg chg="mod">
          <ac:chgData name="Hoang Dai Duong 20212738" userId="5f78f6d0-6c79-493f-a901-b7e6d3767380" providerId="ADAL" clId="{CFDB831C-3836-42E0-861C-E307F62C37FA}" dt="2025-08-28T05:35:47.090" v="61" actId="20577"/>
          <ac:spMkLst>
            <pc:docMk/>
            <pc:sldMk cId="1714814207" sldId="258"/>
            <ac:spMk id="2" creationId="{984264CC-F2DE-1447-AFA7-055CB379984B}"/>
          </ac:spMkLst>
        </pc:spChg>
        <pc:picChg chg="add del mod">
          <ac:chgData name="Hoang Dai Duong 20212738" userId="5f78f6d0-6c79-493f-a901-b7e6d3767380" providerId="ADAL" clId="{CFDB831C-3836-42E0-861C-E307F62C37FA}" dt="2025-08-29T06:52:34.538" v="295" actId="478"/>
          <ac:picMkLst>
            <pc:docMk/>
            <pc:sldMk cId="1714814207" sldId="258"/>
            <ac:picMk id="4" creationId="{49FC70DB-7293-862C-E8B7-6FC6E4FDA397}"/>
          </ac:picMkLst>
        </pc:picChg>
        <pc:picChg chg="add mod">
          <ac:chgData name="Hoang Dai Duong 20212738" userId="5f78f6d0-6c79-493f-a901-b7e6d3767380" providerId="ADAL" clId="{CFDB831C-3836-42E0-861C-E307F62C37FA}" dt="2025-08-29T06:52:36.909" v="297" actId="1076"/>
          <ac:picMkLst>
            <pc:docMk/>
            <pc:sldMk cId="1714814207" sldId="258"/>
            <ac:picMk id="5" creationId="{D38B80E1-0509-E878-7FD8-3C217A17E701}"/>
          </ac:picMkLst>
        </pc:picChg>
        <pc:picChg chg="add del mod">
          <ac:chgData name="Hoang Dai Duong 20212738" userId="5f78f6d0-6c79-493f-a901-b7e6d3767380" providerId="ADAL" clId="{CFDB831C-3836-42E0-861C-E307F62C37FA}" dt="2025-08-29T06:52:33.127" v="293" actId="478"/>
          <ac:picMkLst>
            <pc:docMk/>
            <pc:sldMk cId="1714814207" sldId="258"/>
            <ac:picMk id="6" creationId="{116377A3-D923-2804-0207-3E3B23B569AE}"/>
          </ac:picMkLst>
        </pc:picChg>
        <pc:picChg chg="add mod">
          <ac:chgData name="Hoang Dai Duong 20212738" userId="5f78f6d0-6c79-493f-a901-b7e6d3767380" providerId="ADAL" clId="{CFDB831C-3836-42E0-861C-E307F62C37FA}" dt="2025-08-29T06:52:42.629" v="299" actId="1076"/>
          <ac:picMkLst>
            <pc:docMk/>
            <pc:sldMk cId="1714814207" sldId="258"/>
            <ac:picMk id="8" creationId="{44294841-E346-7EBB-7E92-05270443F528}"/>
          </ac:picMkLst>
        </pc:picChg>
        <pc:picChg chg="add del mod">
          <ac:chgData name="Hoang Dai Duong 20212738" userId="5f78f6d0-6c79-493f-a901-b7e6d3767380" providerId="ADAL" clId="{CFDB831C-3836-42E0-861C-E307F62C37FA}" dt="2025-08-29T06:52:33.725" v="294" actId="478"/>
          <ac:picMkLst>
            <pc:docMk/>
            <pc:sldMk cId="1714814207" sldId="258"/>
            <ac:picMk id="10" creationId="{E83ABBAE-0338-F3E6-0AB1-F1A0B0C7D10B}"/>
          </ac:picMkLst>
        </pc:picChg>
        <pc:picChg chg="add mod">
          <ac:chgData name="Hoang Dai Duong 20212738" userId="5f78f6d0-6c79-493f-a901-b7e6d3767380" providerId="ADAL" clId="{CFDB831C-3836-42E0-861C-E307F62C37FA}" dt="2025-08-29T06:52:49.232" v="301" actId="1076"/>
          <ac:picMkLst>
            <pc:docMk/>
            <pc:sldMk cId="1714814207" sldId="258"/>
            <ac:picMk id="11" creationId="{EBA22CC0-16BC-C703-4A55-1327DD4AF015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6:59:05.077" v="329" actId="1076"/>
        <pc:sldMkLst>
          <pc:docMk/>
          <pc:sldMk cId="480865931" sldId="259"/>
        </pc:sldMkLst>
        <pc:spChg chg="mod">
          <ac:chgData name="Hoang Dai Duong 20212738" userId="5f78f6d0-6c79-493f-a901-b7e6d3767380" providerId="ADAL" clId="{CFDB831C-3836-42E0-861C-E307F62C37FA}" dt="2025-08-28T05:46:00.553" v="104" actId="20577"/>
          <ac:spMkLst>
            <pc:docMk/>
            <pc:sldMk cId="480865931" sldId="259"/>
            <ac:spMk id="2" creationId="{6DFE6F1D-84A3-DD54-E2F1-505962CFBAB4}"/>
          </ac:spMkLst>
        </pc:spChg>
        <pc:picChg chg="add del mod">
          <ac:chgData name="Hoang Dai Duong 20212738" userId="5f78f6d0-6c79-493f-a901-b7e6d3767380" providerId="ADAL" clId="{CFDB831C-3836-42E0-861C-E307F62C37FA}" dt="2025-08-29T06:58:49.043" v="321" actId="478"/>
          <ac:picMkLst>
            <pc:docMk/>
            <pc:sldMk cId="480865931" sldId="259"/>
            <ac:picMk id="4" creationId="{89302AC3-A149-6F06-23D6-AC3189FDE696}"/>
          </ac:picMkLst>
        </pc:picChg>
        <pc:picChg chg="add del mod">
          <ac:chgData name="Hoang Dai Duong 20212738" userId="5f78f6d0-6c79-493f-a901-b7e6d3767380" providerId="ADAL" clId="{CFDB831C-3836-42E0-861C-E307F62C37FA}" dt="2025-08-29T06:53:44.958" v="311" actId="478"/>
          <ac:picMkLst>
            <pc:docMk/>
            <pc:sldMk cId="480865931" sldId="259"/>
            <ac:picMk id="5" creationId="{142966EB-D6E5-C028-1D83-6E9E776EB2E2}"/>
          </ac:picMkLst>
        </pc:picChg>
        <pc:picChg chg="add del mod">
          <ac:chgData name="Hoang Dai Duong 20212738" userId="5f78f6d0-6c79-493f-a901-b7e6d3767380" providerId="ADAL" clId="{CFDB831C-3836-42E0-861C-E307F62C37FA}" dt="2025-08-29T06:58:50.370" v="323" actId="478"/>
          <ac:picMkLst>
            <pc:docMk/>
            <pc:sldMk cId="480865931" sldId="259"/>
            <ac:picMk id="7" creationId="{2AB256B7-986D-E2CC-9BF2-5D33BFDDD7CD}"/>
          </ac:picMkLst>
        </pc:picChg>
        <pc:picChg chg="add del mod">
          <ac:chgData name="Hoang Dai Duong 20212738" userId="5f78f6d0-6c79-493f-a901-b7e6d3767380" providerId="ADAL" clId="{CFDB831C-3836-42E0-861C-E307F62C37FA}" dt="2025-08-29T06:53:45.897" v="313" actId="478"/>
          <ac:picMkLst>
            <pc:docMk/>
            <pc:sldMk cId="480865931" sldId="259"/>
            <ac:picMk id="8" creationId="{A2E68976-986A-8507-8279-FE68524F5ED2}"/>
          </ac:picMkLst>
        </pc:picChg>
        <pc:picChg chg="add del mod">
          <ac:chgData name="Hoang Dai Duong 20212738" userId="5f78f6d0-6c79-493f-a901-b7e6d3767380" providerId="ADAL" clId="{CFDB831C-3836-42E0-861C-E307F62C37FA}" dt="2025-08-29T06:58:49.667" v="322" actId="478"/>
          <ac:picMkLst>
            <pc:docMk/>
            <pc:sldMk cId="480865931" sldId="259"/>
            <ac:picMk id="10" creationId="{219AF55F-4E17-7525-DD45-E1B5B3CC4A30}"/>
          </ac:picMkLst>
        </pc:picChg>
        <pc:picChg chg="add del mod">
          <ac:chgData name="Hoang Dai Duong 20212738" userId="5f78f6d0-6c79-493f-a901-b7e6d3767380" providerId="ADAL" clId="{CFDB831C-3836-42E0-861C-E307F62C37FA}" dt="2025-08-29T06:53:45.432" v="312" actId="478"/>
          <ac:picMkLst>
            <pc:docMk/>
            <pc:sldMk cId="480865931" sldId="259"/>
            <ac:picMk id="11" creationId="{F19248CB-F726-E8B4-64E6-652DF2BF786A}"/>
          </ac:picMkLst>
        </pc:picChg>
        <pc:picChg chg="add mod">
          <ac:chgData name="Hoang Dai Duong 20212738" userId="5f78f6d0-6c79-493f-a901-b7e6d3767380" providerId="ADAL" clId="{CFDB831C-3836-42E0-861C-E307F62C37FA}" dt="2025-08-29T06:58:52.621" v="325" actId="1076"/>
          <ac:picMkLst>
            <pc:docMk/>
            <pc:sldMk cId="480865931" sldId="259"/>
            <ac:picMk id="13" creationId="{B4342506-FA13-8AD5-9E9F-4026E54D2BE3}"/>
          </ac:picMkLst>
        </pc:picChg>
        <pc:picChg chg="add mod">
          <ac:chgData name="Hoang Dai Duong 20212738" userId="5f78f6d0-6c79-493f-a901-b7e6d3767380" providerId="ADAL" clId="{CFDB831C-3836-42E0-861C-E307F62C37FA}" dt="2025-08-29T06:58:58.245" v="327" actId="1076"/>
          <ac:picMkLst>
            <pc:docMk/>
            <pc:sldMk cId="480865931" sldId="259"/>
            <ac:picMk id="15" creationId="{749A1768-BA80-E59F-2172-E7C1B3EC49F5}"/>
          </ac:picMkLst>
        </pc:picChg>
        <pc:picChg chg="add mod">
          <ac:chgData name="Hoang Dai Duong 20212738" userId="5f78f6d0-6c79-493f-a901-b7e6d3767380" providerId="ADAL" clId="{CFDB831C-3836-42E0-861C-E307F62C37FA}" dt="2025-08-29T06:59:05.077" v="329" actId="1076"/>
          <ac:picMkLst>
            <pc:docMk/>
            <pc:sldMk cId="480865931" sldId="259"/>
            <ac:picMk id="17" creationId="{51DEA658-EC10-3EB1-F53D-FFBB72BACF5A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6:59:45.244" v="338" actId="1076"/>
        <pc:sldMkLst>
          <pc:docMk/>
          <pc:sldMk cId="4003795809" sldId="260"/>
        </pc:sldMkLst>
        <pc:spChg chg="mod">
          <ac:chgData name="Hoang Dai Duong 20212738" userId="5f78f6d0-6c79-493f-a901-b7e6d3767380" providerId="ADAL" clId="{CFDB831C-3836-42E0-861C-E307F62C37FA}" dt="2025-08-28T05:52:16.650" v="125" actId="20577"/>
          <ac:spMkLst>
            <pc:docMk/>
            <pc:sldMk cId="4003795809" sldId="260"/>
            <ac:spMk id="2" creationId="{65803514-F45C-0F27-6D5E-FBDF752A48C6}"/>
          </ac:spMkLst>
        </pc:spChg>
        <pc:picChg chg="add del mod">
          <ac:chgData name="Hoang Dai Duong 20212738" userId="5f78f6d0-6c79-493f-a901-b7e6d3767380" providerId="ADAL" clId="{CFDB831C-3836-42E0-861C-E307F62C37FA}" dt="2025-08-29T06:59:27.420" v="330" actId="478"/>
          <ac:picMkLst>
            <pc:docMk/>
            <pc:sldMk cId="4003795809" sldId="260"/>
            <ac:picMk id="4" creationId="{9874DFA7-7467-C079-9FA4-5A2652195A58}"/>
          </ac:picMkLst>
        </pc:picChg>
        <pc:picChg chg="add mod">
          <ac:chgData name="Hoang Dai Duong 20212738" userId="5f78f6d0-6c79-493f-a901-b7e6d3767380" providerId="ADAL" clId="{CFDB831C-3836-42E0-861C-E307F62C37FA}" dt="2025-08-29T06:59:31.174" v="334" actId="1076"/>
          <ac:picMkLst>
            <pc:docMk/>
            <pc:sldMk cId="4003795809" sldId="260"/>
            <ac:picMk id="5" creationId="{DEA39548-F60A-FFAA-87B1-8513811AFA5D}"/>
          </ac:picMkLst>
        </pc:picChg>
        <pc:picChg chg="add del mod">
          <ac:chgData name="Hoang Dai Duong 20212738" userId="5f78f6d0-6c79-493f-a901-b7e6d3767380" providerId="ADAL" clId="{CFDB831C-3836-42E0-861C-E307F62C37FA}" dt="2025-08-29T06:59:27.724" v="331" actId="478"/>
          <ac:picMkLst>
            <pc:docMk/>
            <pc:sldMk cId="4003795809" sldId="260"/>
            <ac:picMk id="7" creationId="{2460F06F-3506-A591-FD43-807A0BC4C5B8}"/>
          </ac:picMkLst>
        </pc:picChg>
        <pc:picChg chg="add mod">
          <ac:chgData name="Hoang Dai Duong 20212738" userId="5f78f6d0-6c79-493f-a901-b7e6d3767380" providerId="ADAL" clId="{CFDB831C-3836-42E0-861C-E307F62C37FA}" dt="2025-08-29T06:59:38.021" v="336" actId="1076"/>
          <ac:picMkLst>
            <pc:docMk/>
            <pc:sldMk cId="4003795809" sldId="260"/>
            <ac:picMk id="8" creationId="{A2E059BC-D21D-228F-62CC-29D6052AE104}"/>
          </ac:picMkLst>
        </pc:picChg>
        <pc:picChg chg="add del mod">
          <ac:chgData name="Hoang Dai Duong 20212738" userId="5f78f6d0-6c79-493f-a901-b7e6d3767380" providerId="ADAL" clId="{CFDB831C-3836-42E0-861C-E307F62C37FA}" dt="2025-08-29T06:59:28.913" v="332" actId="478"/>
          <ac:picMkLst>
            <pc:docMk/>
            <pc:sldMk cId="4003795809" sldId="260"/>
            <ac:picMk id="10" creationId="{DC5C81A5-0367-BD58-FE43-00A2F1C217D3}"/>
          </ac:picMkLst>
        </pc:picChg>
        <pc:picChg chg="add mod">
          <ac:chgData name="Hoang Dai Duong 20212738" userId="5f78f6d0-6c79-493f-a901-b7e6d3767380" providerId="ADAL" clId="{CFDB831C-3836-42E0-861C-E307F62C37FA}" dt="2025-08-29T06:59:45.244" v="338" actId="1076"/>
          <ac:picMkLst>
            <pc:docMk/>
            <pc:sldMk cId="4003795809" sldId="260"/>
            <ac:picMk id="11" creationId="{01FA2C82-065E-0A6D-6673-D415F44AA94C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7:00:21.885" v="350" actId="1076"/>
        <pc:sldMkLst>
          <pc:docMk/>
          <pc:sldMk cId="814277153" sldId="261"/>
        </pc:sldMkLst>
        <pc:spChg chg="mod">
          <ac:chgData name="Hoang Dai Duong 20212738" userId="5f78f6d0-6c79-493f-a901-b7e6d3767380" providerId="ADAL" clId="{CFDB831C-3836-42E0-861C-E307F62C37FA}" dt="2025-08-28T06:00:04.754" v="154" actId="1076"/>
          <ac:spMkLst>
            <pc:docMk/>
            <pc:sldMk cId="814277153" sldId="261"/>
            <ac:spMk id="2" creationId="{A279ABFA-A0FD-0C58-6FEA-B24BEA3BB4CB}"/>
          </ac:spMkLst>
        </pc:spChg>
        <pc:picChg chg="add mod">
          <ac:chgData name="Hoang Dai Duong 20212738" userId="5f78f6d0-6c79-493f-a901-b7e6d3767380" providerId="ADAL" clId="{CFDB831C-3836-42E0-861C-E307F62C37FA}" dt="2025-08-29T07:00:09.484" v="346" actId="1076"/>
          <ac:picMkLst>
            <pc:docMk/>
            <pc:sldMk cId="814277153" sldId="261"/>
            <ac:picMk id="4" creationId="{963C7D92-4C55-B591-CC45-2358ABA9EC33}"/>
          </ac:picMkLst>
        </pc:picChg>
        <pc:picChg chg="add mod">
          <ac:chgData name="Hoang Dai Duong 20212738" userId="5f78f6d0-6c79-493f-a901-b7e6d3767380" providerId="ADAL" clId="{CFDB831C-3836-42E0-861C-E307F62C37FA}" dt="2025-08-29T07:00:15.108" v="348" actId="1076"/>
          <ac:picMkLst>
            <pc:docMk/>
            <pc:sldMk cId="814277153" sldId="261"/>
            <ac:picMk id="6" creationId="{6C36766E-C136-9809-7819-FEBA7DD17538}"/>
          </ac:picMkLst>
        </pc:picChg>
        <pc:picChg chg="add mod">
          <ac:chgData name="Hoang Dai Duong 20212738" userId="5f78f6d0-6c79-493f-a901-b7e6d3767380" providerId="ADAL" clId="{CFDB831C-3836-42E0-861C-E307F62C37FA}" dt="2025-08-29T07:00:21.885" v="350" actId="1076"/>
          <ac:picMkLst>
            <pc:docMk/>
            <pc:sldMk cId="814277153" sldId="261"/>
            <ac:picMk id="8" creationId="{A7A7506C-9DFC-8456-8C10-6FEEB7B9E95D}"/>
          </ac:picMkLst>
        </pc:picChg>
        <pc:picChg chg="add del mod">
          <ac:chgData name="Hoang Dai Duong 20212738" userId="5f78f6d0-6c79-493f-a901-b7e6d3767380" providerId="ADAL" clId="{CFDB831C-3836-42E0-861C-E307F62C37FA}" dt="2025-08-29T06:59:57.502" v="339" actId="478"/>
          <ac:picMkLst>
            <pc:docMk/>
            <pc:sldMk cId="814277153" sldId="261"/>
            <ac:picMk id="13" creationId="{75E9A350-888B-DD5E-48EB-E6C168768680}"/>
          </ac:picMkLst>
        </pc:picChg>
        <pc:picChg chg="add del mod">
          <ac:chgData name="Hoang Dai Duong 20212738" userId="5f78f6d0-6c79-493f-a901-b7e6d3767380" providerId="ADAL" clId="{CFDB831C-3836-42E0-861C-E307F62C37FA}" dt="2025-08-29T06:59:58.478" v="341" actId="478"/>
          <ac:picMkLst>
            <pc:docMk/>
            <pc:sldMk cId="814277153" sldId="261"/>
            <ac:picMk id="15" creationId="{38C49F93-7152-1A5D-5026-884933D633B4}"/>
          </ac:picMkLst>
        </pc:picChg>
        <pc:picChg chg="add del mod">
          <ac:chgData name="Hoang Dai Duong 20212738" userId="5f78f6d0-6c79-493f-a901-b7e6d3767380" providerId="ADAL" clId="{CFDB831C-3836-42E0-861C-E307F62C37FA}" dt="2025-08-29T06:59:58.035" v="340" actId="478"/>
          <ac:picMkLst>
            <pc:docMk/>
            <pc:sldMk cId="814277153" sldId="261"/>
            <ac:picMk id="17" creationId="{3E3D7036-AEB3-365D-5C92-82CA82011C43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7:01:02.843" v="368" actId="1076"/>
        <pc:sldMkLst>
          <pc:docMk/>
          <pc:sldMk cId="2588505999" sldId="262"/>
        </pc:sldMkLst>
        <pc:spChg chg="mod">
          <ac:chgData name="Hoang Dai Duong 20212738" userId="5f78f6d0-6c79-493f-a901-b7e6d3767380" providerId="ADAL" clId="{CFDB831C-3836-42E0-861C-E307F62C37FA}" dt="2025-08-28T06:01:24.807" v="165" actId="20577"/>
          <ac:spMkLst>
            <pc:docMk/>
            <pc:sldMk cId="2588505999" sldId="262"/>
            <ac:spMk id="2" creationId="{EC392DC9-CF33-1CEB-D513-27EECCA612A1}"/>
          </ac:spMkLst>
        </pc:spChg>
        <pc:picChg chg="add mod">
          <ac:chgData name="Hoang Dai Duong 20212738" userId="5f78f6d0-6c79-493f-a901-b7e6d3767380" providerId="ADAL" clId="{CFDB831C-3836-42E0-861C-E307F62C37FA}" dt="2025-08-29T07:00:50.069" v="364" actId="1076"/>
          <ac:picMkLst>
            <pc:docMk/>
            <pc:sldMk cId="2588505999" sldId="262"/>
            <ac:picMk id="4" creationId="{8CAE0CEF-DD8C-4F9F-3141-6B8AAA36E5CC}"/>
          </ac:picMkLst>
        </pc:picChg>
        <pc:picChg chg="add mod">
          <ac:chgData name="Hoang Dai Duong 20212738" userId="5f78f6d0-6c79-493f-a901-b7e6d3767380" providerId="ADAL" clId="{CFDB831C-3836-42E0-861C-E307F62C37FA}" dt="2025-08-29T07:00:57.164" v="366" actId="1076"/>
          <ac:picMkLst>
            <pc:docMk/>
            <pc:sldMk cId="2588505999" sldId="262"/>
            <ac:picMk id="6" creationId="{A1954BF7-EBB6-D65D-06D4-3E3D1A9428D8}"/>
          </ac:picMkLst>
        </pc:picChg>
        <pc:picChg chg="add del mod">
          <ac:chgData name="Hoang Dai Duong 20212738" userId="5f78f6d0-6c79-493f-a901-b7e6d3767380" providerId="ADAL" clId="{CFDB831C-3836-42E0-861C-E307F62C37FA}" dt="2025-08-29T07:00:03.732" v="344" actId="478"/>
          <ac:picMkLst>
            <pc:docMk/>
            <pc:sldMk cId="2588505999" sldId="262"/>
            <ac:picMk id="7" creationId="{5F12ACF7-C2A2-C160-EE1C-4B6CE0674B1C}"/>
          </ac:picMkLst>
        </pc:picChg>
        <pc:picChg chg="add mod">
          <ac:chgData name="Hoang Dai Duong 20212738" userId="5f78f6d0-6c79-493f-a901-b7e6d3767380" providerId="ADAL" clId="{CFDB831C-3836-42E0-861C-E307F62C37FA}" dt="2025-08-29T07:01:02.843" v="368" actId="1076"/>
          <ac:picMkLst>
            <pc:docMk/>
            <pc:sldMk cId="2588505999" sldId="262"/>
            <ac:picMk id="9" creationId="{C3658035-1CF8-42AD-CAB9-3D1212512BBA}"/>
          </ac:picMkLst>
        </pc:picChg>
        <pc:picChg chg="add del mod">
          <ac:chgData name="Hoang Dai Duong 20212738" userId="5f78f6d0-6c79-493f-a901-b7e6d3767380" providerId="ADAL" clId="{CFDB831C-3836-42E0-861C-E307F62C37FA}" dt="2025-08-29T07:00:02.613" v="342" actId="478"/>
          <ac:picMkLst>
            <pc:docMk/>
            <pc:sldMk cId="2588505999" sldId="262"/>
            <ac:picMk id="10" creationId="{4D30881A-BC4A-DBE2-B0AB-C628446E8E86}"/>
          </ac:picMkLst>
        </pc:picChg>
        <pc:picChg chg="add del mod">
          <ac:chgData name="Hoang Dai Duong 20212738" userId="5f78f6d0-6c79-493f-a901-b7e6d3767380" providerId="ADAL" clId="{CFDB831C-3836-42E0-861C-E307F62C37FA}" dt="2025-08-29T07:00:03.237" v="343" actId="478"/>
          <ac:picMkLst>
            <pc:docMk/>
            <pc:sldMk cId="2588505999" sldId="262"/>
            <ac:picMk id="13" creationId="{03A83BC1-9B94-962C-7F9E-96EFC9A6DF33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7:01:40.780" v="374" actId="1076"/>
        <pc:sldMkLst>
          <pc:docMk/>
          <pc:sldMk cId="2475277385" sldId="263"/>
        </pc:sldMkLst>
        <pc:spChg chg="mod">
          <ac:chgData name="Hoang Dai Duong 20212738" userId="5f78f6d0-6c79-493f-a901-b7e6d3767380" providerId="ADAL" clId="{CFDB831C-3836-42E0-861C-E307F62C37FA}" dt="2025-08-28T06:09:17.625" v="183" actId="20577"/>
          <ac:spMkLst>
            <pc:docMk/>
            <pc:sldMk cId="2475277385" sldId="263"/>
            <ac:spMk id="2" creationId="{7FF1F5B2-B3AF-EDD9-6491-B2BC8C31AFAC}"/>
          </ac:spMkLst>
        </pc:spChg>
        <pc:picChg chg="add mod">
          <ac:chgData name="Hoang Dai Duong 20212738" userId="5f78f6d0-6c79-493f-a901-b7e6d3767380" providerId="ADAL" clId="{CFDB831C-3836-42E0-861C-E307F62C37FA}" dt="2025-08-29T07:01:27.876" v="370" actId="1076"/>
          <ac:picMkLst>
            <pc:docMk/>
            <pc:sldMk cId="2475277385" sldId="263"/>
            <ac:picMk id="4" creationId="{C0062D22-B89D-330F-0B11-B00933E4470B}"/>
          </ac:picMkLst>
        </pc:picChg>
        <pc:picChg chg="add mod">
          <ac:chgData name="Hoang Dai Duong 20212738" userId="5f78f6d0-6c79-493f-a901-b7e6d3767380" providerId="ADAL" clId="{CFDB831C-3836-42E0-861C-E307F62C37FA}" dt="2025-08-29T07:01:34.324" v="372" actId="1076"/>
          <ac:picMkLst>
            <pc:docMk/>
            <pc:sldMk cId="2475277385" sldId="263"/>
            <ac:picMk id="6" creationId="{AA4D358D-2BD5-FFFB-7C48-C26B4D2AE9BA}"/>
          </ac:picMkLst>
        </pc:picChg>
        <pc:picChg chg="add mod">
          <ac:chgData name="Hoang Dai Duong 20212738" userId="5f78f6d0-6c79-493f-a901-b7e6d3767380" providerId="ADAL" clId="{CFDB831C-3836-42E0-861C-E307F62C37FA}" dt="2025-08-29T07:01:40.780" v="374" actId="1076"/>
          <ac:picMkLst>
            <pc:docMk/>
            <pc:sldMk cId="2475277385" sldId="263"/>
            <ac:picMk id="8" creationId="{1CF4F315-63A4-825B-2BB6-C3FEA7329502}"/>
          </ac:picMkLst>
        </pc:picChg>
        <pc:picChg chg="add del mod">
          <ac:chgData name="Hoang Dai Duong 20212738" userId="5f78f6d0-6c79-493f-a901-b7e6d3767380" providerId="ADAL" clId="{CFDB831C-3836-42E0-861C-E307F62C37FA}" dt="2025-08-29T07:00:34.116" v="351" actId="478"/>
          <ac:picMkLst>
            <pc:docMk/>
            <pc:sldMk cId="2475277385" sldId="263"/>
            <ac:picMk id="12" creationId="{9B93580F-BC11-B777-A021-060C289FA8C3}"/>
          </ac:picMkLst>
        </pc:picChg>
        <pc:picChg chg="add del mod">
          <ac:chgData name="Hoang Dai Duong 20212738" userId="5f78f6d0-6c79-493f-a901-b7e6d3767380" providerId="ADAL" clId="{CFDB831C-3836-42E0-861C-E307F62C37FA}" dt="2025-08-29T07:00:34.532" v="352" actId="478"/>
          <ac:picMkLst>
            <pc:docMk/>
            <pc:sldMk cId="2475277385" sldId="263"/>
            <ac:picMk id="14" creationId="{C84BDBAC-48BF-1C2C-5AA2-34E8CD40C377}"/>
          </ac:picMkLst>
        </pc:picChg>
        <pc:picChg chg="add del mod">
          <ac:chgData name="Hoang Dai Duong 20212738" userId="5f78f6d0-6c79-493f-a901-b7e6d3767380" providerId="ADAL" clId="{CFDB831C-3836-42E0-861C-E307F62C37FA}" dt="2025-08-29T07:00:35.096" v="353" actId="478"/>
          <ac:picMkLst>
            <pc:docMk/>
            <pc:sldMk cId="2475277385" sldId="263"/>
            <ac:picMk id="16" creationId="{A4074DF8-F1BC-096E-575B-DFA4F692E6DA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7:02:08.653" v="380" actId="1076"/>
        <pc:sldMkLst>
          <pc:docMk/>
          <pc:sldMk cId="175826065" sldId="264"/>
        </pc:sldMkLst>
        <pc:spChg chg="mod">
          <ac:chgData name="Hoang Dai Duong 20212738" userId="5f78f6d0-6c79-493f-a901-b7e6d3767380" providerId="ADAL" clId="{CFDB831C-3836-42E0-861C-E307F62C37FA}" dt="2025-08-28T06:44:13.339" v="199" actId="20577"/>
          <ac:spMkLst>
            <pc:docMk/>
            <pc:sldMk cId="175826065" sldId="264"/>
            <ac:spMk id="2" creationId="{E3AD2EEC-3F46-E7E2-79BF-7B0F82CDA089}"/>
          </ac:spMkLst>
        </pc:spChg>
        <pc:picChg chg="add mod">
          <ac:chgData name="Hoang Dai Duong 20212738" userId="5f78f6d0-6c79-493f-a901-b7e6d3767380" providerId="ADAL" clId="{CFDB831C-3836-42E0-861C-E307F62C37FA}" dt="2025-08-29T07:01:54.708" v="376" actId="1076"/>
          <ac:picMkLst>
            <pc:docMk/>
            <pc:sldMk cId="175826065" sldId="264"/>
            <ac:picMk id="4" creationId="{C7E00FBE-71EB-64B1-5437-6B5DAC6A5F90}"/>
          </ac:picMkLst>
        </pc:picChg>
        <pc:picChg chg="add mod">
          <ac:chgData name="Hoang Dai Duong 20212738" userId="5f78f6d0-6c79-493f-a901-b7e6d3767380" providerId="ADAL" clId="{CFDB831C-3836-42E0-861C-E307F62C37FA}" dt="2025-08-29T07:02:01.357" v="378" actId="1076"/>
          <ac:picMkLst>
            <pc:docMk/>
            <pc:sldMk cId="175826065" sldId="264"/>
            <ac:picMk id="6" creationId="{3104AAD8-F492-5BD6-D2AC-6BCF0805A954}"/>
          </ac:picMkLst>
        </pc:picChg>
        <pc:picChg chg="add mod">
          <ac:chgData name="Hoang Dai Duong 20212738" userId="5f78f6d0-6c79-493f-a901-b7e6d3767380" providerId="ADAL" clId="{CFDB831C-3836-42E0-861C-E307F62C37FA}" dt="2025-08-29T07:02:08.653" v="380" actId="1076"/>
          <ac:picMkLst>
            <pc:docMk/>
            <pc:sldMk cId="175826065" sldId="264"/>
            <ac:picMk id="8" creationId="{BCA0E0EB-1DF5-16DA-101E-8F5E9D1C267B}"/>
          </ac:picMkLst>
        </pc:picChg>
        <pc:picChg chg="add del mod">
          <ac:chgData name="Hoang Dai Duong 20212738" userId="5f78f6d0-6c79-493f-a901-b7e6d3767380" providerId="ADAL" clId="{CFDB831C-3836-42E0-861C-E307F62C37FA}" dt="2025-08-29T07:00:37.925" v="356" actId="478"/>
          <ac:picMkLst>
            <pc:docMk/>
            <pc:sldMk cId="175826065" sldId="264"/>
            <ac:picMk id="9" creationId="{943C31B1-C9CD-ACBC-F6D5-89AEEE25868D}"/>
          </ac:picMkLst>
        </pc:picChg>
        <pc:picChg chg="add del mod">
          <ac:chgData name="Hoang Dai Duong 20212738" userId="5f78f6d0-6c79-493f-a901-b7e6d3767380" providerId="ADAL" clId="{CFDB831C-3836-42E0-861C-E307F62C37FA}" dt="2025-08-29T07:00:36.987" v="354" actId="478"/>
          <ac:picMkLst>
            <pc:docMk/>
            <pc:sldMk cId="175826065" sldId="264"/>
            <ac:picMk id="11" creationId="{E679526C-D60D-4638-0064-6F763B6BEF08}"/>
          </ac:picMkLst>
        </pc:picChg>
        <pc:picChg chg="add del mod">
          <ac:chgData name="Hoang Dai Duong 20212738" userId="5f78f6d0-6c79-493f-a901-b7e6d3767380" providerId="ADAL" clId="{CFDB831C-3836-42E0-861C-E307F62C37FA}" dt="2025-08-29T07:00:37.460" v="355" actId="478"/>
          <ac:picMkLst>
            <pc:docMk/>
            <pc:sldMk cId="175826065" sldId="264"/>
            <ac:picMk id="13" creationId="{FBE84A91-CCE7-82B8-B8D9-C8EDF49563A2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7:02:42.188" v="386" actId="1076"/>
        <pc:sldMkLst>
          <pc:docMk/>
          <pc:sldMk cId="3977236180" sldId="265"/>
        </pc:sldMkLst>
        <pc:spChg chg="mod">
          <ac:chgData name="Hoang Dai Duong 20212738" userId="5f78f6d0-6c79-493f-a901-b7e6d3767380" providerId="ADAL" clId="{CFDB831C-3836-42E0-861C-E307F62C37FA}" dt="2025-08-28T11:10:45.568" v="229" actId="20577"/>
          <ac:spMkLst>
            <pc:docMk/>
            <pc:sldMk cId="3977236180" sldId="265"/>
            <ac:spMk id="2" creationId="{CD07BF7C-32C7-1F8A-CD64-9B3399337602}"/>
          </ac:spMkLst>
        </pc:spChg>
        <pc:picChg chg="add del">
          <ac:chgData name="Hoang Dai Duong 20212738" userId="5f78f6d0-6c79-493f-a901-b7e6d3767380" providerId="ADAL" clId="{CFDB831C-3836-42E0-861C-E307F62C37FA}" dt="2025-08-29T05:56:36.985" v="260" actId="22"/>
          <ac:picMkLst>
            <pc:docMk/>
            <pc:sldMk cId="3977236180" sldId="265"/>
            <ac:picMk id="4" creationId="{263FA8D8-30A2-0AED-A79E-E483C432C647}"/>
          </ac:picMkLst>
        </pc:picChg>
        <pc:picChg chg="add del mod">
          <ac:chgData name="Hoang Dai Duong 20212738" userId="5f78f6d0-6c79-493f-a901-b7e6d3767380" providerId="ADAL" clId="{CFDB831C-3836-42E0-861C-E307F62C37FA}" dt="2025-08-29T07:00:39.641" v="357" actId="478"/>
          <ac:picMkLst>
            <pc:docMk/>
            <pc:sldMk cId="3977236180" sldId="265"/>
            <ac:picMk id="6" creationId="{C022758A-4478-D39E-03B6-3A90E1B9CBA3}"/>
          </ac:picMkLst>
        </pc:picChg>
        <pc:picChg chg="add del mod">
          <ac:chgData name="Hoang Dai Duong 20212738" userId="5f78f6d0-6c79-493f-a901-b7e6d3767380" providerId="ADAL" clId="{CFDB831C-3836-42E0-861C-E307F62C37FA}" dt="2025-08-29T07:00:40.915" v="359" actId="478"/>
          <ac:picMkLst>
            <pc:docMk/>
            <pc:sldMk cId="3977236180" sldId="265"/>
            <ac:picMk id="8" creationId="{C2965053-50D9-E11D-AC60-64734ACADDFA}"/>
          </ac:picMkLst>
        </pc:picChg>
        <pc:picChg chg="add del mod">
          <ac:chgData name="Hoang Dai Duong 20212738" userId="5f78f6d0-6c79-493f-a901-b7e6d3767380" providerId="ADAL" clId="{CFDB831C-3836-42E0-861C-E307F62C37FA}" dt="2025-08-29T07:00:40.338" v="358" actId="478"/>
          <ac:picMkLst>
            <pc:docMk/>
            <pc:sldMk cId="3977236180" sldId="265"/>
            <ac:picMk id="10" creationId="{27032852-0E73-16BC-A45A-9C0FDBDFAF36}"/>
          </ac:picMkLst>
        </pc:picChg>
        <pc:picChg chg="add mod">
          <ac:chgData name="Hoang Dai Duong 20212738" userId="5f78f6d0-6c79-493f-a901-b7e6d3767380" providerId="ADAL" clId="{CFDB831C-3836-42E0-861C-E307F62C37FA}" dt="2025-08-29T07:02:29.694" v="382" actId="1076"/>
          <ac:picMkLst>
            <pc:docMk/>
            <pc:sldMk cId="3977236180" sldId="265"/>
            <ac:picMk id="12" creationId="{FFADE6BC-FC98-B605-E16F-1482EFD7DBF2}"/>
          </ac:picMkLst>
        </pc:picChg>
        <pc:picChg chg="add mod">
          <ac:chgData name="Hoang Dai Duong 20212738" userId="5f78f6d0-6c79-493f-a901-b7e6d3767380" providerId="ADAL" clId="{CFDB831C-3836-42E0-861C-E307F62C37FA}" dt="2025-08-29T07:02:35.366" v="384" actId="1076"/>
          <ac:picMkLst>
            <pc:docMk/>
            <pc:sldMk cId="3977236180" sldId="265"/>
            <ac:picMk id="14" creationId="{D06B6F1D-3629-1B79-B856-A377D69697BB}"/>
          </ac:picMkLst>
        </pc:picChg>
        <pc:picChg chg="add mod">
          <ac:chgData name="Hoang Dai Duong 20212738" userId="5f78f6d0-6c79-493f-a901-b7e6d3767380" providerId="ADAL" clId="{CFDB831C-3836-42E0-861C-E307F62C37FA}" dt="2025-08-29T07:02:42.188" v="386" actId="1076"/>
          <ac:picMkLst>
            <pc:docMk/>
            <pc:sldMk cId="3977236180" sldId="265"/>
            <ac:picMk id="16" creationId="{1E84F6B7-E63E-8A76-4795-4BCE85C9D87C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7:03:09.334" v="392" actId="1076"/>
        <pc:sldMkLst>
          <pc:docMk/>
          <pc:sldMk cId="3430816825" sldId="266"/>
        </pc:sldMkLst>
        <pc:spChg chg="mod">
          <ac:chgData name="Hoang Dai Duong 20212738" userId="5f78f6d0-6c79-493f-a901-b7e6d3767380" providerId="ADAL" clId="{CFDB831C-3836-42E0-861C-E307F62C37FA}" dt="2025-08-29T06:02:32.589" v="268" actId="20577"/>
          <ac:spMkLst>
            <pc:docMk/>
            <pc:sldMk cId="3430816825" sldId="266"/>
            <ac:spMk id="2" creationId="{BD1305D9-4C85-E24F-4B39-CEF9638089A5}"/>
          </ac:spMkLst>
        </pc:spChg>
        <pc:picChg chg="add del mod">
          <ac:chgData name="Hoang Dai Duong 20212738" userId="5f78f6d0-6c79-493f-a901-b7e6d3767380" providerId="ADAL" clId="{CFDB831C-3836-42E0-861C-E307F62C37FA}" dt="2025-08-29T07:00:42.404" v="360" actId="478"/>
          <ac:picMkLst>
            <pc:docMk/>
            <pc:sldMk cId="3430816825" sldId="266"/>
            <ac:picMk id="4" creationId="{03DB135D-2ECF-1160-2968-FECD3514B017}"/>
          </ac:picMkLst>
        </pc:picChg>
        <pc:picChg chg="del">
          <ac:chgData name="Hoang Dai Duong 20212738" userId="5f78f6d0-6c79-493f-a901-b7e6d3767380" providerId="ADAL" clId="{CFDB831C-3836-42E0-861C-E307F62C37FA}" dt="2025-08-29T06:02:35.285" v="271" actId="478"/>
          <ac:picMkLst>
            <pc:docMk/>
            <pc:sldMk cId="3430816825" sldId="266"/>
            <ac:picMk id="6" creationId="{FE2A2E62-6B2D-F4F3-CBB2-545DE7F71849}"/>
          </ac:picMkLst>
        </pc:picChg>
        <pc:picChg chg="add del mod">
          <ac:chgData name="Hoang Dai Duong 20212738" userId="5f78f6d0-6c79-493f-a901-b7e6d3767380" providerId="ADAL" clId="{CFDB831C-3836-42E0-861C-E307F62C37FA}" dt="2025-08-29T07:00:42.861" v="361" actId="478"/>
          <ac:picMkLst>
            <pc:docMk/>
            <pc:sldMk cId="3430816825" sldId="266"/>
            <ac:picMk id="7" creationId="{367FC804-5354-78E5-00D5-0831D11B0572}"/>
          </ac:picMkLst>
        </pc:picChg>
        <pc:picChg chg="del">
          <ac:chgData name="Hoang Dai Duong 20212738" userId="5f78f6d0-6c79-493f-a901-b7e6d3767380" providerId="ADAL" clId="{CFDB831C-3836-42E0-861C-E307F62C37FA}" dt="2025-08-29T06:02:34.774" v="270" actId="478"/>
          <ac:picMkLst>
            <pc:docMk/>
            <pc:sldMk cId="3430816825" sldId="266"/>
            <ac:picMk id="8" creationId="{F825F3D5-ABE2-1852-6604-28F83BACC335}"/>
          </ac:picMkLst>
        </pc:picChg>
        <pc:picChg chg="del">
          <ac:chgData name="Hoang Dai Duong 20212738" userId="5f78f6d0-6c79-493f-a901-b7e6d3767380" providerId="ADAL" clId="{CFDB831C-3836-42E0-861C-E307F62C37FA}" dt="2025-08-29T06:02:34.323" v="269" actId="478"/>
          <ac:picMkLst>
            <pc:docMk/>
            <pc:sldMk cId="3430816825" sldId="266"/>
            <ac:picMk id="10" creationId="{16207BFC-E9BF-83AF-D380-03581FC54860}"/>
          </ac:picMkLst>
        </pc:picChg>
        <pc:picChg chg="add del mod">
          <ac:chgData name="Hoang Dai Duong 20212738" userId="5f78f6d0-6c79-493f-a901-b7e6d3767380" providerId="ADAL" clId="{CFDB831C-3836-42E0-861C-E307F62C37FA}" dt="2025-08-29T07:00:43.476" v="362" actId="478"/>
          <ac:picMkLst>
            <pc:docMk/>
            <pc:sldMk cId="3430816825" sldId="266"/>
            <ac:picMk id="11" creationId="{425AF170-4DAA-7F04-0F9D-26CD864172D1}"/>
          </ac:picMkLst>
        </pc:picChg>
        <pc:picChg chg="add mod">
          <ac:chgData name="Hoang Dai Duong 20212738" userId="5f78f6d0-6c79-493f-a901-b7e6d3767380" providerId="ADAL" clId="{CFDB831C-3836-42E0-861C-E307F62C37FA}" dt="2025-08-29T07:02:55.188" v="388" actId="1076"/>
          <ac:picMkLst>
            <pc:docMk/>
            <pc:sldMk cId="3430816825" sldId="266"/>
            <ac:picMk id="13" creationId="{3EFCF7C2-DC83-7042-56C2-562B07726FC2}"/>
          </ac:picMkLst>
        </pc:picChg>
        <pc:picChg chg="add mod">
          <ac:chgData name="Hoang Dai Duong 20212738" userId="5f78f6d0-6c79-493f-a901-b7e6d3767380" providerId="ADAL" clId="{CFDB831C-3836-42E0-861C-E307F62C37FA}" dt="2025-08-29T07:03:02.907" v="390" actId="1076"/>
          <ac:picMkLst>
            <pc:docMk/>
            <pc:sldMk cId="3430816825" sldId="266"/>
            <ac:picMk id="15" creationId="{489D7223-C7A3-D137-1319-02C439305E39}"/>
          </ac:picMkLst>
        </pc:picChg>
        <pc:picChg chg="add mod">
          <ac:chgData name="Hoang Dai Duong 20212738" userId="5f78f6d0-6c79-493f-a901-b7e6d3767380" providerId="ADAL" clId="{CFDB831C-3836-42E0-861C-E307F62C37FA}" dt="2025-08-29T07:03:09.334" v="392" actId="1076"/>
          <ac:picMkLst>
            <pc:docMk/>
            <pc:sldMk cId="3430816825" sldId="266"/>
            <ac:picMk id="17" creationId="{8DF153BB-11CE-2353-1326-ED23D528E866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7:19:15.259" v="449" actId="1076"/>
        <pc:sldMkLst>
          <pc:docMk/>
          <pc:sldMk cId="1795462571" sldId="267"/>
        </pc:sldMkLst>
        <pc:spChg chg="mod">
          <ac:chgData name="Hoang Dai Duong 20212738" userId="5f78f6d0-6c79-493f-a901-b7e6d3767380" providerId="ADAL" clId="{CFDB831C-3836-42E0-861C-E307F62C37FA}" dt="2025-08-29T07:03:35.620" v="441" actId="27636"/>
          <ac:spMkLst>
            <pc:docMk/>
            <pc:sldMk cId="1795462571" sldId="267"/>
            <ac:spMk id="2" creationId="{2E56D490-151B-5BB7-F5F4-1B7AE39453CD}"/>
          </ac:spMkLst>
        </pc:spChg>
        <pc:picChg chg="add mod">
          <ac:chgData name="Hoang Dai Duong 20212738" userId="5f78f6d0-6c79-493f-a901-b7e6d3767380" providerId="ADAL" clId="{CFDB831C-3836-42E0-861C-E307F62C37FA}" dt="2025-08-29T07:19:15.259" v="449" actId="1076"/>
          <ac:picMkLst>
            <pc:docMk/>
            <pc:sldMk cId="1795462571" sldId="267"/>
            <ac:picMk id="4" creationId="{816FB689-35AB-DB76-2797-A29513F71985}"/>
          </ac:picMkLst>
        </pc:picChg>
        <pc:picChg chg="del">
          <ac:chgData name="Hoang Dai Duong 20212738" userId="5f78f6d0-6c79-493f-a901-b7e6d3767380" providerId="ADAL" clId="{CFDB831C-3836-42E0-861C-E307F62C37FA}" dt="2025-08-29T07:03:22.201" v="397" actId="478"/>
          <ac:picMkLst>
            <pc:docMk/>
            <pc:sldMk cId="1795462571" sldId="267"/>
            <ac:picMk id="13" creationId="{56D17AF7-1262-8D89-EBEB-8ED3F3BB2910}"/>
          </ac:picMkLst>
        </pc:picChg>
        <pc:picChg chg="del">
          <ac:chgData name="Hoang Dai Duong 20212738" userId="5f78f6d0-6c79-493f-a901-b7e6d3767380" providerId="ADAL" clId="{CFDB831C-3836-42E0-861C-E307F62C37FA}" dt="2025-08-29T07:03:21.692" v="396" actId="478"/>
          <ac:picMkLst>
            <pc:docMk/>
            <pc:sldMk cId="1795462571" sldId="267"/>
            <ac:picMk id="15" creationId="{AB65D215-891D-FACE-CC22-5F7B98F9FC90}"/>
          </ac:picMkLst>
        </pc:picChg>
        <pc:picChg chg="del mod">
          <ac:chgData name="Hoang Dai Duong 20212738" userId="5f78f6d0-6c79-493f-a901-b7e6d3767380" providerId="ADAL" clId="{CFDB831C-3836-42E0-861C-E307F62C37FA}" dt="2025-08-29T07:03:21.092" v="395" actId="478"/>
          <ac:picMkLst>
            <pc:docMk/>
            <pc:sldMk cId="1795462571" sldId="267"/>
            <ac:picMk id="17" creationId="{1E94F522-4195-D817-9C6D-7A660BDC4A1A}"/>
          </ac:picMkLst>
        </pc:picChg>
      </pc:sldChg>
      <pc:sldChg chg="addSp delSp modSp add mod">
        <pc:chgData name="Hoang Dai Duong 20212738" userId="5f78f6d0-6c79-493f-a901-b7e6d3767380" providerId="ADAL" clId="{CFDB831C-3836-42E0-861C-E307F62C37FA}" dt="2025-08-29T07:32:08.244" v="506" actId="1076"/>
        <pc:sldMkLst>
          <pc:docMk/>
          <pc:sldMk cId="1734155251" sldId="268"/>
        </pc:sldMkLst>
        <pc:spChg chg="mod">
          <ac:chgData name="Hoang Dai Duong 20212738" userId="5f78f6d0-6c79-493f-a901-b7e6d3767380" providerId="ADAL" clId="{CFDB831C-3836-42E0-861C-E307F62C37FA}" dt="2025-08-29T07:31:57.755" v="502" actId="20577"/>
          <ac:spMkLst>
            <pc:docMk/>
            <pc:sldMk cId="1734155251" sldId="268"/>
            <ac:spMk id="2" creationId="{85584A97-E81B-B272-ED2F-8B9BA39C1066}"/>
          </ac:spMkLst>
        </pc:spChg>
        <pc:picChg chg="del">
          <ac:chgData name="Hoang Dai Duong 20212738" userId="5f78f6d0-6c79-493f-a901-b7e6d3767380" providerId="ADAL" clId="{CFDB831C-3836-42E0-861C-E307F62C37FA}" dt="2025-08-29T07:19:19.675" v="451" actId="478"/>
          <ac:picMkLst>
            <pc:docMk/>
            <pc:sldMk cId="1734155251" sldId="268"/>
            <ac:picMk id="4" creationId="{E10122EC-F053-621E-4E78-8A2FE5FA4D38}"/>
          </ac:picMkLst>
        </pc:picChg>
        <pc:picChg chg="add mod">
          <ac:chgData name="Hoang Dai Duong 20212738" userId="5f78f6d0-6c79-493f-a901-b7e6d3767380" providerId="ADAL" clId="{CFDB831C-3836-42E0-861C-E307F62C37FA}" dt="2025-08-29T07:32:01.428" v="504" actId="1076"/>
          <ac:picMkLst>
            <pc:docMk/>
            <pc:sldMk cId="1734155251" sldId="268"/>
            <ac:picMk id="5" creationId="{99BD6F96-C929-F124-F460-F311D5A1942C}"/>
          </ac:picMkLst>
        </pc:picChg>
        <pc:picChg chg="add mod">
          <ac:chgData name="Hoang Dai Duong 20212738" userId="5f78f6d0-6c79-493f-a901-b7e6d3767380" providerId="ADAL" clId="{CFDB831C-3836-42E0-861C-E307F62C37FA}" dt="2025-08-29T07:32:08.244" v="506" actId="1076"/>
          <ac:picMkLst>
            <pc:docMk/>
            <pc:sldMk cId="1734155251" sldId="268"/>
            <ac:picMk id="7" creationId="{B849B7B5-4205-A4A8-FC2A-A6F46BBFBE4C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E2C73-49BE-0C62-2862-8181EFA5EC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689EA2A-B93B-5784-D3FB-61F5930703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7D5C31-64D7-FCA7-A70C-C8A1D767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381094-7028-F73F-3018-FA3D1F4AF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97F97-CA4C-EF4C-38B8-FC9E983254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96523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11D1CC-0DA4-8C28-E70C-A9A4E61733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95B334-C5D7-8D4E-2AE2-EB7D8AC51D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129211-4265-DB10-5F69-9F53B936E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00B6E6-6326-3B73-68CC-C762EF99C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B8E43-E997-E0E5-1B90-0AAFE3B8D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535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2AAAC-CBF6-2947-DDEB-546882073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ECF2EE-EE82-F6B8-C63C-991FEBD196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CD715F-A953-7F40-9902-FC3D0E76CD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75917E-0BAD-301F-7734-95F6460C4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7833A-AEF9-026E-6283-9BC127F5A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40119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001E91-C2C6-A14C-3F6A-E40F3112A0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7D6DD-3627-4521-AC98-986FC84794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BA921D-977E-AD88-F684-7FE939309C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D43066-D5DF-F963-F26B-5555B004D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4D9B3-F61C-0D7D-9509-43D9F491C9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A58F6B-8DCC-1CF0-40CE-4EF0EA877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6565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7CA6D7-F3D7-8F3E-4FA8-E4D25FFF7D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F27312-FC8C-2B71-925B-DD96CAA18B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61BCE0-CF85-9333-CFB6-3A0F5F65E05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BBA81FE-0D12-1FD7-727D-64811096A9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393743-ECAD-E6E4-DE3F-281AE74F8DE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10F15D4-69C6-9053-9695-84E7BAA12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F6B2CF-A3AD-66AD-BAA8-50CAAEE098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3979641-3F20-C52E-943B-14FE902E9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74382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601F53-76F8-2AC9-C124-8DCB4C19C1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281AD9C-5B3D-68EF-0598-4C8D282E9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CF8AFE1-4007-130C-CCDD-F944F7AF8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83E541-AC80-345F-A98C-49AC4B8CB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8564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91BBC75-D228-8565-E91B-F4516B3E7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82B109-EC97-CB32-CC23-317DFC50F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062FA4-6972-2E8D-AE87-CE44A222F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4484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A0DD1-1CB8-A12C-7E14-DE6DD9F8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1CE609-4A69-AD74-DEA2-595950CBB3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544E45-F458-85A5-475D-49BFA39DBB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D1F953-589B-D47D-38DE-7CE627BCD8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99856F-230B-87DC-8F8D-F6C55CA73E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E519FA-2766-89DC-B773-CEC47DA59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9669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9B7172-DB2D-7792-B2ED-2E3D70B71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DBC6443-AC65-1A5A-0D79-901D51942F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96B36E-8853-D4A9-1099-EEB689E1AC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4247CD-DCA1-5256-22DF-001332A11F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3540B7-B030-A60F-1C91-C3DF156F0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40A7A5-015A-6DC4-0E9A-946DB6C88D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196843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FB199-9AE7-B1FD-0467-EAD70C3851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C4AA1A-D93A-FA99-2CD5-087D3B8F9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6955BC-03A1-DDC5-6A6E-D5AAC008F1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B4DED-2C9F-AAB3-D6F3-A381692E15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2A2679-BA01-559B-D365-D611439E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30961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3A1B1E3-7EBB-8FE3-5539-ABBB9780A9F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810B91E-F6C3-474F-88D3-4412C393C8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CEE82C-F896-0894-F99E-5AA5E7FDB4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1CAF0C-F236-4798-E08B-1F5E29718B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205FCC-C566-7E5D-8C0F-3757012B64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0934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E7922A-537C-6051-2477-2CE52FE09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706C50E-1E01-027C-0BAB-C49E1DB386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A00DC5-7460-8D30-3766-ADB99C6FF0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1DCACE-3AC8-4330-B8AE-EC13C27B0AF0}" type="datetimeFigureOut">
              <a:rPr lang="en-US" smtClean="0"/>
              <a:t>8/30/2025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004623-3700-F403-1B74-45C5D3345D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1B1F8B-4AC3-F2DD-19A3-E69463FE145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3543FA-4D4E-4781-9E78-007BB097B38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3012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emf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emf"/><Relationship Id="rId2" Type="http://schemas.openxmlformats.org/officeDocument/2006/relationships/image" Target="../media/image19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2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7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emf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emf"/><Relationship Id="rId4" Type="http://schemas.openxmlformats.org/officeDocument/2006/relationships/image" Target="../media/image33.emf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emf"/><Relationship Id="rId2" Type="http://schemas.openxmlformats.org/officeDocument/2006/relationships/image" Target="../media/image35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emf"/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0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8E887AF-8461-F777-01AE-D32BB614345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9467270"/>
              </p:ext>
            </p:extLst>
          </p:nvPr>
        </p:nvGraphicFramePr>
        <p:xfrm>
          <a:off x="607260" y="312653"/>
          <a:ext cx="10702426" cy="59359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10371">
                  <a:extLst>
                    <a:ext uri="{9D8B030D-6E8A-4147-A177-3AD203B41FA5}">
                      <a16:colId xmlns:a16="http://schemas.microsoft.com/office/drawing/2014/main" val="4206860587"/>
                    </a:ext>
                  </a:extLst>
                </a:gridCol>
                <a:gridCol w="4385172">
                  <a:extLst>
                    <a:ext uri="{9D8B030D-6E8A-4147-A177-3AD203B41FA5}">
                      <a16:colId xmlns:a16="http://schemas.microsoft.com/office/drawing/2014/main" val="4280209694"/>
                    </a:ext>
                  </a:extLst>
                </a:gridCol>
                <a:gridCol w="2322839">
                  <a:extLst>
                    <a:ext uri="{9D8B030D-6E8A-4147-A177-3AD203B41FA5}">
                      <a16:colId xmlns:a16="http://schemas.microsoft.com/office/drawing/2014/main" val="3685046359"/>
                    </a:ext>
                  </a:extLst>
                </a:gridCol>
                <a:gridCol w="1042022">
                  <a:extLst>
                    <a:ext uri="{9D8B030D-6E8A-4147-A177-3AD203B41FA5}">
                      <a16:colId xmlns:a16="http://schemas.microsoft.com/office/drawing/2014/main" val="783645563"/>
                    </a:ext>
                  </a:extLst>
                </a:gridCol>
                <a:gridCol w="1042022">
                  <a:extLst>
                    <a:ext uri="{9D8B030D-6E8A-4147-A177-3AD203B41FA5}">
                      <a16:colId xmlns:a16="http://schemas.microsoft.com/office/drawing/2014/main" val="631558196"/>
                    </a:ext>
                  </a:extLst>
                </a:gridCol>
              </a:tblGrid>
              <a:tr h="25119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SoC ban đầu (%)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nn-NO" sz="2000" u="none" strike="noStrike">
                          <a:effectLst/>
                        </a:rPr>
                        <a:t>Dòng sạc tối ưu [I_1  I_2  I_3  I_4  I_5 ]   </a:t>
                      </a:r>
                      <a:endParaRPr lang="nn-NO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Hàm mục tiêu min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Time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Capacity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022388260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1.117 0.7112 0.43 0.2416]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0.5562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3662.09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1806.01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77571458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1.184 0.7767 0.5032 0.2877]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0.5414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3419.42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1803.22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095829239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1.397 0.8671 0.5149 0.3312]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0.5238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3190.56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1800.59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95966948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1.384 0.8804 0.5765 0.3807]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0.4987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2962.41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1797.61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31423677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1.253 0.692 0.4699 0.2736]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0.4748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2899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1804.08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785201876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1.239 0.7465 0.4497 0.2835]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0.4561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2702.37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1803.47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122862091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1.187 0.6797 0.4305 0.2489]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0.4406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2570.03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1805.57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423843366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35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1.204 0.6212 0.4109 0.2686]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0.4265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2368.21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1804.37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34717696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1.284 0.7928 0.4792 0.2916]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0.4105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2152.58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1802.98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3419672601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45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1.409 1.024 0.7644 0.5658]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0.3906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1759.32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1786.53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655758582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1.212 0.8585 0.5394 0.2904]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0.3693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1800.45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1803.05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60753969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1.146 0.6628 0.4266 0.2693]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0.3428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1642.22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1804.33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947921470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1.191 0.7731 0.4906 0.2761]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0.3258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1453.8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1803.92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41452903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65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1.335 0.8514 0.439 0.2415]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0.311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1328.12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1806.02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495546407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1.325 0.772 0.5178 0.2818]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0.2964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1089.68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1803.57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81070595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1.244 0.6793 0.4777 0.3051]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0.2803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881.87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1802.16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4215884202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80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[2 1.353 1.084 0.6746 0.4178]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0.2579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598.53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1795.38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139528681"/>
                  </a:ext>
                </a:extLst>
              </a:tr>
              <a:tr h="251194"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85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[1.65 1.299 0.7347 0.5169 0.246]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0.2398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598.24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2000" u="none" strike="noStrike">
                          <a:effectLst/>
                        </a:rPr>
                        <a:t>1805.75</a:t>
                      </a:r>
                      <a:endParaRPr lang="en-US" sz="2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20" marR="7620" marT="7620" marB="0" anchor="b"/>
                </a:tc>
                <a:extLst>
                  <a:ext uri="{0D108BD9-81ED-4DB2-BD59-A6C34878D82A}">
                    <a16:rowId xmlns:a16="http://schemas.microsoft.com/office/drawing/2014/main" val="220044046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97893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C2804A-1B5B-2A66-8F55-83E464022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7DF7A79-ADF0-0BD5-B270-4635FBCB73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021" y="1252287"/>
            <a:ext cx="5334000" cy="400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825C0EA-57B9-E18B-3530-A90E3AD7822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06979" y="0"/>
            <a:ext cx="5334000" cy="40005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B1234A5-966E-60F9-F749-93521A80E2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33210" y="3605463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3935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BC8858-2396-6047-A075-A6FADAECB9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4264CC-F2DE-1447-AFA7-055CB37998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SOC=0.1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38B80E1-0509-E878-7FD8-3C217A17E7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663" y="1097280"/>
            <a:ext cx="53340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4294841-E346-7EBB-7E92-05270443F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1316" y="-463216"/>
            <a:ext cx="5334000" cy="400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EBA22CC0-16BC-C703-4A55-1327DD4AF0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5339" y="242556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8142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C6A1A5-2C93-E063-BCD2-0EBB3DD70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FE6F1D-84A3-DD54-E2F1-505962CFB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SOC=0.2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4342506-FA13-8AD5-9E9F-4026E54D2B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3319"/>
            <a:ext cx="5334000" cy="4000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749A1768-BA80-E59F-2172-E7C1B3EC49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85" y="-287755"/>
            <a:ext cx="5334000" cy="400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51DEA658-EC10-3EB1-F53D-FFBB72BACF5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58002" y="2680034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865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648B01-8099-066B-E0A5-40E8CA9661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803514-F45C-0F27-6D5E-FBDF752A48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SOC=0.3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A39548-F60A-FFAA-87B1-8513811AFA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00413"/>
            <a:ext cx="53340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2E059BC-D21D-228F-62CC-29D6052AE1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0285" y="154110"/>
            <a:ext cx="5334000" cy="400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01FA2C82-065E-0A6D-6673-D415F44AA9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4253" y="285750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37958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CCBA20-2262-7831-EEF5-9F626576C1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79ABFA-A0FD-0C58-6FEA-B24BEA3BB4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94140" y="211984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SOC=0.4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C7D92-4C55-B591-CC45-2358ABA9EC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155154"/>
            <a:ext cx="5334000" cy="400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36766E-C136-9809-7819-FEBA7DD175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2579" y="211984"/>
            <a:ext cx="53340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7A7506C-9DFC-8456-8C10-6FEEB7B9E9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5548" y="2645516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27715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904B9B-F318-D978-8F27-9B5D3E1301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392DC9-CF33-1CEB-D513-27EECCA612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AE0CEF-DD8C-4F9F-3141-6B8AAA36E5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042" y="1300414"/>
            <a:ext cx="5334000" cy="400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1954BF7-EBB6-D65D-06D4-3E3D1A9428D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54110"/>
            <a:ext cx="5334000" cy="4000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3658035-1CF8-42AD-CAB9-3D1212512B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32621" y="245544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85059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32900D-C7CF-AECB-BA87-49BD5795EA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F1F5B2-B3AF-EDD9-6491-B2BC8C31AF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SOC=0.6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0062D22-B89D-330F-0B11-B00933E447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3319"/>
            <a:ext cx="5334000" cy="400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A4D358D-2BD5-FFFB-7C48-C26B4D2AE9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4000" y="0"/>
            <a:ext cx="53340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CF4F315-63A4-825B-2BB6-C3FEA73295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285750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2773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644E51-6214-0160-3948-984C84BE2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AD2EEC-3F46-E7E2-79BF-7B0F82CDA0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SOC=0.7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E00FBE-71EB-64B1-5437-6B5DAC6A5F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1097280"/>
            <a:ext cx="5334000" cy="4000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04AAD8-F492-5BD6-D2AC-6BCF0805A9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0"/>
            <a:ext cx="5334000" cy="40005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CA0E0EB-1DF5-16DA-101E-8F5E9D1C26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779" y="32575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826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1F128-EE4D-1C49-6705-3DE802BB2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7BF7C-32C7-1F8A-CD64-9B33993376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SOC=0.8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FADE6BC-FC98-B605-E16F-1482EFD7DB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3118" y="1252287"/>
            <a:ext cx="5334000" cy="4000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D06B6F1D-3629-1B79-B856-A377D6969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7118" y="154110"/>
            <a:ext cx="5334000" cy="400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1E84F6B7-E63E-8A76-4795-4BCE85C9D87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87723" y="2227968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2361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D603E-F6E1-043A-69A1-1601F076F4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05D9-4C85-E24F-4B39-CEF963808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1947203" cy="943170"/>
          </a:xfrm>
        </p:spPr>
        <p:txBody>
          <a:bodyPr>
            <a:normAutofit/>
          </a:bodyPr>
          <a:lstStyle/>
          <a:p>
            <a:r>
              <a:rPr lang="en-US" sz="2800"/>
              <a:t>SOC=0.85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EFCF7C2-DC83-7042-56C2-562B07726F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7442" y="2857500"/>
            <a:ext cx="5334000" cy="40005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89D7223-C7A3-D137-1319-02C439305E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0"/>
            <a:ext cx="5334000" cy="40005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DF153BB-11CE-2353-1326-ED23D528E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21" y="270339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8168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00840-E05B-7E01-4E5F-E8967AF1BD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56D490-151B-5BB7-F5F4-1B7AE39453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4584524" cy="943170"/>
          </a:xfrm>
        </p:spPr>
        <p:txBody>
          <a:bodyPr>
            <a:normAutofit/>
          </a:bodyPr>
          <a:lstStyle/>
          <a:p>
            <a:r>
              <a:rPr lang="en-US" sz="2800"/>
              <a:t>Các tham số mô hình pin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3E58D72-FFC9-8FD9-4C98-CEC1D3777F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6958" y="154110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EE5957-B1E1-AB82-AB17-7E2EC94C4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-52137"/>
            <a:ext cx="5334000" cy="400050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9AEA585-270D-319A-9657-01914653CA6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437" y="3429000"/>
            <a:ext cx="5334000" cy="400050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8ED0C35-F69C-0E75-E29C-A319822432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0958" y="325755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625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5AF3E9-5711-66FF-B3FD-FC8F878AE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84A97-E81B-B272-ED2F-8B9BA39C10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3118" y="154110"/>
            <a:ext cx="4584524" cy="943170"/>
          </a:xfrm>
        </p:spPr>
        <p:txBody>
          <a:bodyPr>
            <a:normAutofit/>
          </a:bodyPr>
          <a:lstStyle/>
          <a:p>
            <a:r>
              <a:rPr lang="en-US" sz="2800"/>
              <a:t>Thời gian, dung lượng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3BF105C-D71C-9F43-8611-74EC3EF903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8595" y="1097280"/>
            <a:ext cx="5334000" cy="40005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093265B-84D3-53F4-027F-03045EC5B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89406" y="109728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4155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C67602-E9D9-4591-8C8A-76E088B5E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376C10CD-5A73-6C86-AB42-D14C210F2E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578" y="546435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698468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C24ABB-1031-07A6-6BEC-EDF667BEBA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>
            <a:extLst>
              <a:ext uri="{FF2B5EF4-FFF2-40B4-BE49-F238E27FC236}">
                <a16:creationId xmlns:a16="http://schemas.microsoft.com/office/drawing/2014/main" id="{82AC5FE9-2E79-F172-88FD-0BEDC488C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-316230"/>
            <a:ext cx="5334000" cy="4000500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51408222-5D63-6FB1-3BB6-2D360939AC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-316230"/>
            <a:ext cx="5334000" cy="4000500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8823010F-C16A-70A0-1F69-B0198D24EB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3684270"/>
            <a:ext cx="5334000" cy="4000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3133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829</TotalTime>
  <Words>270</Words>
  <Application>Microsoft Office PowerPoint</Application>
  <PresentationFormat>Widescreen</PresentationFormat>
  <Paragraphs>107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Aptos</vt:lpstr>
      <vt:lpstr>Aptos Display</vt:lpstr>
      <vt:lpstr>Arial</vt:lpstr>
      <vt:lpstr>Calibri</vt:lpstr>
      <vt:lpstr>Office Theme</vt:lpstr>
      <vt:lpstr>PowerPoint Presentation</vt:lpstr>
      <vt:lpstr>SOC=0</vt:lpstr>
      <vt:lpstr>SOC=0.1</vt:lpstr>
      <vt:lpstr>SOC=0.2</vt:lpstr>
      <vt:lpstr>SOC=0.3</vt:lpstr>
      <vt:lpstr>SOC=0.4</vt:lpstr>
      <vt:lpstr>SOC=0.5</vt:lpstr>
      <vt:lpstr>SOC=0.6</vt:lpstr>
      <vt:lpstr>SOC=0.7</vt:lpstr>
      <vt:lpstr>SOC=0.8</vt:lpstr>
      <vt:lpstr>SOC=0.85</vt:lpstr>
      <vt:lpstr>Các tham số mô hình pin</vt:lpstr>
      <vt:lpstr>Thời gian, dung lượng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Hoang Dai Duong 20212738</dc:creator>
  <cp:lastModifiedBy>Hoang Dai Duong 20212738</cp:lastModifiedBy>
  <cp:revision>1</cp:revision>
  <dcterms:created xsi:type="dcterms:W3CDTF">2025-08-28T04:39:26Z</dcterms:created>
  <dcterms:modified xsi:type="dcterms:W3CDTF">2025-08-30T14:10:08Z</dcterms:modified>
</cp:coreProperties>
</file>