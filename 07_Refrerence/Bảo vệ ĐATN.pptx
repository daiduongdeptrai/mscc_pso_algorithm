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Dai Duong 20212738" userId="5f78f6d0-6c79-493f-a901-b7e6d3767380" providerId="ADAL" clId="{C4F9BF62-CD0E-4B03-80A4-72BDD6C9BDFC}"/>
    <pc:docChg chg="addSld">
      <pc:chgData name="Hoang Dai Duong 20212738" userId="5f78f6d0-6c79-493f-a901-b7e6d3767380" providerId="ADAL" clId="{C4F9BF62-CD0E-4B03-80A4-72BDD6C9BDFC}" dt="2025-08-20T14:50:06.927" v="0" actId="680"/>
      <pc:docMkLst>
        <pc:docMk/>
      </pc:docMkLst>
      <pc:sldChg chg="new">
        <pc:chgData name="Hoang Dai Duong 20212738" userId="5f78f6d0-6c79-493f-a901-b7e6d3767380" providerId="ADAL" clId="{C4F9BF62-CD0E-4B03-80A4-72BDD6C9BDFC}" dt="2025-08-20T14:50:06.927" v="0" actId="680"/>
        <pc:sldMkLst>
          <pc:docMk/>
          <pc:sldMk cId="282543135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298C-E6C2-C764-0B19-35070B84D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D5F5E-3F83-F9F8-F017-BB58FE69F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E7B1-CDA3-3141-2248-E6350D82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00C2-43D4-A75C-64E6-6F18232E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B7D1A-AB06-D435-CF85-C7EA0527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7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824A-61C4-C7B1-E5E7-617D7EE2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C8FB-6E35-B230-91B3-28F51DB5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51B7-162B-F79D-1B6C-5AFEBA30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046DC-3C08-B09F-9F12-62CF55F8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5E1A-9EE6-893D-21E0-9CEB0C21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8564-9C5B-DBC5-204E-05726A89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E7BC4-3664-75A3-0C1D-F65264E00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60852-4132-FDA8-7F16-1879DFF1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943B8-DB04-05C1-3C3B-CB370F2F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2A54-7C45-CDC3-FE97-ABADC814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6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AA3C-B3F0-9EEE-A429-7881A553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CB905-5E45-378B-0E42-F2A9A5EFF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DDA30-BB47-8D18-297C-D1D638E5A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5E8CC-A367-C99B-6FA3-4441F9A5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90E97-8C73-53E8-5ED5-82E1BAE3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38D1E-4942-45BD-3C4D-E2BF7F74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4065-737B-3FFB-00B2-F800C78F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6F256-BE67-63FD-E633-500C6095C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1D89D-2FA2-3346-898A-1D70195AD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4245F-673F-4A76-F607-35A94324D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5C5AE-41DD-090D-3C1A-DF206F7D7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C1E6C-6CCF-B5B8-A20A-F3B54CF4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19CE6-87B7-E2EE-611B-4584CCE9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541F6-C5C9-BCCF-79FD-117B8616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D579-0861-5756-2CC7-6499961A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3DAF0-66E3-DF11-BE49-075A38B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770F7-CFEA-5F10-5146-AE80383C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19B4A-4027-1638-CDA6-850C5A0B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06BDC-CB66-0511-D8CD-2612F235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13175-E76A-32AB-2A51-08FB195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76375-DD6D-4B36-04A4-2652DA2D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0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3CDA-AC86-2DA7-12FE-7C7581B0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F18B6-8778-FCC5-55ED-13D05F350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B473B-69F0-DB64-1DF5-B6037633B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74598-9FBF-3E09-7E3B-BBCE28A0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2FB2-DF2D-A59C-6C21-0BFC845C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52AEF-5C00-A396-63EB-D5621D43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791C-CCF2-2CC2-2B19-3DDE0F94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68213-3F62-4C6F-4D4F-5965CAA2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6E570-FABC-DF91-344A-657DE5F4F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0E304-E026-BD12-7D01-47ED4C04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3EFD-A013-72FC-D4D6-A0DC9B58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84E4C-2CC7-025A-4838-DDC88504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6883-EE99-E51C-554F-624C7FEC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28FEB-8896-8CCF-DA3F-EF49DF222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5445-2307-8CF0-667B-90E365E7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4B8F-8880-AB3A-3414-26B90890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80C38-132E-E763-0109-02D98CB7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0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A48BE-C773-85D2-F85B-FD428C2B3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C1CC5-A9C5-FD7B-266F-561F9084A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B2F6-335F-B3B7-BD4A-48DF0E079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AAFD4-A6D4-2EB7-2DA7-F2AAAC7B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8274-6176-6529-0B9C-A9A92C9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F54D3-A4C8-8090-2881-89381A1B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47B4-3BDC-FFEB-30F7-22442C4A0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DE05-1CEF-4E5D-7B11-5D63C3197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465AD-4DEA-42BE-A769-4830A43044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D3B89-B859-0612-D433-0A6B1304B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2BD8-C2AD-432B-F8CE-452834CF4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6FA52-4816-4CBF-B791-C701A495A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3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C936-FF10-82A0-33F7-231A14018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1A02A-57BD-17AC-0B01-41CDD3961D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3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Dai Duong 20212738</dc:creator>
  <cp:lastModifiedBy>Hoang Dai Duong 20212738</cp:lastModifiedBy>
  <cp:revision>1</cp:revision>
  <dcterms:created xsi:type="dcterms:W3CDTF">2025-08-20T14:50:03Z</dcterms:created>
  <dcterms:modified xsi:type="dcterms:W3CDTF">2025-08-20T14:50:13Z</dcterms:modified>
</cp:coreProperties>
</file>