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429" r:id="rId5"/>
    <p:sldId id="726" r:id="rId6"/>
    <p:sldId id="723" r:id="rId7"/>
    <p:sldId id="724" r:id="rId8"/>
    <p:sldId id="725" r:id="rId9"/>
    <p:sldId id="695" r:id="rId10"/>
    <p:sldId id="696" r:id="rId11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429"/>
            <p14:sldId id="726"/>
            <p14:sldId id="723"/>
            <p14:sldId id="724"/>
            <p14:sldId id="725"/>
            <p14:sldId id="695"/>
            <p14:sldId id="6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990134"/>
    <a:srgbClr val="01204C"/>
    <a:srgbClr val="D2DEEF"/>
    <a:srgbClr val="EAEFF7"/>
    <a:srgbClr val="00552B"/>
    <a:srgbClr val="CFAFE7"/>
    <a:srgbClr val="B686DA"/>
    <a:srgbClr val="F5B68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DDA2E8-7840-463E-BF85-43081C08B2AC}" v="298" dt="2025-03-17T07:18:49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5726" autoAdjust="0"/>
  </p:normalViewPr>
  <p:slideViewPr>
    <p:cSldViewPr snapToGrid="0">
      <p:cViewPr varScale="1">
        <p:scale>
          <a:sx n="79" d="100"/>
          <a:sy n="79" d="100"/>
        </p:scale>
        <p:origin x="14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6" d="100"/>
          <a:sy n="46" d="100"/>
        </p:scale>
        <p:origin x="2736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 Huy Hoang 20222538" userId="7e6ac483-a0c2-4bb3-bf55-c6129a83a59b" providerId="ADAL" clId="{E0DDA2E8-7840-463E-BF85-43081C08B2AC}"/>
    <pc:docChg chg="undo custSel addSld delSld modSld sldOrd modSection">
      <pc:chgData name="Hua Huy Hoang 20222538" userId="7e6ac483-a0c2-4bb3-bf55-c6129a83a59b" providerId="ADAL" clId="{E0DDA2E8-7840-463E-BF85-43081C08B2AC}" dt="2025-03-17T07:18:49.781" v="962" actId="20577"/>
      <pc:docMkLst>
        <pc:docMk/>
      </pc:docMkLst>
      <pc:sldChg chg="modSp add mod ord">
        <pc:chgData name="Hua Huy Hoang 20222538" userId="7e6ac483-a0c2-4bb3-bf55-c6129a83a59b" providerId="ADAL" clId="{E0DDA2E8-7840-463E-BF85-43081C08B2AC}" dt="2025-03-17T05:16:25.001" v="609" actId="20577"/>
        <pc:sldMkLst>
          <pc:docMk/>
          <pc:sldMk cId="575922933" sldId="429"/>
        </pc:sldMkLst>
        <pc:spChg chg="mod">
          <ac:chgData name="Hua Huy Hoang 20222538" userId="7e6ac483-a0c2-4bb3-bf55-c6129a83a59b" providerId="ADAL" clId="{E0DDA2E8-7840-463E-BF85-43081C08B2AC}" dt="2025-03-17T05:16:25.001" v="609" actId="20577"/>
          <ac:spMkLst>
            <pc:docMk/>
            <pc:sldMk cId="575922933" sldId="429"/>
            <ac:spMk id="2" creationId="{C40D793D-CF69-50FB-B8B2-317878741813}"/>
          </ac:spMkLst>
        </pc:spChg>
        <pc:spChg chg="mod">
          <ac:chgData name="Hua Huy Hoang 20222538" userId="7e6ac483-a0c2-4bb3-bf55-c6129a83a59b" providerId="ADAL" clId="{E0DDA2E8-7840-463E-BF85-43081C08B2AC}" dt="2025-03-17T05:16:22.566" v="608" actId="14100"/>
          <ac:spMkLst>
            <pc:docMk/>
            <pc:sldMk cId="575922933" sldId="429"/>
            <ac:spMk id="6" creationId="{26A0FCA6-4B1D-B284-34D8-A0CF60BECB82}"/>
          </ac:spMkLst>
        </pc:spChg>
        <pc:picChg chg="mod">
          <ac:chgData name="Hua Huy Hoang 20222538" userId="7e6ac483-a0c2-4bb3-bf55-c6129a83a59b" providerId="ADAL" clId="{E0DDA2E8-7840-463E-BF85-43081C08B2AC}" dt="2025-03-17T05:16:18.752" v="597" actId="1036"/>
          <ac:picMkLst>
            <pc:docMk/>
            <pc:sldMk cId="575922933" sldId="429"/>
            <ac:picMk id="5" creationId="{00076863-B804-EE5A-99BC-15DEA696132E}"/>
          </ac:picMkLst>
        </pc:picChg>
      </pc:sldChg>
      <pc:sldChg chg="del">
        <pc:chgData name="Hua Huy Hoang 20222538" userId="7e6ac483-a0c2-4bb3-bf55-c6129a83a59b" providerId="ADAL" clId="{E0DDA2E8-7840-463E-BF85-43081C08B2AC}" dt="2025-03-08T16:53:31.291" v="1" actId="47"/>
        <pc:sldMkLst>
          <pc:docMk/>
          <pc:sldMk cId="3211947126" sldId="618"/>
        </pc:sldMkLst>
      </pc:sldChg>
      <pc:sldChg chg="addSp delSp modSp add del mod ord">
        <pc:chgData name="Hua Huy Hoang 20222538" userId="7e6ac483-a0c2-4bb3-bf55-c6129a83a59b" providerId="ADAL" clId="{E0DDA2E8-7840-463E-BF85-43081C08B2AC}" dt="2025-03-17T07:18:49.781" v="962" actId="20577"/>
        <pc:sldMkLst>
          <pc:docMk/>
          <pc:sldMk cId="3670442249" sldId="695"/>
        </pc:sldMkLst>
        <pc:spChg chg="mod">
          <ac:chgData name="Hua Huy Hoang 20222538" userId="7e6ac483-a0c2-4bb3-bf55-c6129a83a59b" providerId="ADAL" clId="{E0DDA2E8-7840-463E-BF85-43081C08B2AC}" dt="2025-03-08T17:14:37.440" v="588" actId="1076"/>
          <ac:spMkLst>
            <pc:docMk/>
            <pc:sldMk cId="3670442249" sldId="695"/>
            <ac:spMk id="2" creationId="{5F0DE237-A122-06FC-E25C-6A4977D810BB}"/>
          </ac:spMkLst>
        </pc:spChg>
        <pc:spChg chg="add mod">
          <ac:chgData name="Hua Huy Hoang 20222538" userId="7e6ac483-a0c2-4bb3-bf55-c6129a83a59b" providerId="ADAL" clId="{E0DDA2E8-7840-463E-BF85-43081C08B2AC}" dt="2025-03-17T07:18:49.781" v="962" actId="20577"/>
          <ac:spMkLst>
            <pc:docMk/>
            <pc:sldMk cId="3670442249" sldId="695"/>
            <ac:spMk id="3" creationId="{CA0BDA36-EC99-4E52-9EF8-7E8F9EAC12E3}"/>
          </ac:spMkLst>
        </pc:spChg>
        <pc:spChg chg="add mod">
          <ac:chgData name="Hua Huy Hoang 20222538" userId="7e6ac483-a0c2-4bb3-bf55-c6129a83a59b" providerId="ADAL" clId="{E0DDA2E8-7840-463E-BF85-43081C08B2AC}" dt="2025-03-08T17:12:55.355" v="578" actId="1076"/>
          <ac:spMkLst>
            <pc:docMk/>
            <pc:sldMk cId="3670442249" sldId="695"/>
            <ac:spMk id="4" creationId="{B9C97302-27E8-E8EB-055B-B9BFA9501354}"/>
          </ac:spMkLst>
        </pc:spChg>
        <pc:spChg chg="add mod">
          <ac:chgData name="Hua Huy Hoang 20222538" userId="7e6ac483-a0c2-4bb3-bf55-c6129a83a59b" providerId="ADAL" clId="{E0DDA2E8-7840-463E-BF85-43081C08B2AC}" dt="2025-03-08T17:14:48.056" v="591" actId="1076"/>
          <ac:spMkLst>
            <pc:docMk/>
            <pc:sldMk cId="3670442249" sldId="695"/>
            <ac:spMk id="11" creationId="{37E2F106-C2B2-013C-68FD-A2AF26B6E368}"/>
          </ac:spMkLst>
        </pc:spChg>
      </pc:sldChg>
      <pc:sldChg chg="del">
        <pc:chgData name="Hua Huy Hoang 20222538" userId="7e6ac483-a0c2-4bb3-bf55-c6129a83a59b" providerId="ADAL" clId="{E0DDA2E8-7840-463E-BF85-43081C08B2AC}" dt="2025-03-08T16:53:31.620" v="2" actId="47"/>
        <pc:sldMkLst>
          <pc:docMk/>
          <pc:sldMk cId="995095604" sldId="707"/>
        </pc:sldMkLst>
      </pc:sldChg>
      <pc:sldChg chg="del">
        <pc:chgData name="Hua Huy Hoang 20222538" userId="7e6ac483-a0c2-4bb3-bf55-c6129a83a59b" providerId="ADAL" clId="{E0DDA2E8-7840-463E-BF85-43081C08B2AC}" dt="2025-03-08T16:53:31.904" v="3" actId="47"/>
        <pc:sldMkLst>
          <pc:docMk/>
          <pc:sldMk cId="1747433533" sldId="712"/>
        </pc:sldMkLst>
      </pc:sldChg>
      <pc:sldChg chg="del">
        <pc:chgData name="Hua Huy Hoang 20222538" userId="7e6ac483-a0c2-4bb3-bf55-c6129a83a59b" providerId="ADAL" clId="{E0DDA2E8-7840-463E-BF85-43081C08B2AC}" dt="2025-03-08T16:53:32.062" v="4" actId="47"/>
        <pc:sldMkLst>
          <pc:docMk/>
          <pc:sldMk cId="1725257020" sldId="713"/>
        </pc:sldMkLst>
      </pc:sldChg>
      <pc:sldChg chg="del">
        <pc:chgData name="Hua Huy Hoang 20222538" userId="7e6ac483-a0c2-4bb3-bf55-c6129a83a59b" providerId="ADAL" clId="{E0DDA2E8-7840-463E-BF85-43081C08B2AC}" dt="2025-03-08T16:53:32.305" v="5" actId="47"/>
        <pc:sldMkLst>
          <pc:docMk/>
          <pc:sldMk cId="3548020853" sldId="714"/>
        </pc:sldMkLst>
      </pc:sldChg>
      <pc:sldChg chg="del">
        <pc:chgData name="Hua Huy Hoang 20222538" userId="7e6ac483-a0c2-4bb3-bf55-c6129a83a59b" providerId="ADAL" clId="{E0DDA2E8-7840-463E-BF85-43081C08B2AC}" dt="2025-03-08T16:53:32.521" v="6" actId="47"/>
        <pc:sldMkLst>
          <pc:docMk/>
          <pc:sldMk cId="2267092346" sldId="715"/>
        </pc:sldMkLst>
      </pc:sldChg>
      <pc:sldChg chg="del">
        <pc:chgData name="Hua Huy Hoang 20222538" userId="7e6ac483-a0c2-4bb3-bf55-c6129a83a59b" providerId="ADAL" clId="{E0DDA2E8-7840-463E-BF85-43081C08B2AC}" dt="2025-03-08T16:53:32.655" v="7" actId="47"/>
        <pc:sldMkLst>
          <pc:docMk/>
          <pc:sldMk cId="450126371" sldId="716"/>
        </pc:sldMkLst>
      </pc:sldChg>
      <pc:sldChg chg="del">
        <pc:chgData name="Hua Huy Hoang 20222538" userId="7e6ac483-a0c2-4bb3-bf55-c6129a83a59b" providerId="ADAL" clId="{E0DDA2E8-7840-463E-BF85-43081C08B2AC}" dt="2025-03-08T16:53:32.865" v="8" actId="47"/>
        <pc:sldMkLst>
          <pc:docMk/>
          <pc:sldMk cId="2081996393" sldId="717"/>
        </pc:sldMkLst>
      </pc:sldChg>
      <pc:sldChg chg="del">
        <pc:chgData name="Hua Huy Hoang 20222538" userId="7e6ac483-a0c2-4bb3-bf55-c6129a83a59b" providerId="ADAL" clId="{E0DDA2E8-7840-463E-BF85-43081C08B2AC}" dt="2025-03-08T16:53:33.110" v="9" actId="47"/>
        <pc:sldMkLst>
          <pc:docMk/>
          <pc:sldMk cId="1516533816" sldId="718"/>
        </pc:sldMkLst>
      </pc:sldChg>
      <pc:sldChg chg="del">
        <pc:chgData name="Hua Huy Hoang 20222538" userId="7e6ac483-a0c2-4bb3-bf55-c6129a83a59b" providerId="ADAL" clId="{E0DDA2E8-7840-463E-BF85-43081C08B2AC}" dt="2025-03-08T16:53:33.338" v="10" actId="47"/>
        <pc:sldMkLst>
          <pc:docMk/>
          <pc:sldMk cId="3773484950" sldId="719"/>
        </pc:sldMkLst>
      </pc:sldChg>
      <pc:sldChg chg="del">
        <pc:chgData name="Hua Huy Hoang 20222538" userId="7e6ac483-a0c2-4bb3-bf55-c6129a83a59b" providerId="ADAL" clId="{E0DDA2E8-7840-463E-BF85-43081C08B2AC}" dt="2025-03-08T16:53:33.423" v="11" actId="47"/>
        <pc:sldMkLst>
          <pc:docMk/>
          <pc:sldMk cId="2134018472" sldId="720"/>
        </pc:sldMkLst>
      </pc:sldChg>
      <pc:sldChg chg="del">
        <pc:chgData name="Hua Huy Hoang 20222538" userId="7e6ac483-a0c2-4bb3-bf55-c6129a83a59b" providerId="ADAL" clId="{E0DDA2E8-7840-463E-BF85-43081C08B2AC}" dt="2025-03-08T16:53:33.556" v="12" actId="47"/>
        <pc:sldMkLst>
          <pc:docMk/>
          <pc:sldMk cId="7475349" sldId="721"/>
        </pc:sldMkLst>
      </pc:sldChg>
      <pc:sldChg chg="del">
        <pc:chgData name="Hua Huy Hoang 20222538" userId="7e6ac483-a0c2-4bb3-bf55-c6129a83a59b" providerId="ADAL" clId="{E0DDA2E8-7840-463E-BF85-43081C08B2AC}" dt="2025-03-08T16:53:34.721" v="13" actId="47"/>
        <pc:sldMkLst>
          <pc:docMk/>
          <pc:sldMk cId="1558042066" sldId="722"/>
        </pc:sldMkLst>
      </pc:sldChg>
      <pc:sldChg chg="addSp delSp modSp mod">
        <pc:chgData name="Hua Huy Hoang 20222538" userId="7e6ac483-a0c2-4bb3-bf55-c6129a83a59b" providerId="ADAL" clId="{E0DDA2E8-7840-463E-BF85-43081C08B2AC}" dt="2025-03-17T05:14:35.386" v="592" actId="478"/>
        <pc:sldMkLst>
          <pc:docMk/>
          <pc:sldMk cId="2304406354" sldId="723"/>
        </pc:sldMkLst>
        <pc:spChg chg="del">
          <ac:chgData name="Hua Huy Hoang 20222538" userId="7e6ac483-a0c2-4bb3-bf55-c6129a83a59b" providerId="ADAL" clId="{E0DDA2E8-7840-463E-BF85-43081C08B2AC}" dt="2025-03-17T05:14:35.386" v="592" actId="478"/>
          <ac:spMkLst>
            <pc:docMk/>
            <pc:sldMk cId="2304406354" sldId="723"/>
            <ac:spMk id="11" creationId="{F2130F9D-11BF-E50D-ED45-EE0F93EA60ED}"/>
          </ac:spMkLst>
        </pc:spChg>
        <pc:spChg chg="mod">
          <ac:chgData name="Hua Huy Hoang 20222538" userId="7e6ac483-a0c2-4bb3-bf55-c6129a83a59b" providerId="ADAL" clId="{E0DDA2E8-7840-463E-BF85-43081C08B2AC}" dt="2025-03-08T16:54:55.843" v="20" actId="20577"/>
          <ac:spMkLst>
            <pc:docMk/>
            <pc:sldMk cId="2304406354" sldId="723"/>
            <ac:spMk id="26" creationId="{D7448711-5B34-5DC8-8C29-6403DB96567D}"/>
          </ac:spMkLst>
        </pc:spChg>
      </pc:sldChg>
      <pc:sldChg chg="addSp delSp modSp add mod">
        <pc:chgData name="Hua Huy Hoang 20222538" userId="7e6ac483-a0c2-4bb3-bf55-c6129a83a59b" providerId="ADAL" clId="{E0DDA2E8-7840-463E-BF85-43081C08B2AC}" dt="2025-03-08T17:12:10.245" v="528" actId="1076"/>
        <pc:sldMkLst>
          <pc:docMk/>
          <pc:sldMk cId="41510165" sldId="724"/>
        </pc:sldMkLst>
        <pc:spChg chg="add mod">
          <ac:chgData name="Hua Huy Hoang 20222538" userId="7e6ac483-a0c2-4bb3-bf55-c6129a83a59b" providerId="ADAL" clId="{E0DDA2E8-7840-463E-BF85-43081C08B2AC}" dt="2025-03-08T17:00:57.882" v="292" actId="1076"/>
          <ac:spMkLst>
            <pc:docMk/>
            <pc:sldMk cId="41510165" sldId="724"/>
            <ac:spMk id="31" creationId="{62A2AADD-D3F0-2952-EDCF-847790697E1D}"/>
          </ac:spMkLst>
        </pc:spChg>
        <pc:spChg chg="add mod">
          <ac:chgData name="Hua Huy Hoang 20222538" userId="7e6ac483-a0c2-4bb3-bf55-c6129a83a59b" providerId="ADAL" clId="{E0DDA2E8-7840-463E-BF85-43081C08B2AC}" dt="2025-03-08T17:12:10.245" v="528" actId="1076"/>
          <ac:spMkLst>
            <pc:docMk/>
            <pc:sldMk cId="41510165" sldId="724"/>
            <ac:spMk id="32" creationId="{FEFF9E02-2EEC-2D3A-5720-6010A2D641B4}"/>
          </ac:spMkLst>
        </pc:spChg>
        <pc:picChg chg="add mod modCrop">
          <ac:chgData name="Hua Huy Hoang 20222538" userId="7e6ac483-a0c2-4bb3-bf55-c6129a83a59b" providerId="ADAL" clId="{E0DDA2E8-7840-463E-BF85-43081C08B2AC}" dt="2025-03-08T16:58:22.582" v="116" actId="1035"/>
          <ac:picMkLst>
            <pc:docMk/>
            <pc:sldMk cId="41510165" sldId="724"/>
            <ac:picMk id="24" creationId="{27E57E31-1F27-D10B-64BE-E8305A9DB8F7}"/>
          </ac:picMkLst>
        </pc:picChg>
        <pc:picChg chg="add mod modCrop">
          <ac:chgData name="Hua Huy Hoang 20222538" userId="7e6ac483-a0c2-4bb3-bf55-c6129a83a59b" providerId="ADAL" clId="{E0DDA2E8-7840-463E-BF85-43081C08B2AC}" dt="2025-03-08T16:58:28.179" v="138" actId="1038"/>
          <ac:picMkLst>
            <pc:docMk/>
            <pc:sldMk cId="41510165" sldId="724"/>
            <ac:picMk id="27" creationId="{3DD2A00E-2E2A-9992-698C-D9DB1ABE8920}"/>
          </ac:picMkLst>
        </pc:picChg>
        <pc:picChg chg="add mod modCrop">
          <ac:chgData name="Hua Huy Hoang 20222538" userId="7e6ac483-a0c2-4bb3-bf55-c6129a83a59b" providerId="ADAL" clId="{E0DDA2E8-7840-463E-BF85-43081C08B2AC}" dt="2025-03-08T16:58:31.594" v="139" actId="14100"/>
          <ac:picMkLst>
            <pc:docMk/>
            <pc:sldMk cId="41510165" sldId="724"/>
            <ac:picMk id="29" creationId="{5EA9AC88-D2DB-2BC4-9689-A4BA7C1C595B}"/>
          </ac:picMkLst>
        </pc:picChg>
      </pc:sldChg>
      <pc:sldChg chg="addSp delSp modSp add mod">
        <pc:chgData name="Hua Huy Hoang 20222538" userId="7e6ac483-a0c2-4bb3-bf55-c6129a83a59b" providerId="ADAL" clId="{E0DDA2E8-7840-463E-BF85-43081C08B2AC}" dt="2025-03-08T17:11:25.723" v="445" actId="14100"/>
        <pc:sldMkLst>
          <pc:docMk/>
          <pc:sldMk cId="3588011900" sldId="725"/>
        </pc:sldMkLst>
        <pc:spChg chg="add mod">
          <ac:chgData name="Hua Huy Hoang 20222538" userId="7e6ac483-a0c2-4bb3-bf55-c6129a83a59b" providerId="ADAL" clId="{E0DDA2E8-7840-463E-BF85-43081C08B2AC}" dt="2025-03-08T17:08:42.638" v="377" actId="1076"/>
          <ac:spMkLst>
            <pc:docMk/>
            <pc:sldMk cId="3588011900" sldId="725"/>
            <ac:spMk id="6" creationId="{0EA2387E-9FBB-CC47-E434-9216A6EB77F5}"/>
          </ac:spMkLst>
        </pc:spChg>
        <pc:picChg chg="add mod modCrop">
          <ac:chgData name="Hua Huy Hoang 20222538" userId="7e6ac483-a0c2-4bb3-bf55-c6129a83a59b" providerId="ADAL" clId="{E0DDA2E8-7840-463E-BF85-43081C08B2AC}" dt="2025-03-08T17:08:59.814" v="386" actId="1036"/>
          <ac:picMkLst>
            <pc:docMk/>
            <pc:sldMk cId="3588011900" sldId="725"/>
            <ac:picMk id="4" creationId="{DC204401-BFA7-09A7-C262-98E14CA7AF40}"/>
          </ac:picMkLst>
        </pc:picChg>
        <pc:picChg chg="add mod">
          <ac:chgData name="Hua Huy Hoang 20222538" userId="7e6ac483-a0c2-4bb3-bf55-c6129a83a59b" providerId="ADAL" clId="{E0DDA2E8-7840-463E-BF85-43081C08B2AC}" dt="2025-03-08T17:10:10.923" v="428" actId="1038"/>
          <ac:picMkLst>
            <pc:docMk/>
            <pc:sldMk cId="3588011900" sldId="725"/>
            <ac:picMk id="8" creationId="{7449E6E9-10D7-B76C-A833-5E56EA6DC0EB}"/>
          </ac:picMkLst>
        </pc:picChg>
        <pc:picChg chg="add mod">
          <ac:chgData name="Hua Huy Hoang 20222538" userId="7e6ac483-a0c2-4bb3-bf55-c6129a83a59b" providerId="ADAL" clId="{E0DDA2E8-7840-463E-BF85-43081C08B2AC}" dt="2025-03-08T17:10:56.823" v="436" actId="1076"/>
          <ac:picMkLst>
            <pc:docMk/>
            <pc:sldMk cId="3588011900" sldId="725"/>
            <ac:picMk id="12" creationId="{7E7DE22C-053D-3EA4-C237-5379D73F0935}"/>
          </ac:picMkLst>
        </pc:picChg>
        <pc:picChg chg="add mod">
          <ac:chgData name="Hua Huy Hoang 20222538" userId="7e6ac483-a0c2-4bb3-bf55-c6129a83a59b" providerId="ADAL" clId="{E0DDA2E8-7840-463E-BF85-43081C08B2AC}" dt="2025-03-08T17:11:25.723" v="445" actId="14100"/>
          <ac:picMkLst>
            <pc:docMk/>
            <pc:sldMk cId="3588011900" sldId="725"/>
            <ac:picMk id="14" creationId="{9F142C00-B49E-70B1-374D-23800D86DED8}"/>
          </ac:picMkLst>
        </pc:picChg>
      </pc:sldChg>
      <pc:sldChg chg="addSp delSp modSp add mod">
        <pc:chgData name="Hua Huy Hoang 20222538" userId="7e6ac483-a0c2-4bb3-bf55-c6129a83a59b" providerId="ADAL" clId="{E0DDA2E8-7840-463E-BF85-43081C08B2AC}" dt="2025-03-17T05:28:42.244" v="917"/>
        <pc:sldMkLst>
          <pc:docMk/>
          <pc:sldMk cId="2339338171" sldId="726"/>
        </pc:sldMkLst>
        <pc:spChg chg="add mod">
          <ac:chgData name="Hua Huy Hoang 20222538" userId="7e6ac483-a0c2-4bb3-bf55-c6129a83a59b" providerId="ADAL" clId="{E0DDA2E8-7840-463E-BF85-43081C08B2AC}" dt="2025-03-17T05:17:14.935" v="622" actId="1076"/>
          <ac:spMkLst>
            <pc:docMk/>
            <pc:sldMk cId="2339338171" sldId="726"/>
            <ac:spMk id="3" creationId="{3CDCCFE0-E33A-D77F-B95A-AE3194B06DA9}"/>
          </ac:spMkLst>
        </pc:spChg>
        <pc:spChg chg="mod">
          <ac:chgData name="Hua Huy Hoang 20222538" userId="7e6ac483-a0c2-4bb3-bf55-c6129a83a59b" providerId="ADAL" clId="{E0DDA2E8-7840-463E-BF85-43081C08B2AC}" dt="2025-03-17T05:16:55.051" v="615" actId="20577"/>
          <ac:spMkLst>
            <pc:docMk/>
            <pc:sldMk cId="2339338171" sldId="726"/>
            <ac:spMk id="6" creationId="{1F53C879-7DF4-91A5-A1FA-97D23A277872}"/>
          </ac:spMkLst>
        </pc:spChg>
        <pc:spChg chg="del">
          <ac:chgData name="Hua Huy Hoang 20222538" userId="7e6ac483-a0c2-4bb3-bf55-c6129a83a59b" providerId="ADAL" clId="{E0DDA2E8-7840-463E-BF85-43081C08B2AC}" dt="2025-03-17T05:16:47.374" v="611" actId="478"/>
          <ac:spMkLst>
            <pc:docMk/>
            <pc:sldMk cId="2339338171" sldId="726"/>
            <ac:spMk id="8" creationId="{2E2F201E-7673-2ADE-C9E1-EDFCAC27DD2A}"/>
          </ac:spMkLst>
        </pc:spChg>
        <pc:spChg chg="add mod">
          <ac:chgData name="Hua Huy Hoang 20222538" userId="7e6ac483-a0c2-4bb3-bf55-c6129a83a59b" providerId="ADAL" clId="{E0DDA2E8-7840-463E-BF85-43081C08B2AC}" dt="2025-03-17T05:20:30.861" v="714" actId="1076"/>
          <ac:spMkLst>
            <pc:docMk/>
            <pc:sldMk cId="2339338171" sldId="726"/>
            <ac:spMk id="10" creationId="{C00032FC-B144-1CBD-2368-36DF965CAD8C}"/>
          </ac:spMkLst>
        </pc:spChg>
        <pc:spChg chg="del">
          <ac:chgData name="Hua Huy Hoang 20222538" userId="7e6ac483-a0c2-4bb3-bf55-c6129a83a59b" providerId="ADAL" clId="{E0DDA2E8-7840-463E-BF85-43081C08B2AC}" dt="2025-03-17T05:16:47.374" v="611" actId="478"/>
          <ac:spMkLst>
            <pc:docMk/>
            <pc:sldMk cId="2339338171" sldId="726"/>
            <ac:spMk id="12" creationId="{614CD64C-DAB8-571C-1995-3610F54FAA34}"/>
          </ac:spMkLst>
        </pc:spChg>
        <pc:spChg chg="add mod">
          <ac:chgData name="Hua Huy Hoang 20222538" userId="7e6ac483-a0c2-4bb3-bf55-c6129a83a59b" providerId="ADAL" clId="{E0DDA2E8-7840-463E-BF85-43081C08B2AC}" dt="2025-03-17T05:28:42.244" v="917"/>
          <ac:spMkLst>
            <pc:docMk/>
            <pc:sldMk cId="2339338171" sldId="726"/>
            <ac:spMk id="13" creationId="{4C194838-8D29-244C-14F9-45A7291CB870}"/>
          </ac:spMkLst>
        </pc:spChg>
        <pc:spChg chg="del">
          <ac:chgData name="Hua Huy Hoang 20222538" userId="7e6ac483-a0c2-4bb3-bf55-c6129a83a59b" providerId="ADAL" clId="{E0DDA2E8-7840-463E-BF85-43081C08B2AC}" dt="2025-03-17T05:16:47.374" v="611" actId="478"/>
          <ac:spMkLst>
            <pc:docMk/>
            <pc:sldMk cId="2339338171" sldId="726"/>
            <ac:spMk id="18" creationId="{679347C1-7A97-990E-6D1A-46F6D9320620}"/>
          </ac:spMkLst>
        </pc:spChg>
        <pc:spChg chg="del">
          <ac:chgData name="Hua Huy Hoang 20222538" userId="7e6ac483-a0c2-4bb3-bf55-c6129a83a59b" providerId="ADAL" clId="{E0DDA2E8-7840-463E-BF85-43081C08B2AC}" dt="2025-03-17T05:16:47.374" v="611" actId="478"/>
          <ac:spMkLst>
            <pc:docMk/>
            <pc:sldMk cId="2339338171" sldId="726"/>
            <ac:spMk id="23" creationId="{DDDB7EB3-F8E7-B6C9-11C6-45C0670EC891}"/>
          </ac:spMkLst>
        </pc:spChg>
        <pc:picChg chg="del">
          <ac:chgData name="Hua Huy Hoang 20222538" userId="7e6ac483-a0c2-4bb3-bf55-c6129a83a59b" providerId="ADAL" clId="{E0DDA2E8-7840-463E-BF85-43081C08B2AC}" dt="2025-03-17T05:16:48.188" v="612" actId="478"/>
          <ac:picMkLst>
            <pc:docMk/>
            <pc:sldMk cId="2339338171" sldId="726"/>
            <ac:picMk id="5" creationId="{F11ABB39-966F-8E06-BBCC-4DE5FA03D4BA}"/>
          </ac:picMkLst>
        </pc:picChg>
        <pc:picChg chg="add del mod modCrop">
          <ac:chgData name="Hua Huy Hoang 20222538" userId="7e6ac483-a0c2-4bb3-bf55-c6129a83a59b" providerId="ADAL" clId="{E0DDA2E8-7840-463E-BF85-43081C08B2AC}" dt="2025-03-17T05:19:52.613" v="684" actId="478"/>
          <ac:picMkLst>
            <pc:docMk/>
            <pc:sldMk cId="2339338171" sldId="726"/>
            <ac:picMk id="9" creationId="{5B935FC3-529B-A223-1DA1-2268CF068FBE}"/>
          </ac:picMkLst>
        </pc:picChg>
        <pc:picChg chg="del">
          <ac:chgData name="Hua Huy Hoang 20222538" userId="7e6ac483-a0c2-4bb3-bf55-c6129a83a59b" providerId="ADAL" clId="{E0DDA2E8-7840-463E-BF85-43081C08B2AC}" dt="2025-03-17T05:16:47.374" v="611" actId="478"/>
          <ac:picMkLst>
            <pc:docMk/>
            <pc:sldMk cId="2339338171" sldId="726"/>
            <ac:picMk id="11" creationId="{1D79A483-C936-9915-92B5-87BFB1D80AA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6C2D-3F3B-DA58-E8D1-B9A27669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6C142-98BD-B879-3FBE-D74AFBD8B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C6102-668C-FDF5-0C77-0FF206023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6F311-CDAF-F159-55C3-FB4E617AC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5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CD84-0F07-4B93-2C3E-1BFB8B12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863B1-EFBA-A4DA-7D85-90E035DF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90E3D-F574-3F59-3B96-5E23DEF69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52699-F21C-F889-225C-841E1C96C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95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6A55-BBCF-9EF9-26A1-FCE03589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80ABE-B884-EB15-B1E8-D7DA8EB6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AC161-EE41-074C-F1A1-631B7FAC3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67F3B-4F46-F5CD-642C-F91951530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71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522A-971A-87CA-4418-D97B375A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48A90-9C29-7569-327B-5B857BC9A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213EC-3277-FAC6-2AB8-CA66F896F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5CF5A-B7B4-47BA-D954-E46AD1A48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02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8958-A54F-F9CB-7542-AC62351F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AA6C1-1792-C903-D8DD-5C56D9A40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67D2A-D22B-B6B3-15C6-7B84824DA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D09BC-8FCA-B2BB-45BA-C0AC54580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8019-FE10-AA94-A0A2-E627C750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C0F31-3F6C-7358-9963-1275F07FF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73F9A-444D-FB1F-338C-606636064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310CB-A807-2472-AA94-8CC55AA76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6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steduvn-my.sharepoint.com/:b:/g/personal/hoang_hh222538_sis_hust_edu_vn/EcbexiFTK8BPhrCbYEzSI0YBg_F3W0GhmdmEbSNJXMH8iA?e=1l6vE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2C03-309C-4EF8-22D6-352825FA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436B4DD-DD0D-07CF-DA39-88910D2CAA07}"/>
              </a:ext>
            </a:extLst>
          </p:cNvPr>
          <p:cNvSpPr/>
          <p:nvPr/>
        </p:nvSpPr>
        <p:spPr>
          <a:xfrm>
            <a:off x="4441523" y="4398628"/>
            <a:ext cx="3824504" cy="157159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E29D3-E264-6D15-0224-E9872304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A1F9F-05EB-D4D8-4B3B-FEF066F8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D793D-CF69-50FB-B8B2-31787874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>
                <a:latin typeface="+mj-lt"/>
              </a:rPr>
              <a:t>Mô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Thevenin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0FCA6-4B1D-B284-34D8-A0CF60BECB82}"/>
              </a:ext>
            </a:extLst>
          </p:cNvPr>
          <p:cNvSpPr txBox="1"/>
          <p:nvPr/>
        </p:nvSpPr>
        <p:spPr>
          <a:xfrm>
            <a:off x="194865" y="886288"/>
            <a:ext cx="247084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Công</a:t>
            </a:r>
            <a:r>
              <a:rPr lang="en-US" sz="2600" b="1" dirty="0"/>
              <a:t> </a:t>
            </a:r>
            <a:r>
              <a:rPr lang="en-US" sz="2600" b="1" dirty="0" err="1"/>
              <a:t>thức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3E1FD6-2CB9-C59A-C70E-AD4844496CEF}"/>
                  </a:ext>
                </a:extLst>
              </p:cNvPr>
              <p:cNvSpPr txBox="1"/>
              <p:nvPr/>
            </p:nvSpPr>
            <p:spPr>
              <a:xfrm>
                <a:off x="4512643" y="1670251"/>
                <a:ext cx="4072860" cy="1830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Kirchhof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𝑇h</m:t>
                            </m:r>
                          </m:sub>
                        </m:sSub>
                      </m:den>
                    </m:f>
                  </m:oMath>
                </a14:m>
                <a:endParaRPr lang="en-US" sz="22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3E1FD6-2CB9-C59A-C70E-AD4844496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643" y="1670251"/>
                <a:ext cx="4072860" cy="1830245"/>
              </a:xfrm>
              <a:prstGeom prst="rect">
                <a:avLst/>
              </a:prstGeom>
              <a:blipFill>
                <a:blip r:embed="rId3"/>
                <a:stretch>
                  <a:fillRect l="-1946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10B87E6-DA4F-2456-DC48-3AE7449AAE44}"/>
              </a:ext>
            </a:extLst>
          </p:cNvPr>
          <p:cNvSpPr txBox="1"/>
          <p:nvPr/>
        </p:nvSpPr>
        <p:spPr>
          <a:xfrm>
            <a:off x="1090108" y="4117108"/>
            <a:ext cx="309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Mô</a:t>
            </a:r>
            <a:r>
              <a:rPr lang="en-US" sz="1600" i="1" dirty="0"/>
              <a:t> </a:t>
            </a:r>
            <a:r>
              <a:rPr lang="en-US" sz="1600" i="1" dirty="0" err="1"/>
              <a:t>hình</a:t>
            </a:r>
            <a:r>
              <a:rPr lang="en-US" sz="1600" i="1" dirty="0"/>
              <a:t> Thevenin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76863-B804-EE5A-99BC-15DEA6961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85" y="1303286"/>
            <a:ext cx="3505689" cy="2829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204BB-8C99-0BCB-82B8-3F1C8E473988}"/>
                  </a:ext>
                </a:extLst>
              </p:cNvPr>
              <p:cNvSpPr txBox="1"/>
              <p:nvPr/>
            </p:nvSpPr>
            <p:spPr>
              <a:xfrm>
                <a:off x="4441523" y="3540539"/>
                <a:ext cx="524429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Kirchhof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𝑜𝑐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204BB-8C99-0BCB-82B8-3F1C8E473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523" y="3540539"/>
                <a:ext cx="5244292" cy="769441"/>
              </a:xfrm>
              <a:prstGeom prst="rect">
                <a:avLst/>
              </a:prstGeom>
              <a:blipFill>
                <a:blip r:embed="rId5"/>
                <a:stretch>
                  <a:fillRect l="-1512" t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5BF2D70-EE3E-AC47-2F0A-0E06EFE1F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3254" y="4463826"/>
            <a:ext cx="310558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2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E686-B1F3-A487-941D-6E3BC2B2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E201E-1C44-0631-77BA-1F12F7BB5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3/17/2025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BECF9-73B0-8E66-2CCC-9B3C413C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A18C2-CB14-02F2-7AA8-130F0377C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>
                <a:latin typeface="+mj-lt"/>
              </a:rPr>
              <a:t>Mô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Thevenin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3C879-7DF4-91A5-A1FA-97D23A277872}"/>
              </a:ext>
            </a:extLst>
          </p:cNvPr>
          <p:cNvSpPr txBox="1"/>
          <p:nvPr/>
        </p:nvSpPr>
        <p:spPr>
          <a:xfrm>
            <a:off x="194865" y="886288"/>
            <a:ext cx="24708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err="1"/>
              <a:t>Công</a:t>
            </a:r>
            <a:r>
              <a:rPr lang="en-US" sz="2600" b="1"/>
              <a:t> thức :</a:t>
            </a:r>
            <a:endParaRPr lang="en-US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CCFE0-E33A-D77F-B95A-AE3194B06DA9}"/>
              </a:ext>
            </a:extLst>
          </p:cNvPr>
          <p:cNvSpPr txBox="1"/>
          <p:nvPr/>
        </p:nvSpPr>
        <p:spPr>
          <a:xfrm>
            <a:off x="256858" y="1283736"/>
            <a:ext cx="707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>
                <a:solidFill>
                  <a:srgbClr val="262626"/>
                </a:solidFill>
              </a:rPr>
              <a:t>Mô hình pin : Theo kiểu Thevenin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0032FC-B144-1CBD-2368-36DF965CAD8C}"/>
                  </a:ext>
                </a:extLst>
              </p:cNvPr>
              <p:cNvSpPr txBox="1"/>
              <p:nvPr/>
            </p:nvSpPr>
            <p:spPr>
              <a:xfrm>
                <a:off x="1021169" y="1721801"/>
                <a:ext cx="1888719" cy="501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𝑑𝑈𝑡h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𝑈𝑡h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𝑅𝑡h</m:t>
                          </m:r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𝐶𝑡h</m:t>
                          </m:r>
                          <m:r>
                            <a:rPr lang="en-US" sz="1400" b="0" i="1" smtClean="0">
                              <a:solidFill>
                                <a:srgbClr val="26262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1400">
                  <a:solidFill>
                    <a:srgbClr val="262626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0032FC-B144-1CBD-2368-36DF965CA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169" y="1721801"/>
                <a:ext cx="1888719" cy="501356"/>
              </a:xfrm>
              <a:prstGeom prst="rect">
                <a:avLst/>
              </a:prstGeom>
              <a:blipFill>
                <a:blip r:embed="rId3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194838-8D29-244C-14F9-45A7291CB870}"/>
                  </a:ext>
                </a:extLst>
              </p:cNvPr>
              <p:cNvSpPr txBox="1"/>
              <p:nvPr/>
            </p:nvSpPr>
            <p:spPr>
              <a:xfrm>
                <a:off x="256858" y="2291891"/>
                <a:ext cx="9766930" cy="1652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>
                    <a:solidFill>
                      <a:srgbClr val="FF0000"/>
                    </a:solidFill>
                  </a:rPr>
                  <a:t>NTQ</a:t>
                </a:r>
                <a:r>
                  <a:rPr lang="en-US" sz="1600">
                    <a:solidFill>
                      <a:srgbClr val="262626"/>
                    </a:solidFill>
                  </a:rPr>
                  <a:t> :  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𝑈𝑡h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limLoc m:val="undOvr"/>
                            <m:grow m:val="on"/>
                            <m:ctrlP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𝑅𝑡h</m:t>
                                </m:r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nary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 .  [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𝐶𝑡h</m:t>
                                </m:r>
                              </m:den>
                            </m:f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nary>
                                  <m:naryPr>
                                    <m:limLoc m:val="undOvr"/>
                                    <m:grow m:val="on"/>
                                    <m:ctrlPr>
                                      <a:rPr lang="en-US" sz="1600" i="1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i="1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sz="1600" i="1">
                                            <a:solidFill>
                                              <a:srgbClr val="26262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>
                                            <a:solidFill>
                                              <a:srgbClr val="26262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600" i="1">
                                            <a:solidFill>
                                              <a:srgbClr val="26262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𝑅𝑡h</m:t>
                                        </m:r>
                                        <m:r>
                                          <a:rPr lang="en-US" sz="1600" i="1">
                                            <a:solidFill>
                                              <a:srgbClr val="26262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sz="1600" i="1">
                                            <a:solidFill>
                                              <a:srgbClr val="26262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den>
                                    </m:f>
                                  </m:e>
                                </m:nary>
                              </m:sup>
                            </m:sSup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 ]    </m:t>
                            </m:r>
                          </m:e>
                        </m:nary>
                      </m:sup>
                    </m:sSup>
                    <m:r>
                      <a:rPr lang="en-US" sz="1600" b="0" i="0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𝑅𝑡h</m:t>
                            </m:r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sup>
                    </m:sSup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sz="1600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𝐶𝑡h</m:t>
                                </m:r>
                              </m:den>
                            </m:f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1600" b="0" i="1" smtClean="0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𝑅𝑡h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6262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sz="1600" b="0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𝑅𝑡h</m:t>
                            </m:r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sup>
                    </m:sSup>
                    <m:r>
                      <a:rPr lang="en-US" sz="16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𝑅𝑡h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0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𝑅𝑡h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i="1">
                                    <a:solidFill>
                                      <a:srgbClr val="262626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sup>
                        </m:sSup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𝑅𝑡h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1600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𝑅𝑡h</m:t>
                            </m:r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1600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sup>
                    </m:sSup>
                  </m:oMath>
                </a14:m>
                <a:endParaRPr lang="en-US" sz="1600">
                  <a:solidFill>
                    <a:srgbClr val="262626"/>
                  </a:solidFill>
                </a:endParaRPr>
              </a:p>
              <a:p>
                <a:pPr/>
                <a:endParaRPr lang="en-US" sz="1600">
                  <a:solidFill>
                    <a:srgbClr val="262626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194838-8D29-244C-14F9-45A7291CB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58" y="2291891"/>
                <a:ext cx="9766930" cy="1652119"/>
              </a:xfrm>
              <a:prstGeom prst="rect">
                <a:avLst/>
              </a:prstGeom>
              <a:blipFill>
                <a:blip r:embed="rId4"/>
                <a:stretch>
                  <a:fillRect l="-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338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FB1A-8ACA-6D31-8226-2F0CB18B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723F-2137-3B57-1C2A-1E91123C7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65" y="75300"/>
            <a:ext cx="9807016" cy="548731"/>
          </a:xfrm>
        </p:spPr>
        <p:txBody>
          <a:bodyPr/>
          <a:lstStyle/>
          <a:p>
            <a:r>
              <a:rPr lang="en-US" sz="3500">
                <a:latin typeface="+mj-lt"/>
              </a:rPr>
              <a:t>Chứng minh công thức phần Thevenin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B5888E11-449E-35DB-3B51-46FC7E3B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3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3FC17E94-1D7A-8260-1D10-2E6A0585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61E43165-A5E9-0615-3905-4863CE4E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E7813-A2A3-1AAA-DFC0-0A9CA193DF33}"/>
              </a:ext>
            </a:extLst>
          </p:cNvPr>
          <p:cNvSpPr txBox="1"/>
          <p:nvPr/>
        </p:nvSpPr>
        <p:spPr>
          <a:xfrm>
            <a:off x="160180" y="887139"/>
            <a:ext cx="7483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>
                <a:solidFill>
                  <a:srgbClr val="262626"/>
                </a:solidFill>
              </a:rPr>
              <a:t>Phương pháp ổn dòng (CC) </a:t>
            </a:r>
          </a:p>
        </p:txBody>
      </p:sp>
      <p:pic>
        <p:nvPicPr>
          <p:cNvPr id="4" name="Picture 2" descr="A diagram of electrical circuits&#10;&#10;AI-generated content may be incorrect.">
            <a:extLst>
              <a:ext uri="{FF2B5EF4-FFF2-40B4-BE49-F238E27FC236}">
                <a16:creationId xmlns:a16="http://schemas.microsoft.com/office/drawing/2014/main" id="{BECDB03B-C047-E829-36B6-8E9B10702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5" b="58333"/>
          <a:stretch/>
        </p:blipFill>
        <p:spPr bwMode="auto">
          <a:xfrm>
            <a:off x="4847582" y="2090172"/>
            <a:ext cx="2302553" cy="1395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804EBE-2D7C-FFE9-3F25-2AEDFA965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294" y="2787788"/>
            <a:ext cx="362001" cy="219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ECA0CB-A753-25E0-770B-CF976B84F6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322" t="15861" r="68056" b="21814"/>
          <a:stretch/>
        </p:blipFill>
        <p:spPr>
          <a:xfrm>
            <a:off x="6683424" y="2571189"/>
            <a:ext cx="176941" cy="7592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AAB8653-37F5-175D-EE8D-1CC54273AD5B}"/>
              </a:ext>
            </a:extLst>
          </p:cNvPr>
          <p:cNvGrpSpPr/>
          <p:nvPr/>
        </p:nvGrpSpPr>
        <p:grpSpPr>
          <a:xfrm>
            <a:off x="7015760" y="1518904"/>
            <a:ext cx="2653214" cy="1899825"/>
            <a:chOff x="6328861" y="1445337"/>
            <a:chExt cx="3034214" cy="196385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613DBC-E647-5A59-0621-83F2185C4B79}"/>
                </a:ext>
              </a:extLst>
            </p:cNvPr>
            <p:cNvGrpSpPr/>
            <p:nvPr/>
          </p:nvGrpSpPr>
          <p:grpSpPr>
            <a:xfrm>
              <a:off x="6328861" y="1445337"/>
              <a:ext cx="3034214" cy="1963852"/>
              <a:chOff x="1917400" y="2957489"/>
              <a:chExt cx="4094620" cy="257361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631B4F8D-B9CB-E5D7-84B8-0D48A1E18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-12796" b="10076"/>
              <a:stretch/>
            </p:blipFill>
            <p:spPr>
              <a:xfrm>
                <a:off x="2055766" y="2993287"/>
                <a:ext cx="3956254" cy="25378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04584157-8BC2-0849-5F42-0F0B42E83FAB}"/>
                      </a:ext>
                    </a:extLst>
                  </p:cNvPr>
                  <p:cNvSpPr txBox="1"/>
                  <p:nvPr/>
                </p:nvSpPr>
                <p:spPr>
                  <a:xfrm>
                    <a:off x="1917400" y="2957489"/>
                    <a:ext cx="887076" cy="36189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𝒄𝒖𝒕𝒐𝒇𝒇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>
                      <a:solidFill>
                        <a:schemeClr val="accent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F9523AF-2AE9-95DC-C242-DD9D07EF09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7400" y="2957489"/>
                    <a:ext cx="887076" cy="36189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35106" b="-43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72F5AFB-E5C3-4162-F59C-549CF0A5833D}"/>
                  </a:ext>
                </a:extLst>
              </p:cNvPr>
              <p:cNvSpPr/>
              <p:nvPr/>
            </p:nvSpPr>
            <p:spPr>
              <a:xfrm>
                <a:off x="2829122" y="4811675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E62378D-020F-F097-E636-9751ED9331A7}"/>
                  </a:ext>
                </a:extLst>
              </p:cNvPr>
              <p:cNvSpPr/>
              <p:nvPr/>
            </p:nvSpPr>
            <p:spPr>
              <a:xfrm>
                <a:off x="2845595" y="3220267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8450EF3-6792-AC64-18EA-EE38A38A87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36830" y="3256910"/>
                <a:ext cx="2721191" cy="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DA24D4C-48D6-7F0B-2CFB-6E4F7EAF6300}"/>
                  </a:ext>
                </a:extLst>
              </p:cNvPr>
              <p:cNvSpPr/>
              <p:nvPr/>
            </p:nvSpPr>
            <p:spPr>
              <a:xfrm>
                <a:off x="2829121" y="3424541"/>
                <a:ext cx="57898" cy="7328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D94A7F-F295-A2D2-CD6F-516C18F86207}"/>
                    </a:ext>
                  </a:extLst>
                </p:cNvPr>
                <p:cNvSpPr txBox="1"/>
                <p:nvPr/>
              </p:nvSpPr>
              <p:spPr>
                <a:xfrm>
                  <a:off x="6581313" y="1725530"/>
                  <a:ext cx="395603" cy="3499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𝑪𝑪</m:t>
                            </m:r>
                          </m:sub>
                        </m:sSub>
                      </m:oMath>
                    </m:oMathPara>
                  </a14:m>
                  <a:endParaRPr lang="en-US" sz="1600" b="1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E9052D5-5102-366C-7215-52A30C350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1313" y="1725530"/>
                  <a:ext cx="395603" cy="349964"/>
                </a:xfrm>
                <a:prstGeom prst="rect">
                  <a:avLst/>
                </a:prstGeom>
                <a:blipFill>
                  <a:blip r:embed="rId8"/>
                  <a:stretch>
                    <a:fillRect r="-192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80F2507-9F93-4400-FB36-74C34103C8A3}"/>
                  </a:ext>
                </a:extLst>
              </p:cNvPr>
              <p:cNvSpPr txBox="1"/>
              <p:nvPr/>
            </p:nvSpPr>
            <p:spPr>
              <a:xfrm>
                <a:off x="5880063" y="1651131"/>
                <a:ext cx="8228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80F2507-9F93-4400-FB36-74C34103C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063" y="1651131"/>
                <a:ext cx="82283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23EC38-4FFA-40F7-70FE-A9E3B0C9ECF3}"/>
              </a:ext>
            </a:extLst>
          </p:cNvPr>
          <p:cNvCxnSpPr/>
          <p:nvPr/>
        </p:nvCxnSpPr>
        <p:spPr>
          <a:xfrm flipH="1">
            <a:off x="6135667" y="1997339"/>
            <a:ext cx="311627" cy="0"/>
          </a:xfrm>
          <a:prstGeom prst="straightConnector1">
            <a:avLst/>
          </a:prstGeom>
          <a:ln w="19050"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7448711-5B34-5DC8-8C29-6403DB96567D}"/>
              </a:ext>
            </a:extLst>
          </p:cNvPr>
          <p:cNvSpPr txBox="1"/>
          <p:nvPr/>
        </p:nvSpPr>
        <p:spPr>
          <a:xfrm>
            <a:off x="83980" y="1485214"/>
            <a:ext cx="7077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262626"/>
                </a:solidFill>
              </a:rPr>
              <a:t>Tính toán 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>
                <a:solidFill>
                  <a:srgbClr val="262626"/>
                </a:solidFill>
              </a:rPr>
              <a:t>Mô hình pin : Theo kiểu Thevenin</a:t>
            </a:r>
          </a:p>
        </p:txBody>
      </p:sp>
    </p:spTree>
    <p:extLst>
      <p:ext uri="{BB962C8B-B14F-4D97-AF65-F5344CB8AC3E}">
        <p14:creationId xmlns:p14="http://schemas.microsoft.com/office/powerpoint/2010/main" val="230440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96D8C-DE58-D5F7-3D56-B95D3340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4A17-74EA-B2C3-3B9B-86B75450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65" y="75300"/>
            <a:ext cx="9807016" cy="548731"/>
          </a:xfrm>
        </p:spPr>
        <p:txBody>
          <a:bodyPr/>
          <a:lstStyle/>
          <a:p>
            <a:r>
              <a:rPr lang="en-US" sz="3500">
                <a:latin typeface="+mj-lt"/>
              </a:rPr>
              <a:t>Chứng minh công thức phần Thevenin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A7F19006-1501-9ACD-0728-30D0EF31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C14E969-983C-92D5-FF05-64D6EFA4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BE954C7D-6898-DDE0-4190-2604FFFC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7E57E31-1F27-D10B-64BE-E8305A9DB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44" t="10872" r="10912" b="16615"/>
          <a:stretch/>
        </p:blipFill>
        <p:spPr>
          <a:xfrm>
            <a:off x="120011" y="1090246"/>
            <a:ext cx="5007663" cy="52679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DD2A00E-2E2A-9992-698C-D9DB1ABE89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094" t="7572" r="14926" b="10702"/>
          <a:stretch/>
        </p:blipFill>
        <p:spPr>
          <a:xfrm rot="16200000">
            <a:off x="3493863" y="2670592"/>
            <a:ext cx="1161003" cy="20797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EA9AC88-D2DB-2BC4-9689-A4BA7C1C59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28" r="14380" b="33514"/>
          <a:stretch/>
        </p:blipFill>
        <p:spPr>
          <a:xfrm>
            <a:off x="5345073" y="1125416"/>
            <a:ext cx="3969995" cy="452979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2A2AADD-D3F0-2952-EDCF-847790697E1D}"/>
              </a:ext>
            </a:extLst>
          </p:cNvPr>
          <p:cNvSpPr txBox="1"/>
          <p:nvPr/>
        </p:nvSpPr>
        <p:spPr>
          <a:xfrm>
            <a:off x="3288628" y="4398060"/>
            <a:ext cx="1571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rgbClr val="FF0000"/>
                </a:solidFill>
                <a:highlight>
                  <a:srgbClr val="FFFF00"/>
                </a:highlight>
              </a:rPr>
              <a:t>Giải thích lý do có dc mạch này ở bên dưới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FF9E02-2EEC-2D3A-5720-6010A2D641B4}"/>
              </a:ext>
            </a:extLst>
          </p:cNvPr>
          <p:cNvSpPr txBox="1"/>
          <p:nvPr/>
        </p:nvSpPr>
        <p:spPr>
          <a:xfrm>
            <a:off x="3034467" y="2607186"/>
            <a:ext cx="15714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rgbClr val="FF0000"/>
                </a:solidFill>
                <a:highlight>
                  <a:srgbClr val="FFFF00"/>
                </a:highlight>
              </a:rPr>
              <a:t>Cung cấp tại reference</a:t>
            </a:r>
          </a:p>
        </p:txBody>
      </p:sp>
    </p:spTree>
    <p:extLst>
      <p:ext uri="{BB962C8B-B14F-4D97-AF65-F5344CB8AC3E}">
        <p14:creationId xmlns:p14="http://schemas.microsoft.com/office/powerpoint/2010/main" val="4151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5EEE8-844C-FC94-88D8-484006FC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69D2-15A7-A227-C71C-3F380DE5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65" y="75300"/>
            <a:ext cx="9807016" cy="548731"/>
          </a:xfrm>
        </p:spPr>
        <p:txBody>
          <a:bodyPr/>
          <a:lstStyle/>
          <a:p>
            <a:r>
              <a:rPr lang="en-US" sz="3500">
                <a:latin typeface="+mj-lt"/>
              </a:rPr>
              <a:t>Chứng minh công thức phần Thevenin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7888E831-9C31-CCBF-6E76-736E5561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5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C634B971-A26C-2CB3-9500-41BF8082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EDF87C89-2B3F-69C9-A2A7-B836FF56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04401-BFA7-09A7-C262-98E14CA7AF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88" t="13195" r="24260" b="27222"/>
          <a:stretch/>
        </p:blipFill>
        <p:spPr>
          <a:xfrm rot="16200000">
            <a:off x="1467159" y="190963"/>
            <a:ext cx="2209180" cy="4762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A2387E-9FBB-CC47-E434-9216A6EB77F5}"/>
              </a:ext>
            </a:extLst>
          </p:cNvPr>
          <p:cNvSpPr txBox="1"/>
          <p:nvPr/>
        </p:nvSpPr>
        <p:spPr>
          <a:xfrm>
            <a:off x="190498" y="986909"/>
            <a:ext cx="5921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262626"/>
                </a:solidFill>
              </a:rPr>
              <a:t>Giải thích lý do có được mạch trên miền s </a:t>
            </a:r>
            <a:endParaRPr lang="en-US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49E6E9-10D7-B76C-A833-5E56EA6DC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47" y="3724428"/>
            <a:ext cx="4086226" cy="25842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7DE22C-053D-3EA4-C237-5379D73F0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9725" y="1534771"/>
            <a:ext cx="4172420" cy="20626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142C00-B49E-70B1-374D-23800D86D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726" y="3789857"/>
            <a:ext cx="4143156" cy="1658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8801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2063-BACE-9F6C-597C-3A23138B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E237-A122-06FC-E25C-6A4977D8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6312" y="110469"/>
            <a:ext cx="9807016" cy="548731"/>
          </a:xfrm>
        </p:spPr>
        <p:txBody>
          <a:bodyPr/>
          <a:lstStyle/>
          <a:p>
            <a:r>
              <a:rPr lang="en-US" sz="3500">
                <a:latin typeface="+mj-lt"/>
              </a:rPr>
              <a:t>Reference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0B220A2C-A787-DC41-B58E-3C51D1DD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6</a:t>
            </a:fld>
            <a:r>
              <a:rPr lang="en-US"/>
              <a:t> 	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1920D586-796A-0164-7216-BC5DE7BA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72FBDD94-7782-45D4-9A6E-CEF4E1EEEE1C}" type="datetime1">
              <a:rPr lang="en-US" smtClean="0"/>
              <a:pPr/>
              <a:t>3/17/2025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38F7EA4B-39BB-2FD7-3D69-820844C8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/>
          <a:p>
            <a:r>
              <a:rPr lang="en-US" err="1"/>
              <a:t>EVSELab</a:t>
            </a:r>
            <a:r>
              <a:rPr lang="en-US"/>
              <a:t> profile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97302-27E8-E8EB-055B-B9BFA9501354}"/>
              </a:ext>
            </a:extLst>
          </p:cNvPr>
          <p:cNvSpPr txBox="1"/>
          <p:nvPr/>
        </p:nvSpPr>
        <p:spPr>
          <a:xfrm>
            <a:off x="251165" y="1166070"/>
            <a:ext cx="674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262626"/>
                </a:solidFill>
              </a:rPr>
              <a:t>Slide thầy Nguyễn Bảo Huy : </a:t>
            </a:r>
            <a:endParaRPr lang="en-US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7E2F106-C2B2-013C-68FD-A2AF26B6E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196" y="1169307"/>
            <a:ext cx="383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Baigiang_LTM2_BHN.pdf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0BDA36-EC99-4E52-9EF8-7E8F9EAC12E3}"/>
                  </a:ext>
                </a:extLst>
              </p:cNvPr>
              <p:cNvSpPr txBox="1"/>
              <p:nvPr/>
            </p:nvSpPr>
            <p:spPr>
              <a:xfrm>
                <a:off x="681038" y="3866810"/>
                <a:ext cx="6744948" cy="676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0BDA36-EC99-4E52-9EF8-7E8F9EAC1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38" y="3866810"/>
                <a:ext cx="6744948" cy="676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442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15086-9F7A-0B23-7192-39C96D2F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5B1FD5-42AA-7A74-3472-6291644B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1234956"/>
            <a:ext cx="8543925" cy="2852737"/>
          </a:xfrm>
        </p:spPr>
        <p:txBody>
          <a:bodyPr>
            <a:normAutofit/>
          </a:bodyPr>
          <a:lstStyle/>
          <a:p>
            <a:pPr algn="ctr"/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32102922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7483CF1B63FA4AA03D15E9EA85AD57" ma:contentTypeVersion="10" ma:contentTypeDescription="Create a new document." ma:contentTypeScope="" ma:versionID="65a0d1077d1125e4b11860fe695c5db4">
  <xsd:schema xmlns:xsd="http://www.w3.org/2001/XMLSchema" xmlns:xs="http://www.w3.org/2001/XMLSchema" xmlns:p="http://schemas.microsoft.com/office/2006/metadata/properties" xmlns:ns3="c078926d-f3db-4b74-bbd0-f33b483d4b1e" targetNamespace="http://schemas.microsoft.com/office/2006/metadata/properties" ma:root="true" ma:fieldsID="c6c6e5859be2d66f7f3dcdad93584452" ns3:_="">
    <xsd:import namespace="c078926d-f3db-4b74-bbd0-f33b483d4b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8926d-f3db-4b74-bbd0-f33b483d4b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D6CAB3-C3F9-494C-AE30-60A4B9490285}">
  <ds:schemaRefs>
    <ds:schemaRef ds:uri="c078926d-f3db-4b74-bbd0-f33b483d4b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4A7C5A7-05C0-4FE3-B169-7E865D8495CE}">
  <ds:schemaRefs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078926d-f3db-4b74-bbd0-f33b483d4b1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6513</TotalTime>
  <Words>198</Words>
  <Application>Microsoft Office PowerPoint</Application>
  <PresentationFormat>A4 Paper (210x297 mm)</PresentationFormat>
  <Paragraphs>51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Asana</vt:lpstr>
      <vt:lpstr>Calibri</vt:lpstr>
      <vt:lpstr>Cambria Math</vt:lpstr>
      <vt:lpstr>Courier New</vt:lpstr>
      <vt:lpstr>Dosis</vt:lpstr>
      <vt:lpstr>Dosis ExtraBold</vt:lpstr>
      <vt:lpstr>Wingdings</vt:lpstr>
      <vt:lpstr>VPEC_theme</vt:lpstr>
      <vt:lpstr>Mô hình Thevenin </vt:lpstr>
      <vt:lpstr>Mô hình Thevenin </vt:lpstr>
      <vt:lpstr>Chứng minh công thức phần Thevenin </vt:lpstr>
      <vt:lpstr>Chứng minh công thức phần Thevenin </vt:lpstr>
      <vt:lpstr>Chứng minh công thức phần Thevenin </vt:lpstr>
      <vt:lpstr>Reference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Hua Huy Hoang 20222538</cp:lastModifiedBy>
  <cp:revision>15</cp:revision>
  <cp:lastPrinted>2024-01-25T03:56:08Z</cp:lastPrinted>
  <dcterms:created xsi:type="dcterms:W3CDTF">2020-11-17T01:54:46Z</dcterms:created>
  <dcterms:modified xsi:type="dcterms:W3CDTF">2025-03-17T07:19:00Z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0x010100D27483CF1B63FA4AA03D15E9EA85AD57</vt:lpwstr>
  </property>
</Properties>
</file>