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6"/>
  </p:notesMasterIdLst>
  <p:handoutMasterIdLst>
    <p:handoutMasterId r:id="rId27"/>
  </p:handoutMasterIdLst>
  <p:sldIdLst>
    <p:sldId id="618" r:id="rId5"/>
    <p:sldId id="723" r:id="rId6"/>
    <p:sldId id="727" r:id="rId7"/>
    <p:sldId id="737" r:id="rId8"/>
    <p:sldId id="738" r:id="rId9"/>
    <p:sldId id="728" r:id="rId10"/>
    <p:sldId id="722" r:id="rId11"/>
    <p:sldId id="729" r:id="rId12"/>
    <p:sldId id="731" r:id="rId13"/>
    <p:sldId id="730" r:id="rId14"/>
    <p:sldId id="732" r:id="rId15"/>
    <p:sldId id="733" r:id="rId16"/>
    <p:sldId id="744" r:id="rId17"/>
    <p:sldId id="734" r:id="rId18"/>
    <p:sldId id="736" r:id="rId19"/>
    <p:sldId id="740" r:id="rId20"/>
    <p:sldId id="741" r:id="rId21"/>
    <p:sldId id="742" r:id="rId22"/>
    <p:sldId id="695" r:id="rId23"/>
    <p:sldId id="696" r:id="rId24"/>
    <p:sldId id="745" r:id="rId25"/>
  </p:sldIdLst>
  <p:sldSz cx="9906000" cy="6858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977022-D1D5-448D-82D9-5A3E09766F0B}">
          <p14:sldIdLst>
            <p14:sldId id="618"/>
            <p14:sldId id="723"/>
            <p14:sldId id="727"/>
            <p14:sldId id="737"/>
            <p14:sldId id="738"/>
            <p14:sldId id="728"/>
            <p14:sldId id="722"/>
            <p14:sldId id="729"/>
            <p14:sldId id="731"/>
            <p14:sldId id="730"/>
            <p14:sldId id="732"/>
            <p14:sldId id="733"/>
            <p14:sldId id="744"/>
            <p14:sldId id="734"/>
            <p14:sldId id="736"/>
            <p14:sldId id="740"/>
            <p14:sldId id="741"/>
            <p14:sldId id="742"/>
            <p14:sldId id="695"/>
            <p14:sldId id="696"/>
            <p14:sldId id="7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134"/>
    <a:srgbClr val="D2DEEF"/>
    <a:srgbClr val="262626"/>
    <a:srgbClr val="01204C"/>
    <a:srgbClr val="EAEFF7"/>
    <a:srgbClr val="00552B"/>
    <a:srgbClr val="CFAFE7"/>
    <a:srgbClr val="B686DA"/>
    <a:srgbClr val="F5B68B"/>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589AB-D7E5-4C87-89DF-D77A7AB559E7}" v="1438" dt="2025-04-02T13:56:34.3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1397" y="4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a Huy Hoang 20222538" userId="7e6ac483-a0c2-4bb3-bf55-c6129a83a59b" providerId="ADAL" clId="{034589AB-D7E5-4C87-89DF-D77A7AB559E7}"/>
    <pc:docChg chg="undo redo custSel addSld delSld modSld sldOrd modSection">
      <pc:chgData name="Hua Huy Hoang 20222538" userId="7e6ac483-a0c2-4bb3-bf55-c6129a83a59b" providerId="ADAL" clId="{034589AB-D7E5-4C87-89DF-D77A7AB559E7}" dt="2025-04-04T09:22:41.150" v="5635" actId="1037"/>
      <pc:docMkLst>
        <pc:docMk/>
      </pc:docMkLst>
      <pc:sldChg chg="modSp mod">
        <pc:chgData name="Hua Huy Hoang 20222538" userId="7e6ac483-a0c2-4bb3-bf55-c6129a83a59b" providerId="ADAL" clId="{034589AB-D7E5-4C87-89DF-D77A7AB559E7}" dt="2025-03-29T14:44:53.398" v="3203" actId="20577"/>
        <pc:sldMkLst>
          <pc:docMk/>
          <pc:sldMk cId="3211947126" sldId="618"/>
        </pc:sldMkLst>
        <pc:spChg chg="mod">
          <ac:chgData name="Hua Huy Hoang 20222538" userId="7e6ac483-a0c2-4bb3-bf55-c6129a83a59b" providerId="ADAL" clId="{034589AB-D7E5-4C87-89DF-D77A7AB559E7}" dt="2025-03-29T14:44:53.398" v="3203" actId="20577"/>
          <ac:spMkLst>
            <pc:docMk/>
            <pc:sldMk cId="3211947126" sldId="618"/>
            <ac:spMk id="2" creationId="{A2FBC851-2E5D-7DB8-43F1-114212A9F939}"/>
          </ac:spMkLst>
        </pc:spChg>
        <pc:spChg chg="mod">
          <ac:chgData name="Hua Huy Hoang 20222538" userId="7e6ac483-a0c2-4bb3-bf55-c6129a83a59b" providerId="ADAL" clId="{034589AB-D7E5-4C87-89DF-D77A7AB559E7}" dt="2025-03-29T14:32:21.106" v="2424" actId="20577"/>
          <ac:spMkLst>
            <pc:docMk/>
            <pc:sldMk cId="3211947126" sldId="618"/>
            <ac:spMk id="16" creationId="{54FAB818-6B30-A7C5-7D4E-1D98E2B32425}"/>
          </ac:spMkLst>
        </pc:spChg>
      </pc:sldChg>
      <pc:sldChg chg="addSp delSp modSp mod">
        <pc:chgData name="Hua Huy Hoang 20222538" userId="7e6ac483-a0c2-4bb3-bf55-c6129a83a59b" providerId="ADAL" clId="{034589AB-D7E5-4C87-89DF-D77A7AB559E7}" dt="2025-03-31T08:09:33.060" v="5410" actId="1076"/>
        <pc:sldMkLst>
          <pc:docMk/>
          <pc:sldMk cId="3670442249" sldId="695"/>
        </pc:sldMkLst>
        <pc:spChg chg="mod">
          <ac:chgData name="Hua Huy Hoang 20222538" userId="7e6ac483-a0c2-4bb3-bf55-c6129a83a59b" providerId="ADAL" clId="{034589AB-D7E5-4C87-89DF-D77A7AB559E7}" dt="2025-03-29T04:16:10.190" v="1758" actId="1076"/>
          <ac:spMkLst>
            <pc:docMk/>
            <pc:sldMk cId="3670442249" sldId="695"/>
            <ac:spMk id="2" creationId="{5F0DE237-A122-06FC-E25C-6A4977D810BB}"/>
          </ac:spMkLst>
        </pc:spChg>
        <pc:spChg chg="add mod">
          <ac:chgData name="Hua Huy Hoang 20222538" userId="7e6ac483-a0c2-4bb3-bf55-c6129a83a59b" providerId="ADAL" clId="{034589AB-D7E5-4C87-89DF-D77A7AB559E7}" dt="2025-03-30T14:45:44.665" v="5154" actId="1076"/>
          <ac:spMkLst>
            <pc:docMk/>
            <pc:sldMk cId="3670442249" sldId="695"/>
            <ac:spMk id="3" creationId="{97334C72-957B-FE2D-E620-36DDDF798220}"/>
          </ac:spMkLst>
        </pc:spChg>
        <pc:spChg chg="add mod">
          <ac:chgData name="Hua Huy Hoang 20222538" userId="7e6ac483-a0c2-4bb3-bf55-c6129a83a59b" providerId="ADAL" clId="{034589AB-D7E5-4C87-89DF-D77A7AB559E7}" dt="2025-03-30T14:52:59.665" v="5190" actId="20577"/>
          <ac:spMkLst>
            <pc:docMk/>
            <pc:sldMk cId="3670442249" sldId="695"/>
            <ac:spMk id="4" creationId="{EC59A139-1EDD-3278-DCCD-830278F03DB3}"/>
          </ac:spMkLst>
        </pc:spChg>
        <pc:spChg chg="mod">
          <ac:chgData name="Hua Huy Hoang 20222538" userId="7e6ac483-a0c2-4bb3-bf55-c6129a83a59b" providerId="ADAL" clId="{034589AB-D7E5-4C87-89DF-D77A7AB559E7}" dt="2025-03-29T04:17:11.890" v="1782" actId="1076"/>
          <ac:spMkLst>
            <pc:docMk/>
            <pc:sldMk cId="3670442249" sldId="695"/>
            <ac:spMk id="5" creationId="{3152F877-1732-BC67-FD06-1F9A855934E2}"/>
          </ac:spMkLst>
        </pc:spChg>
        <pc:spChg chg="add mod">
          <ac:chgData name="Hua Huy Hoang 20222538" userId="7e6ac483-a0c2-4bb3-bf55-c6129a83a59b" providerId="ADAL" clId="{034589AB-D7E5-4C87-89DF-D77A7AB559E7}" dt="2025-03-30T14:53:13.754" v="5192" actId="1076"/>
          <ac:spMkLst>
            <pc:docMk/>
            <pc:sldMk cId="3670442249" sldId="695"/>
            <ac:spMk id="7" creationId="{3787ABA9-B06F-9DB3-BED9-8694C14E2D6A}"/>
          </ac:spMkLst>
        </pc:spChg>
        <pc:spChg chg="add mod">
          <ac:chgData name="Hua Huy Hoang 20222538" userId="7e6ac483-a0c2-4bb3-bf55-c6129a83a59b" providerId="ADAL" clId="{034589AB-D7E5-4C87-89DF-D77A7AB559E7}" dt="2025-03-31T08:09:33.060" v="5410" actId="1076"/>
          <ac:spMkLst>
            <pc:docMk/>
            <pc:sldMk cId="3670442249" sldId="695"/>
            <ac:spMk id="8" creationId="{A9A0CC17-198E-2835-351F-79C00D353BFB}"/>
          </ac:spMkLst>
        </pc:spChg>
        <pc:spChg chg="add mod">
          <ac:chgData name="Hua Huy Hoang 20222538" userId="7e6ac483-a0c2-4bb3-bf55-c6129a83a59b" providerId="ADAL" clId="{034589AB-D7E5-4C87-89DF-D77A7AB559E7}" dt="2025-03-31T08:09:26.897" v="5406" actId="1076"/>
          <ac:spMkLst>
            <pc:docMk/>
            <pc:sldMk cId="3670442249" sldId="695"/>
            <ac:spMk id="11" creationId="{B127B209-1B6B-199F-4A2F-682355EA20DE}"/>
          </ac:spMkLst>
        </pc:spChg>
        <pc:spChg chg="mod">
          <ac:chgData name="Hua Huy Hoang 20222538" userId="7e6ac483-a0c2-4bb3-bf55-c6129a83a59b" providerId="ADAL" clId="{034589AB-D7E5-4C87-89DF-D77A7AB559E7}" dt="2025-03-29T04:14:23.374" v="1755" actId="20577"/>
          <ac:spMkLst>
            <pc:docMk/>
            <pc:sldMk cId="3670442249" sldId="695"/>
            <ac:spMk id="23" creationId="{AC4F1DEC-EEE7-DB6B-6DA6-C0D671FDC99E}"/>
          </ac:spMkLst>
        </pc:spChg>
      </pc:sldChg>
      <pc:sldChg chg="addSp delSp modSp mod">
        <pc:chgData name="Hua Huy Hoang 20222538" userId="7e6ac483-a0c2-4bb3-bf55-c6129a83a59b" providerId="ADAL" clId="{034589AB-D7E5-4C87-89DF-D77A7AB559E7}" dt="2025-03-31T08:10:05.035" v="5416" actId="478"/>
        <pc:sldMkLst>
          <pc:docMk/>
          <pc:sldMk cId="2698593730" sldId="722"/>
        </pc:sldMkLst>
        <pc:spChg chg="mod">
          <ac:chgData name="Hua Huy Hoang 20222538" userId="7e6ac483-a0c2-4bb3-bf55-c6129a83a59b" providerId="ADAL" clId="{034589AB-D7E5-4C87-89DF-D77A7AB559E7}" dt="2025-03-29T14:46:55.527" v="3385" actId="1036"/>
          <ac:spMkLst>
            <pc:docMk/>
            <pc:sldMk cId="2698593730" sldId="722"/>
            <ac:spMk id="4" creationId="{96D06740-C35A-BC2A-A558-9EEFE17F716B}"/>
          </ac:spMkLst>
        </pc:spChg>
        <pc:spChg chg="add mod">
          <ac:chgData name="Hua Huy Hoang 20222538" userId="7e6ac483-a0c2-4bb3-bf55-c6129a83a59b" providerId="ADAL" clId="{034589AB-D7E5-4C87-89DF-D77A7AB559E7}" dt="2025-03-29T14:46:59.820" v="3388" actId="1035"/>
          <ac:spMkLst>
            <pc:docMk/>
            <pc:sldMk cId="2698593730" sldId="722"/>
            <ac:spMk id="9" creationId="{145E46ED-D674-89CB-5755-858FF4365C2D}"/>
          </ac:spMkLst>
        </pc:spChg>
        <pc:spChg chg="mod">
          <ac:chgData name="Hua Huy Hoang 20222538" userId="7e6ac483-a0c2-4bb3-bf55-c6129a83a59b" providerId="ADAL" clId="{034589AB-D7E5-4C87-89DF-D77A7AB559E7}" dt="2025-03-29T14:46:55.527" v="3385" actId="1036"/>
          <ac:spMkLst>
            <pc:docMk/>
            <pc:sldMk cId="2698593730" sldId="722"/>
            <ac:spMk id="10" creationId="{97CB6AAA-9967-63D7-6D8F-A7162B9B510F}"/>
          </ac:spMkLst>
        </pc:spChg>
        <pc:spChg chg="mod">
          <ac:chgData name="Hua Huy Hoang 20222538" userId="7e6ac483-a0c2-4bb3-bf55-c6129a83a59b" providerId="ADAL" clId="{034589AB-D7E5-4C87-89DF-D77A7AB559E7}" dt="2025-03-29T14:46:55.527" v="3385" actId="1036"/>
          <ac:spMkLst>
            <pc:docMk/>
            <pc:sldMk cId="2698593730" sldId="722"/>
            <ac:spMk id="11" creationId="{0E407E3A-28E3-C35A-DD0B-0138E5269A1E}"/>
          </ac:spMkLst>
        </pc:spChg>
        <pc:spChg chg="mod">
          <ac:chgData name="Hua Huy Hoang 20222538" userId="7e6ac483-a0c2-4bb3-bf55-c6129a83a59b" providerId="ADAL" clId="{034589AB-D7E5-4C87-89DF-D77A7AB559E7}" dt="2025-03-29T14:46:55.527" v="3385" actId="1036"/>
          <ac:spMkLst>
            <pc:docMk/>
            <pc:sldMk cId="2698593730" sldId="722"/>
            <ac:spMk id="12" creationId="{6DD1F74A-7889-B68E-030A-40B26D9CF7CC}"/>
          </ac:spMkLst>
        </pc:spChg>
        <pc:spChg chg="mod">
          <ac:chgData name="Hua Huy Hoang 20222538" userId="7e6ac483-a0c2-4bb3-bf55-c6129a83a59b" providerId="ADAL" clId="{034589AB-D7E5-4C87-89DF-D77A7AB559E7}" dt="2025-03-29T14:46:55.527" v="3385" actId="1036"/>
          <ac:spMkLst>
            <pc:docMk/>
            <pc:sldMk cId="2698593730" sldId="722"/>
            <ac:spMk id="13" creationId="{A0591F8C-F079-FB9B-350B-7F59A21F1EF9}"/>
          </ac:spMkLst>
        </pc:spChg>
        <pc:spChg chg="mod">
          <ac:chgData name="Hua Huy Hoang 20222538" userId="7e6ac483-a0c2-4bb3-bf55-c6129a83a59b" providerId="ADAL" clId="{034589AB-D7E5-4C87-89DF-D77A7AB559E7}" dt="2025-03-29T14:46:55.527" v="3385" actId="1036"/>
          <ac:spMkLst>
            <pc:docMk/>
            <pc:sldMk cId="2698593730" sldId="722"/>
            <ac:spMk id="14" creationId="{02C8D569-492C-15C4-00DA-6448BB6A689A}"/>
          </ac:spMkLst>
        </pc:spChg>
        <pc:spChg chg="mod">
          <ac:chgData name="Hua Huy Hoang 20222538" userId="7e6ac483-a0c2-4bb3-bf55-c6129a83a59b" providerId="ADAL" clId="{034589AB-D7E5-4C87-89DF-D77A7AB559E7}" dt="2025-03-29T14:46:55.527" v="3385" actId="1036"/>
          <ac:spMkLst>
            <pc:docMk/>
            <pc:sldMk cId="2698593730" sldId="722"/>
            <ac:spMk id="15" creationId="{7060384A-0997-D806-94F3-CA8E98CBBE1F}"/>
          </ac:spMkLst>
        </pc:spChg>
        <pc:spChg chg="add mod">
          <ac:chgData name="Hua Huy Hoang 20222538" userId="7e6ac483-a0c2-4bb3-bf55-c6129a83a59b" providerId="ADAL" clId="{034589AB-D7E5-4C87-89DF-D77A7AB559E7}" dt="2025-03-28T17:20:13.614" v="372"/>
          <ac:spMkLst>
            <pc:docMk/>
            <pc:sldMk cId="2698593730" sldId="722"/>
            <ac:spMk id="17" creationId="{789902ED-7B58-D21A-D3FA-0FC5E0BF61F2}"/>
          </ac:spMkLst>
        </pc:spChg>
        <pc:picChg chg="mod">
          <ac:chgData name="Hua Huy Hoang 20222538" userId="7e6ac483-a0c2-4bb3-bf55-c6129a83a59b" providerId="ADAL" clId="{034589AB-D7E5-4C87-89DF-D77A7AB559E7}" dt="2025-03-29T14:46:55.527" v="3385" actId="1036"/>
          <ac:picMkLst>
            <pc:docMk/>
            <pc:sldMk cId="2698593730" sldId="722"/>
            <ac:picMk id="2" creationId="{4664C727-FDAA-3B0C-1112-6C19837A5130}"/>
          </ac:picMkLst>
        </pc:picChg>
      </pc:sldChg>
      <pc:sldChg chg="modSp mod">
        <pc:chgData name="Hua Huy Hoang 20222538" userId="7e6ac483-a0c2-4bb3-bf55-c6129a83a59b" providerId="ADAL" clId="{034589AB-D7E5-4C87-89DF-D77A7AB559E7}" dt="2025-03-28T17:18:08.024" v="266" actId="11"/>
        <pc:sldMkLst>
          <pc:docMk/>
          <pc:sldMk cId="238613731" sldId="723"/>
        </pc:sldMkLst>
        <pc:spChg chg="mod">
          <ac:chgData name="Hua Huy Hoang 20222538" userId="7e6ac483-a0c2-4bb3-bf55-c6129a83a59b" providerId="ADAL" clId="{034589AB-D7E5-4C87-89DF-D77A7AB559E7}" dt="2025-03-28T17:18:08.024" v="266" actId="11"/>
          <ac:spMkLst>
            <pc:docMk/>
            <pc:sldMk cId="238613731" sldId="723"/>
            <ac:spMk id="2" creationId="{912A53BA-4116-B770-0DF7-F78A70857F91}"/>
          </ac:spMkLst>
        </pc:spChg>
      </pc:sldChg>
      <pc:sldChg chg="del">
        <pc:chgData name="Hua Huy Hoang 20222538" userId="7e6ac483-a0c2-4bb3-bf55-c6129a83a59b" providerId="ADAL" clId="{034589AB-D7E5-4C87-89DF-D77A7AB559E7}" dt="2025-03-28T07:53:43.304" v="0" actId="47"/>
        <pc:sldMkLst>
          <pc:docMk/>
          <pc:sldMk cId="3602885398" sldId="724"/>
        </pc:sldMkLst>
      </pc:sldChg>
      <pc:sldChg chg="del">
        <pc:chgData name="Hua Huy Hoang 20222538" userId="7e6ac483-a0c2-4bb3-bf55-c6129a83a59b" providerId="ADAL" clId="{034589AB-D7E5-4C87-89DF-D77A7AB559E7}" dt="2025-03-28T07:53:44.442" v="1" actId="47"/>
        <pc:sldMkLst>
          <pc:docMk/>
          <pc:sldMk cId="4013126472" sldId="725"/>
        </pc:sldMkLst>
      </pc:sldChg>
      <pc:sldChg chg="del">
        <pc:chgData name="Hua Huy Hoang 20222538" userId="7e6ac483-a0c2-4bb3-bf55-c6129a83a59b" providerId="ADAL" clId="{034589AB-D7E5-4C87-89DF-D77A7AB559E7}" dt="2025-03-28T07:53:45.365" v="2" actId="47"/>
        <pc:sldMkLst>
          <pc:docMk/>
          <pc:sldMk cId="3770089562" sldId="726"/>
        </pc:sldMkLst>
      </pc:sldChg>
      <pc:sldChg chg="addSp delSp modSp mod">
        <pc:chgData name="Hua Huy Hoang 20222538" userId="7e6ac483-a0c2-4bb3-bf55-c6129a83a59b" providerId="ADAL" clId="{034589AB-D7E5-4C87-89DF-D77A7AB559E7}" dt="2025-03-29T14:46:12.820" v="3324" actId="20577"/>
        <pc:sldMkLst>
          <pc:docMk/>
          <pc:sldMk cId="3120895749" sldId="727"/>
        </pc:sldMkLst>
        <pc:spChg chg="add mod">
          <ac:chgData name="Hua Huy Hoang 20222538" userId="7e6ac483-a0c2-4bb3-bf55-c6129a83a59b" providerId="ADAL" clId="{034589AB-D7E5-4C87-89DF-D77A7AB559E7}" dt="2025-03-29T14:46:10.499" v="3322" actId="1036"/>
          <ac:spMkLst>
            <pc:docMk/>
            <pc:sldMk cId="3120895749" sldId="727"/>
            <ac:spMk id="5" creationId="{259B0830-2B76-35C6-6270-1A46613479F6}"/>
          </ac:spMkLst>
        </pc:spChg>
        <pc:spChg chg="add mod">
          <ac:chgData name="Hua Huy Hoang 20222538" userId="7e6ac483-a0c2-4bb3-bf55-c6129a83a59b" providerId="ADAL" clId="{034589AB-D7E5-4C87-89DF-D77A7AB559E7}" dt="2025-03-29T14:46:12.820" v="3324" actId="20577"/>
          <ac:spMkLst>
            <pc:docMk/>
            <pc:sldMk cId="3120895749" sldId="727"/>
            <ac:spMk id="7" creationId="{64B43CD2-7E45-2601-94F3-4091754D47B6}"/>
          </ac:spMkLst>
        </pc:spChg>
        <pc:spChg chg="mod">
          <ac:chgData name="Hua Huy Hoang 20222538" userId="7e6ac483-a0c2-4bb3-bf55-c6129a83a59b" providerId="ADAL" clId="{034589AB-D7E5-4C87-89DF-D77A7AB559E7}" dt="2025-03-29T10:33:01.833" v="2373" actId="20577"/>
          <ac:spMkLst>
            <pc:docMk/>
            <pc:sldMk cId="3120895749" sldId="727"/>
            <ac:spMk id="16" creationId="{029C5C6A-D13B-2711-C158-96CAF0F284BF}"/>
          </ac:spMkLst>
        </pc:spChg>
        <pc:spChg chg="mod">
          <ac:chgData name="Hua Huy Hoang 20222538" userId="7e6ac483-a0c2-4bb3-bf55-c6129a83a59b" providerId="ADAL" clId="{034589AB-D7E5-4C87-89DF-D77A7AB559E7}" dt="2025-03-29T14:46:08.819" v="3318" actId="1036"/>
          <ac:spMkLst>
            <pc:docMk/>
            <pc:sldMk cId="3120895749" sldId="727"/>
            <ac:spMk id="17" creationId="{A3D77246-65F0-7738-CFE2-C5A475B820CA}"/>
          </ac:spMkLst>
        </pc:spChg>
        <pc:graphicFrameChg chg="add mod modGraphic">
          <ac:chgData name="Hua Huy Hoang 20222538" userId="7e6ac483-a0c2-4bb3-bf55-c6129a83a59b" providerId="ADAL" clId="{034589AB-D7E5-4C87-89DF-D77A7AB559E7}" dt="2025-03-29T10:31:26.880" v="2361" actId="1076"/>
          <ac:graphicFrameMkLst>
            <pc:docMk/>
            <pc:sldMk cId="3120895749" sldId="727"/>
            <ac:graphicFrameMk id="4" creationId="{C0C70B34-ACB9-679F-8AC4-61727B65CC07}"/>
          </ac:graphicFrameMkLst>
        </pc:graphicFrameChg>
        <pc:picChg chg="add mod modCrop">
          <ac:chgData name="Hua Huy Hoang 20222538" userId="7e6ac483-a0c2-4bb3-bf55-c6129a83a59b" providerId="ADAL" clId="{034589AB-D7E5-4C87-89DF-D77A7AB559E7}" dt="2025-03-29T10:26:52.392" v="2063" actId="1076"/>
          <ac:picMkLst>
            <pc:docMk/>
            <pc:sldMk cId="3120895749" sldId="727"/>
            <ac:picMk id="3" creationId="{EE0140EB-E95B-B3C5-8BEB-D01FFED1B2AC}"/>
          </ac:picMkLst>
        </pc:picChg>
        <pc:picChg chg="mod modCrop">
          <ac:chgData name="Hua Huy Hoang 20222538" userId="7e6ac483-a0c2-4bb3-bf55-c6129a83a59b" providerId="ADAL" clId="{034589AB-D7E5-4C87-89DF-D77A7AB559E7}" dt="2025-03-29T10:26:52.392" v="2063" actId="1076"/>
          <ac:picMkLst>
            <pc:docMk/>
            <pc:sldMk cId="3120895749" sldId="727"/>
            <ac:picMk id="15" creationId="{2CA7EAFC-C52A-46A1-42C1-13FEED626014}"/>
          </ac:picMkLst>
        </pc:picChg>
      </pc:sldChg>
      <pc:sldChg chg="addSp delSp modSp mod">
        <pc:chgData name="Hua Huy Hoang 20222538" userId="7e6ac483-a0c2-4bb3-bf55-c6129a83a59b" providerId="ADAL" clId="{034589AB-D7E5-4C87-89DF-D77A7AB559E7}" dt="2025-04-03T07:15:14.137" v="5624" actId="1037"/>
        <pc:sldMkLst>
          <pc:docMk/>
          <pc:sldMk cId="1956803351" sldId="728"/>
        </pc:sldMkLst>
        <pc:spChg chg="mod">
          <ac:chgData name="Hua Huy Hoang 20222538" userId="7e6ac483-a0c2-4bb3-bf55-c6129a83a59b" providerId="ADAL" clId="{034589AB-D7E5-4C87-89DF-D77A7AB559E7}" dt="2025-03-29T14:46:16.767" v="3326" actId="20577"/>
          <ac:spMkLst>
            <pc:docMk/>
            <pc:sldMk cId="1956803351" sldId="728"/>
            <ac:spMk id="4" creationId="{6C73AD66-9241-3A3D-2D85-5FA76768CBAA}"/>
          </ac:spMkLst>
        </pc:spChg>
        <pc:spChg chg="mod">
          <ac:chgData name="Hua Huy Hoang 20222538" userId="7e6ac483-a0c2-4bb3-bf55-c6129a83a59b" providerId="ADAL" clId="{034589AB-D7E5-4C87-89DF-D77A7AB559E7}" dt="2025-04-03T07:15:14.137" v="5624" actId="1037"/>
          <ac:spMkLst>
            <pc:docMk/>
            <pc:sldMk cId="1956803351" sldId="728"/>
            <ac:spMk id="9" creationId="{A0B1B1E2-D3C5-B8C5-AA68-BA30655538BD}"/>
          </ac:spMkLst>
        </pc:spChg>
        <pc:spChg chg="mod">
          <ac:chgData name="Hua Huy Hoang 20222538" userId="7e6ac483-a0c2-4bb3-bf55-c6129a83a59b" providerId="ADAL" clId="{034589AB-D7E5-4C87-89DF-D77A7AB559E7}" dt="2025-03-28T17:19:02.465" v="369" actId="20577"/>
          <ac:spMkLst>
            <pc:docMk/>
            <pc:sldMk cId="1956803351" sldId="728"/>
            <ac:spMk id="22" creationId="{F8023EE7-3988-69C0-F778-A080596AFEAF}"/>
          </ac:spMkLst>
        </pc:spChg>
      </pc:sldChg>
      <pc:sldChg chg="addSp delSp modSp mod">
        <pc:chgData name="Hua Huy Hoang 20222538" userId="7e6ac483-a0c2-4bb3-bf55-c6129a83a59b" providerId="ADAL" clId="{034589AB-D7E5-4C87-89DF-D77A7AB559E7}" dt="2025-03-31T08:10:03.015" v="5415" actId="478"/>
        <pc:sldMkLst>
          <pc:docMk/>
          <pc:sldMk cId="1057862233" sldId="729"/>
        </pc:sldMkLst>
        <pc:spChg chg="mod">
          <ac:chgData name="Hua Huy Hoang 20222538" userId="7e6ac483-a0c2-4bb3-bf55-c6129a83a59b" providerId="ADAL" clId="{034589AB-D7E5-4C87-89DF-D77A7AB559E7}" dt="2025-03-29T14:47:10.944" v="3390" actId="20577"/>
          <ac:spMkLst>
            <pc:docMk/>
            <pc:sldMk cId="1057862233" sldId="729"/>
            <ac:spMk id="2" creationId="{916EE79D-81A4-9608-4ECF-6B0F00764817}"/>
          </ac:spMkLst>
        </pc:spChg>
        <pc:spChg chg="add mod">
          <ac:chgData name="Hua Huy Hoang 20222538" userId="7e6ac483-a0c2-4bb3-bf55-c6129a83a59b" providerId="ADAL" clId="{034589AB-D7E5-4C87-89DF-D77A7AB559E7}" dt="2025-03-28T17:20:19.235" v="375"/>
          <ac:spMkLst>
            <pc:docMk/>
            <pc:sldMk cId="1057862233" sldId="729"/>
            <ac:spMk id="5" creationId="{BB175A62-782D-13CE-7AC5-A51AA2E938EB}"/>
          </ac:spMkLst>
        </pc:spChg>
      </pc:sldChg>
      <pc:sldChg chg="addSp delSp modSp mod">
        <pc:chgData name="Hua Huy Hoang 20222538" userId="7e6ac483-a0c2-4bb3-bf55-c6129a83a59b" providerId="ADAL" clId="{034589AB-D7E5-4C87-89DF-D77A7AB559E7}" dt="2025-04-02T13:56:34.315" v="5618" actId="20577"/>
        <pc:sldMkLst>
          <pc:docMk/>
          <pc:sldMk cId="3765267998" sldId="730"/>
        </pc:sldMkLst>
        <pc:spChg chg="mod">
          <ac:chgData name="Hua Huy Hoang 20222538" userId="7e6ac483-a0c2-4bb3-bf55-c6129a83a59b" providerId="ADAL" clId="{034589AB-D7E5-4C87-89DF-D77A7AB559E7}" dt="2025-04-02T13:56:34.315" v="5618" actId="20577"/>
          <ac:spMkLst>
            <pc:docMk/>
            <pc:sldMk cId="3765267998" sldId="730"/>
            <ac:spMk id="5" creationId="{B2E28559-935A-DD2D-BFE5-829A4E698FF9}"/>
          </ac:spMkLst>
        </pc:spChg>
        <pc:spChg chg="add mod">
          <ac:chgData name="Hua Huy Hoang 20222538" userId="7e6ac483-a0c2-4bb3-bf55-c6129a83a59b" providerId="ADAL" clId="{034589AB-D7E5-4C87-89DF-D77A7AB559E7}" dt="2025-03-29T14:47:28.700" v="3396" actId="20577"/>
          <ac:spMkLst>
            <pc:docMk/>
            <pc:sldMk cId="3765267998" sldId="730"/>
            <ac:spMk id="6" creationId="{F7868B95-9F0B-9875-E841-22D4AC21DB0F}"/>
          </ac:spMkLst>
        </pc:spChg>
        <pc:spChg chg="add mod">
          <ac:chgData name="Hua Huy Hoang 20222538" userId="7e6ac483-a0c2-4bb3-bf55-c6129a83a59b" providerId="ADAL" clId="{034589AB-D7E5-4C87-89DF-D77A7AB559E7}" dt="2025-03-28T17:20:31.199" v="381"/>
          <ac:spMkLst>
            <pc:docMk/>
            <pc:sldMk cId="3765267998" sldId="730"/>
            <ac:spMk id="8" creationId="{4DC783D8-7169-47AC-8DE2-649B32DB4ED7}"/>
          </ac:spMkLst>
        </pc:spChg>
        <pc:spChg chg="mod">
          <ac:chgData name="Hua Huy Hoang 20222538" userId="7e6ac483-a0c2-4bb3-bf55-c6129a83a59b" providerId="ADAL" clId="{034589AB-D7E5-4C87-89DF-D77A7AB559E7}" dt="2025-04-01T09:45:19.622" v="5580" actId="1035"/>
          <ac:spMkLst>
            <pc:docMk/>
            <pc:sldMk cId="3765267998" sldId="730"/>
            <ac:spMk id="16" creationId="{51B953D3-EEB2-3134-3F77-30E4B137992F}"/>
          </ac:spMkLst>
        </pc:spChg>
      </pc:sldChg>
      <pc:sldChg chg="addSp delSp modSp mod">
        <pc:chgData name="Hua Huy Hoang 20222538" userId="7e6ac483-a0c2-4bb3-bf55-c6129a83a59b" providerId="ADAL" clId="{034589AB-D7E5-4C87-89DF-D77A7AB559E7}" dt="2025-03-31T08:10:00.814" v="5414" actId="478"/>
        <pc:sldMkLst>
          <pc:docMk/>
          <pc:sldMk cId="1868133454" sldId="731"/>
        </pc:sldMkLst>
        <pc:spChg chg="add mod">
          <ac:chgData name="Hua Huy Hoang 20222538" userId="7e6ac483-a0c2-4bb3-bf55-c6129a83a59b" providerId="ADAL" clId="{034589AB-D7E5-4C87-89DF-D77A7AB559E7}" dt="2025-03-28T17:20:25.116" v="378"/>
          <ac:spMkLst>
            <pc:docMk/>
            <pc:sldMk cId="1868133454" sldId="731"/>
            <ac:spMk id="6" creationId="{9F7B8B44-9386-3F18-71F9-F32F41FD644A}"/>
          </ac:spMkLst>
        </pc:spChg>
        <pc:spChg chg="mod">
          <ac:chgData name="Hua Huy Hoang 20222538" userId="7e6ac483-a0c2-4bb3-bf55-c6129a83a59b" providerId="ADAL" clId="{034589AB-D7E5-4C87-89DF-D77A7AB559E7}" dt="2025-03-29T04:33:07.861" v="2046" actId="20577"/>
          <ac:spMkLst>
            <pc:docMk/>
            <pc:sldMk cId="1868133454" sldId="731"/>
            <ac:spMk id="9" creationId="{5FFEC770-9661-2947-4D98-563D614F0C5D}"/>
          </ac:spMkLst>
        </pc:spChg>
      </pc:sldChg>
      <pc:sldChg chg="addSp delSp modSp mod">
        <pc:chgData name="Hua Huy Hoang 20222538" userId="7e6ac483-a0c2-4bb3-bf55-c6129a83a59b" providerId="ADAL" clId="{034589AB-D7E5-4C87-89DF-D77A7AB559E7}" dt="2025-03-31T08:09:52.663" v="5412" actId="478"/>
        <pc:sldMkLst>
          <pc:docMk/>
          <pc:sldMk cId="3221438044" sldId="732"/>
        </pc:sldMkLst>
        <pc:spChg chg="mod">
          <ac:chgData name="Hua Huy Hoang 20222538" userId="7e6ac483-a0c2-4bb3-bf55-c6129a83a59b" providerId="ADAL" clId="{034589AB-D7E5-4C87-89DF-D77A7AB559E7}" dt="2025-03-29T14:47:34.677" v="3398" actId="20577"/>
          <ac:spMkLst>
            <pc:docMk/>
            <pc:sldMk cId="3221438044" sldId="732"/>
            <ac:spMk id="2" creationId="{6D3CFBA7-F7D1-8EA0-FA3C-67711B4D4DC1}"/>
          </ac:spMkLst>
        </pc:spChg>
        <pc:spChg chg="add mod">
          <ac:chgData name="Hua Huy Hoang 20222538" userId="7e6ac483-a0c2-4bb3-bf55-c6129a83a59b" providerId="ADAL" clId="{034589AB-D7E5-4C87-89DF-D77A7AB559E7}" dt="2025-03-28T17:20:36.954" v="384"/>
          <ac:spMkLst>
            <pc:docMk/>
            <pc:sldMk cId="3221438044" sldId="732"/>
            <ac:spMk id="6" creationId="{1CB38D78-5CFE-E028-393A-E9A270890812}"/>
          </ac:spMkLst>
        </pc:spChg>
      </pc:sldChg>
      <pc:sldChg chg="addSp delSp modSp mod">
        <pc:chgData name="Hua Huy Hoang 20222538" userId="7e6ac483-a0c2-4bb3-bf55-c6129a83a59b" providerId="ADAL" clId="{034589AB-D7E5-4C87-89DF-D77A7AB559E7}" dt="2025-03-31T08:09:44.885" v="5411" actId="478"/>
        <pc:sldMkLst>
          <pc:docMk/>
          <pc:sldMk cId="2527435566" sldId="733"/>
        </pc:sldMkLst>
        <pc:spChg chg="add mod">
          <ac:chgData name="Hua Huy Hoang 20222538" userId="7e6ac483-a0c2-4bb3-bf55-c6129a83a59b" providerId="ADAL" clId="{034589AB-D7E5-4C87-89DF-D77A7AB559E7}" dt="2025-03-28T17:20:43.132" v="387"/>
          <ac:spMkLst>
            <pc:docMk/>
            <pc:sldMk cId="2527435566" sldId="733"/>
            <ac:spMk id="7" creationId="{4704BE64-9BA7-3169-06EB-17645B5D8EFE}"/>
          </ac:spMkLst>
        </pc:spChg>
        <pc:spChg chg="mod">
          <ac:chgData name="Hua Huy Hoang 20222538" userId="7e6ac483-a0c2-4bb3-bf55-c6129a83a59b" providerId="ADAL" clId="{034589AB-D7E5-4C87-89DF-D77A7AB559E7}" dt="2025-03-29T04:33:02.384" v="2040" actId="20577"/>
          <ac:spMkLst>
            <pc:docMk/>
            <pc:sldMk cId="2527435566" sldId="733"/>
            <ac:spMk id="9" creationId="{9B44999E-5B0D-109A-383C-4ACE03339D8E}"/>
          </ac:spMkLst>
        </pc:spChg>
        <pc:spChg chg="mod">
          <ac:chgData name="Hua Huy Hoang 20222538" userId="7e6ac483-a0c2-4bb3-bf55-c6129a83a59b" providerId="ADAL" clId="{034589AB-D7E5-4C87-89DF-D77A7AB559E7}" dt="2025-03-28T17:22:12.862" v="388" actId="1076"/>
          <ac:spMkLst>
            <pc:docMk/>
            <pc:sldMk cId="2527435566" sldId="733"/>
            <ac:spMk id="10" creationId="{01CDA3E0-B28F-3F14-4D16-0A854750CF6F}"/>
          </ac:spMkLst>
        </pc:spChg>
        <pc:spChg chg="add mod">
          <ac:chgData name="Hua Huy Hoang 20222538" userId="7e6ac483-a0c2-4bb3-bf55-c6129a83a59b" providerId="ADAL" clId="{034589AB-D7E5-4C87-89DF-D77A7AB559E7}" dt="2025-03-28T17:24:34.783" v="467" actId="1076"/>
          <ac:spMkLst>
            <pc:docMk/>
            <pc:sldMk cId="2527435566" sldId="733"/>
            <ac:spMk id="11" creationId="{4AD715B7-2751-3484-696F-E921B938966C}"/>
          </ac:spMkLst>
        </pc:spChg>
        <pc:picChg chg="mod">
          <ac:chgData name="Hua Huy Hoang 20222538" userId="7e6ac483-a0c2-4bb3-bf55-c6129a83a59b" providerId="ADAL" clId="{034589AB-D7E5-4C87-89DF-D77A7AB559E7}" dt="2025-03-28T17:22:12.862" v="388" actId="1076"/>
          <ac:picMkLst>
            <pc:docMk/>
            <pc:sldMk cId="2527435566" sldId="733"/>
            <ac:picMk id="12" creationId="{DFA890D1-ED41-59BA-C4FC-4181896A8C85}"/>
          </ac:picMkLst>
        </pc:picChg>
      </pc:sldChg>
      <pc:sldChg chg="addSp delSp modSp add mod ord">
        <pc:chgData name="Hua Huy Hoang 20222538" userId="7e6ac483-a0c2-4bb3-bf55-c6129a83a59b" providerId="ADAL" clId="{034589AB-D7E5-4C87-89DF-D77A7AB559E7}" dt="2025-03-28T18:00:27.562" v="1713" actId="255"/>
        <pc:sldMkLst>
          <pc:docMk/>
          <pc:sldMk cId="325759976" sldId="734"/>
        </pc:sldMkLst>
        <pc:spChg chg="mod">
          <ac:chgData name="Hua Huy Hoang 20222538" userId="7e6ac483-a0c2-4bb3-bf55-c6129a83a59b" providerId="ADAL" clId="{034589AB-D7E5-4C87-89DF-D77A7AB559E7}" dt="2025-03-28T17:57:58.389" v="1682" actId="20577"/>
          <ac:spMkLst>
            <pc:docMk/>
            <pc:sldMk cId="325759976" sldId="734"/>
            <ac:spMk id="2" creationId="{4749CE35-3C20-0B5A-66FC-7813A8973FF1}"/>
          </ac:spMkLst>
        </pc:spChg>
        <pc:spChg chg="add mod">
          <ac:chgData name="Hua Huy Hoang 20222538" userId="7e6ac483-a0c2-4bb3-bf55-c6129a83a59b" providerId="ADAL" clId="{034589AB-D7E5-4C87-89DF-D77A7AB559E7}" dt="2025-03-28T17:56:13.328" v="1596" actId="255"/>
          <ac:spMkLst>
            <pc:docMk/>
            <pc:sldMk cId="325759976" sldId="734"/>
            <ac:spMk id="11" creationId="{B2121B4E-9562-9042-30BD-650560131412}"/>
          </ac:spMkLst>
        </pc:spChg>
        <pc:spChg chg="mod">
          <ac:chgData name="Hua Huy Hoang 20222538" userId="7e6ac483-a0c2-4bb3-bf55-c6129a83a59b" providerId="ADAL" clId="{034589AB-D7E5-4C87-89DF-D77A7AB559E7}" dt="2025-03-28T17:25:17.919" v="494" actId="20577"/>
          <ac:spMkLst>
            <pc:docMk/>
            <pc:sldMk cId="325759976" sldId="734"/>
            <ac:spMk id="22" creationId="{49943438-A19C-898A-B89B-72993A0B1D69}"/>
          </ac:spMkLst>
        </pc:spChg>
        <pc:spChg chg="add mod">
          <ac:chgData name="Hua Huy Hoang 20222538" userId="7e6ac483-a0c2-4bb3-bf55-c6129a83a59b" providerId="ADAL" clId="{034589AB-D7E5-4C87-89DF-D77A7AB559E7}" dt="2025-03-28T17:55:49.240" v="1593" actId="1076"/>
          <ac:spMkLst>
            <pc:docMk/>
            <pc:sldMk cId="325759976" sldId="734"/>
            <ac:spMk id="23" creationId="{9ED142A3-2E36-BDA9-A755-8BE608D13223}"/>
          </ac:spMkLst>
        </pc:spChg>
        <pc:spChg chg="add mod">
          <ac:chgData name="Hua Huy Hoang 20222538" userId="7e6ac483-a0c2-4bb3-bf55-c6129a83a59b" providerId="ADAL" clId="{034589AB-D7E5-4C87-89DF-D77A7AB559E7}" dt="2025-03-28T17:55:49.240" v="1593" actId="1076"/>
          <ac:spMkLst>
            <pc:docMk/>
            <pc:sldMk cId="325759976" sldId="734"/>
            <ac:spMk id="24" creationId="{81BB7173-1444-66A9-697A-BF56D790BE57}"/>
          </ac:spMkLst>
        </pc:spChg>
        <pc:spChg chg="add mod">
          <ac:chgData name="Hua Huy Hoang 20222538" userId="7e6ac483-a0c2-4bb3-bf55-c6129a83a59b" providerId="ADAL" clId="{034589AB-D7E5-4C87-89DF-D77A7AB559E7}" dt="2025-03-28T17:55:49.240" v="1593" actId="1076"/>
          <ac:spMkLst>
            <pc:docMk/>
            <pc:sldMk cId="325759976" sldId="734"/>
            <ac:spMk id="25" creationId="{28C3BA06-8D1B-387C-3003-DD18AD0D115C}"/>
          </ac:spMkLst>
        </pc:spChg>
        <pc:spChg chg="add mod">
          <ac:chgData name="Hua Huy Hoang 20222538" userId="7e6ac483-a0c2-4bb3-bf55-c6129a83a59b" providerId="ADAL" clId="{034589AB-D7E5-4C87-89DF-D77A7AB559E7}" dt="2025-03-28T18:00:27.562" v="1713" actId="255"/>
          <ac:spMkLst>
            <pc:docMk/>
            <pc:sldMk cId="325759976" sldId="734"/>
            <ac:spMk id="26" creationId="{EEEAE55C-B5DC-C504-A846-930917ACB5FA}"/>
          </ac:spMkLst>
        </pc:spChg>
        <pc:spChg chg="add mod">
          <ac:chgData name="Hua Huy Hoang 20222538" userId="7e6ac483-a0c2-4bb3-bf55-c6129a83a59b" providerId="ADAL" clId="{034589AB-D7E5-4C87-89DF-D77A7AB559E7}" dt="2025-03-28T17:56:25.285" v="1615" actId="1035"/>
          <ac:spMkLst>
            <pc:docMk/>
            <pc:sldMk cId="325759976" sldId="734"/>
            <ac:spMk id="27" creationId="{C96CBDF9-88C6-B55F-3D5C-94D204E35E0C}"/>
          </ac:spMkLst>
        </pc:spChg>
        <pc:spChg chg="add mod">
          <ac:chgData name="Hua Huy Hoang 20222538" userId="7e6ac483-a0c2-4bb3-bf55-c6129a83a59b" providerId="ADAL" clId="{034589AB-D7E5-4C87-89DF-D77A7AB559E7}" dt="2025-03-28T17:56:32.826" v="1627" actId="1036"/>
          <ac:spMkLst>
            <pc:docMk/>
            <pc:sldMk cId="325759976" sldId="734"/>
            <ac:spMk id="30" creationId="{3307C82E-2F74-EA20-C4E4-A230C205DDE4}"/>
          </ac:spMkLst>
        </pc:spChg>
        <pc:spChg chg="add mod">
          <ac:chgData name="Hua Huy Hoang 20222538" userId="7e6ac483-a0c2-4bb3-bf55-c6129a83a59b" providerId="ADAL" clId="{034589AB-D7E5-4C87-89DF-D77A7AB559E7}" dt="2025-03-28T17:56:36.913" v="1640" actId="1035"/>
          <ac:spMkLst>
            <pc:docMk/>
            <pc:sldMk cId="325759976" sldId="734"/>
            <ac:spMk id="33" creationId="{325DF7FC-0B44-1F4E-CE38-D655CC6B5A7B}"/>
          </ac:spMkLst>
        </pc:spChg>
        <pc:spChg chg="add mod">
          <ac:chgData name="Hua Huy Hoang 20222538" userId="7e6ac483-a0c2-4bb3-bf55-c6129a83a59b" providerId="ADAL" clId="{034589AB-D7E5-4C87-89DF-D77A7AB559E7}" dt="2025-03-28T17:56:36.913" v="1640" actId="1035"/>
          <ac:spMkLst>
            <pc:docMk/>
            <pc:sldMk cId="325759976" sldId="734"/>
            <ac:spMk id="34" creationId="{D6F65EA8-980A-8690-150E-59BBAAA7F6EF}"/>
          </ac:spMkLst>
        </pc:spChg>
        <pc:picChg chg="add mod modCrop">
          <ac:chgData name="Hua Huy Hoang 20222538" userId="7e6ac483-a0c2-4bb3-bf55-c6129a83a59b" providerId="ADAL" clId="{034589AB-D7E5-4C87-89DF-D77A7AB559E7}" dt="2025-03-28T17:55:49.240" v="1593" actId="1076"/>
          <ac:picMkLst>
            <pc:docMk/>
            <pc:sldMk cId="325759976" sldId="734"/>
            <ac:picMk id="8" creationId="{6AB1E436-9638-4556-61D1-6BCF591AE0A1}"/>
          </ac:picMkLst>
        </pc:picChg>
        <pc:picChg chg="add mod modCrop">
          <ac:chgData name="Hua Huy Hoang 20222538" userId="7e6ac483-a0c2-4bb3-bf55-c6129a83a59b" providerId="ADAL" clId="{034589AB-D7E5-4C87-89DF-D77A7AB559E7}" dt="2025-03-28T17:56:36.913" v="1640" actId="1035"/>
          <ac:picMkLst>
            <pc:docMk/>
            <pc:sldMk cId="325759976" sldId="734"/>
            <ac:picMk id="29" creationId="{6EB6F641-8788-91A4-1C70-C7E0F6810903}"/>
          </ac:picMkLst>
        </pc:picChg>
        <pc:picChg chg="add mod">
          <ac:chgData name="Hua Huy Hoang 20222538" userId="7e6ac483-a0c2-4bb3-bf55-c6129a83a59b" providerId="ADAL" clId="{034589AB-D7E5-4C87-89DF-D77A7AB559E7}" dt="2025-03-28T17:56:36.913" v="1640" actId="1035"/>
          <ac:picMkLst>
            <pc:docMk/>
            <pc:sldMk cId="325759976" sldId="734"/>
            <ac:picMk id="32" creationId="{9835EC42-5FBE-7625-FA69-C7A705B52E6F}"/>
          </ac:picMkLst>
        </pc:picChg>
      </pc:sldChg>
      <pc:sldChg chg="addSp delSp modSp add del mod">
        <pc:chgData name="Hua Huy Hoang 20222538" userId="7e6ac483-a0c2-4bb3-bf55-c6129a83a59b" providerId="ADAL" clId="{034589AB-D7E5-4C87-89DF-D77A7AB559E7}" dt="2025-03-31T07:57:52.925" v="5243" actId="47"/>
        <pc:sldMkLst>
          <pc:docMk/>
          <pc:sldMk cId="3613023695" sldId="735"/>
        </pc:sldMkLst>
      </pc:sldChg>
      <pc:sldChg chg="addSp delSp modSp add mod">
        <pc:chgData name="Hua Huy Hoang 20222538" userId="7e6ac483-a0c2-4bb3-bf55-c6129a83a59b" providerId="ADAL" clId="{034589AB-D7E5-4C87-89DF-D77A7AB559E7}" dt="2025-03-30T14:25:57.097" v="3922" actId="1035"/>
        <pc:sldMkLst>
          <pc:docMk/>
          <pc:sldMk cId="973440906" sldId="736"/>
        </pc:sldMkLst>
        <pc:spChg chg="mod">
          <ac:chgData name="Hua Huy Hoang 20222538" userId="7e6ac483-a0c2-4bb3-bf55-c6129a83a59b" providerId="ADAL" clId="{034589AB-D7E5-4C87-89DF-D77A7AB559E7}" dt="2025-03-30T14:22:06.787" v="3530" actId="1038"/>
          <ac:spMkLst>
            <pc:docMk/>
            <pc:sldMk cId="973440906" sldId="736"/>
            <ac:spMk id="2" creationId="{FE145DAA-B891-28DA-49C3-8F871369C8EF}"/>
          </ac:spMkLst>
        </pc:spChg>
        <pc:spChg chg="add mod">
          <ac:chgData name="Hua Huy Hoang 20222538" userId="7e6ac483-a0c2-4bb3-bf55-c6129a83a59b" providerId="ADAL" clId="{034589AB-D7E5-4C87-89DF-D77A7AB559E7}" dt="2025-03-30T14:25:57.097" v="3922" actId="1035"/>
          <ac:spMkLst>
            <pc:docMk/>
            <pc:sldMk cId="973440906" sldId="736"/>
            <ac:spMk id="6" creationId="{231721EE-B579-DD06-EE97-B401CC2B5B19}"/>
          </ac:spMkLst>
        </pc:spChg>
        <pc:spChg chg="add mod">
          <ac:chgData name="Hua Huy Hoang 20222538" userId="7e6ac483-a0c2-4bb3-bf55-c6129a83a59b" providerId="ADAL" clId="{034589AB-D7E5-4C87-89DF-D77A7AB559E7}" dt="2025-03-30T14:24:34.003" v="3754" actId="1076"/>
          <ac:spMkLst>
            <pc:docMk/>
            <pc:sldMk cId="973440906" sldId="736"/>
            <ac:spMk id="8" creationId="{DB326099-C564-79B4-E0E9-B7CFC33E8914}"/>
          </ac:spMkLst>
        </pc:spChg>
        <pc:spChg chg="add mod">
          <ac:chgData name="Hua Huy Hoang 20222538" userId="7e6ac483-a0c2-4bb3-bf55-c6129a83a59b" providerId="ADAL" clId="{034589AB-D7E5-4C87-89DF-D77A7AB559E7}" dt="2025-03-30T14:24:34.003" v="3754" actId="1076"/>
          <ac:spMkLst>
            <pc:docMk/>
            <pc:sldMk cId="973440906" sldId="736"/>
            <ac:spMk id="9" creationId="{A1448301-611A-1C4C-2276-B92D650F3BA7}"/>
          </ac:spMkLst>
        </pc:spChg>
        <pc:spChg chg="add mod">
          <ac:chgData name="Hua Huy Hoang 20222538" userId="7e6ac483-a0c2-4bb3-bf55-c6129a83a59b" providerId="ADAL" clId="{034589AB-D7E5-4C87-89DF-D77A7AB559E7}" dt="2025-03-30T14:24:34.003" v="3754" actId="1076"/>
          <ac:spMkLst>
            <pc:docMk/>
            <pc:sldMk cId="973440906" sldId="736"/>
            <ac:spMk id="10" creationId="{BB2BC032-479D-DDB3-1EB1-67EF3C98106A}"/>
          </ac:spMkLst>
        </pc:spChg>
        <pc:picChg chg="add mod">
          <ac:chgData name="Hua Huy Hoang 20222538" userId="7e6ac483-a0c2-4bb3-bf55-c6129a83a59b" providerId="ADAL" clId="{034589AB-D7E5-4C87-89DF-D77A7AB559E7}" dt="2025-03-30T14:24:34.003" v="3754" actId="1076"/>
          <ac:picMkLst>
            <pc:docMk/>
            <pc:sldMk cId="973440906" sldId="736"/>
            <ac:picMk id="4" creationId="{6D2614CF-0519-4D63-E072-801E297B213A}"/>
          </ac:picMkLst>
        </pc:picChg>
        <pc:picChg chg="add mod">
          <ac:chgData name="Hua Huy Hoang 20222538" userId="7e6ac483-a0c2-4bb3-bf55-c6129a83a59b" providerId="ADAL" clId="{034589AB-D7E5-4C87-89DF-D77A7AB559E7}" dt="2025-03-30T14:24:34.003" v="3754" actId="1076"/>
          <ac:picMkLst>
            <pc:docMk/>
            <pc:sldMk cId="973440906" sldId="736"/>
            <ac:picMk id="7" creationId="{A3C01FFF-DA4D-7414-8ED2-9FBBE59AFE56}"/>
          </ac:picMkLst>
        </pc:picChg>
      </pc:sldChg>
      <pc:sldChg chg="addSp delSp modSp add mod ord">
        <pc:chgData name="Hua Huy Hoang 20222538" userId="7e6ac483-a0c2-4bb3-bf55-c6129a83a59b" providerId="ADAL" clId="{034589AB-D7E5-4C87-89DF-D77A7AB559E7}" dt="2025-03-29T15:09:21.553" v="3402"/>
        <pc:sldMkLst>
          <pc:docMk/>
          <pc:sldMk cId="1824495283" sldId="737"/>
        </pc:sldMkLst>
        <pc:spChg chg="mod">
          <ac:chgData name="Hua Huy Hoang 20222538" userId="7e6ac483-a0c2-4bb3-bf55-c6129a83a59b" providerId="ADAL" clId="{034589AB-D7E5-4C87-89DF-D77A7AB559E7}" dt="2025-03-29T14:33:37.921" v="2511" actId="20577"/>
          <ac:spMkLst>
            <pc:docMk/>
            <pc:sldMk cId="1824495283" sldId="737"/>
            <ac:spMk id="3" creationId="{1DEF2169-48EB-E5A4-70DF-E697387117CE}"/>
          </ac:spMkLst>
        </pc:spChg>
        <pc:spChg chg="add mod">
          <ac:chgData name="Hua Huy Hoang 20222538" userId="7e6ac483-a0c2-4bb3-bf55-c6129a83a59b" providerId="ADAL" clId="{034589AB-D7E5-4C87-89DF-D77A7AB559E7}" dt="2025-03-29T14:39:18.190" v="2927" actId="20577"/>
          <ac:spMkLst>
            <pc:docMk/>
            <pc:sldMk cId="1824495283" sldId="737"/>
            <ac:spMk id="14" creationId="{8D967F59-EC86-D77D-236A-B24FCA26AD45}"/>
          </ac:spMkLst>
        </pc:spChg>
        <pc:spChg chg="add mod">
          <ac:chgData name="Hua Huy Hoang 20222538" userId="7e6ac483-a0c2-4bb3-bf55-c6129a83a59b" providerId="ADAL" clId="{034589AB-D7E5-4C87-89DF-D77A7AB559E7}" dt="2025-03-29T14:40:28.297" v="2930" actId="1076"/>
          <ac:spMkLst>
            <pc:docMk/>
            <pc:sldMk cId="1824495283" sldId="737"/>
            <ac:spMk id="15" creationId="{CC7C7AA9-3F59-8CA3-590A-78AD4DD63E51}"/>
          </ac:spMkLst>
        </pc:spChg>
        <pc:picChg chg="add mod">
          <ac:chgData name="Hua Huy Hoang 20222538" userId="7e6ac483-a0c2-4bb3-bf55-c6129a83a59b" providerId="ADAL" clId="{034589AB-D7E5-4C87-89DF-D77A7AB559E7}" dt="2025-03-29T14:40:53.711" v="2946" actId="1038"/>
          <ac:picMkLst>
            <pc:docMk/>
            <pc:sldMk cId="1824495283" sldId="737"/>
            <ac:picMk id="16" creationId="{3CF77D14-4942-F4EB-CD68-36E1887A2F89}"/>
          </ac:picMkLst>
        </pc:picChg>
        <pc:picChg chg="add mod">
          <ac:chgData name="Hua Huy Hoang 20222538" userId="7e6ac483-a0c2-4bb3-bf55-c6129a83a59b" providerId="ADAL" clId="{034589AB-D7E5-4C87-89DF-D77A7AB559E7}" dt="2025-03-29T14:41:29.221" v="2947" actId="1076"/>
          <ac:picMkLst>
            <pc:docMk/>
            <pc:sldMk cId="1824495283" sldId="737"/>
            <ac:picMk id="17" creationId="{3AEC1733-C367-9DC5-CFE0-71A0B9374EBD}"/>
          </ac:picMkLst>
        </pc:picChg>
      </pc:sldChg>
      <pc:sldChg chg="addSp delSp modSp add del mod">
        <pc:chgData name="Hua Huy Hoang 20222538" userId="7e6ac483-a0c2-4bb3-bf55-c6129a83a59b" providerId="ADAL" clId="{034589AB-D7E5-4C87-89DF-D77A7AB559E7}" dt="2025-03-29T11:36:08.065" v="2374" actId="47"/>
        <pc:sldMkLst>
          <pc:docMk/>
          <pc:sldMk cId="4032510864" sldId="737"/>
        </pc:sldMkLst>
      </pc:sldChg>
      <pc:sldChg chg="addSp delSp modSp add mod ord">
        <pc:chgData name="Hua Huy Hoang 20222538" userId="7e6ac483-a0c2-4bb3-bf55-c6129a83a59b" providerId="ADAL" clId="{034589AB-D7E5-4C87-89DF-D77A7AB559E7}" dt="2025-03-29T15:09:21.553" v="3402"/>
        <pc:sldMkLst>
          <pc:docMk/>
          <pc:sldMk cId="2781305199" sldId="738"/>
        </pc:sldMkLst>
        <pc:spChg chg="add mod">
          <ac:chgData name="Hua Huy Hoang 20222538" userId="7e6ac483-a0c2-4bb3-bf55-c6129a83a59b" providerId="ADAL" clId="{034589AB-D7E5-4C87-89DF-D77A7AB559E7}" dt="2025-03-29T14:42:56.767" v="2971" actId="1582"/>
          <ac:spMkLst>
            <pc:docMk/>
            <pc:sldMk cId="2781305199" sldId="738"/>
            <ac:spMk id="5" creationId="{2BB42A9D-558E-B146-9F4C-3C1DB48CD647}"/>
          </ac:spMkLst>
        </pc:spChg>
        <pc:spChg chg="add mod">
          <ac:chgData name="Hua Huy Hoang 20222538" userId="7e6ac483-a0c2-4bb3-bf55-c6129a83a59b" providerId="ADAL" clId="{034589AB-D7E5-4C87-89DF-D77A7AB559E7}" dt="2025-03-29T14:44:37.206" v="3199" actId="14100"/>
          <ac:spMkLst>
            <pc:docMk/>
            <pc:sldMk cId="2781305199" sldId="738"/>
            <ac:spMk id="6" creationId="{CE4998AE-A899-4949-B82D-14CF0D554E4A}"/>
          </ac:spMkLst>
        </pc:spChg>
        <pc:picChg chg="add mod">
          <ac:chgData name="Hua Huy Hoang 20222538" userId="7e6ac483-a0c2-4bb3-bf55-c6129a83a59b" providerId="ADAL" clId="{034589AB-D7E5-4C87-89DF-D77A7AB559E7}" dt="2025-03-29T14:43:06.981" v="2973" actId="1076"/>
          <ac:picMkLst>
            <pc:docMk/>
            <pc:sldMk cId="2781305199" sldId="738"/>
            <ac:picMk id="4" creationId="{6C164171-6FC7-C3DF-FC86-49117988AA0F}"/>
          </ac:picMkLst>
        </pc:picChg>
      </pc:sldChg>
      <pc:sldChg chg="addSp delSp modSp add del mod">
        <pc:chgData name="Hua Huy Hoang 20222538" userId="7e6ac483-a0c2-4bb3-bf55-c6129a83a59b" providerId="ADAL" clId="{034589AB-D7E5-4C87-89DF-D77A7AB559E7}" dt="2025-03-31T08:03:58.787" v="5363" actId="47"/>
        <pc:sldMkLst>
          <pc:docMk/>
          <pc:sldMk cId="901720488" sldId="739"/>
        </pc:sldMkLst>
      </pc:sldChg>
      <pc:sldChg chg="addSp delSp modSp add mod">
        <pc:chgData name="Hua Huy Hoang 20222538" userId="7e6ac483-a0c2-4bb3-bf55-c6129a83a59b" providerId="ADAL" clId="{034589AB-D7E5-4C87-89DF-D77A7AB559E7}" dt="2025-03-30T14:32:06.433" v="4153" actId="20577"/>
        <pc:sldMkLst>
          <pc:docMk/>
          <pc:sldMk cId="2212472863" sldId="740"/>
        </pc:sldMkLst>
        <pc:spChg chg="mod">
          <ac:chgData name="Hua Huy Hoang 20222538" userId="7e6ac483-a0c2-4bb3-bf55-c6129a83a59b" providerId="ADAL" clId="{034589AB-D7E5-4C87-89DF-D77A7AB559E7}" dt="2025-03-30T14:32:06.433" v="4153" actId="20577"/>
          <ac:spMkLst>
            <pc:docMk/>
            <pc:sldMk cId="2212472863" sldId="740"/>
            <ac:spMk id="2" creationId="{33EE9C65-C4E9-8356-4DC8-7A4C6220F14B}"/>
          </ac:spMkLst>
        </pc:spChg>
        <pc:spChg chg="mod">
          <ac:chgData name="Hua Huy Hoang 20222538" userId="7e6ac483-a0c2-4bb3-bf55-c6129a83a59b" providerId="ADAL" clId="{034589AB-D7E5-4C87-89DF-D77A7AB559E7}" dt="2025-03-30T14:29:09.876" v="4075"/>
          <ac:spMkLst>
            <pc:docMk/>
            <pc:sldMk cId="2212472863" sldId="740"/>
            <ac:spMk id="6" creationId="{7D097F39-0989-62EE-3F2A-91365658382D}"/>
          </ac:spMkLst>
        </pc:spChg>
        <pc:spChg chg="add mod ord">
          <ac:chgData name="Hua Huy Hoang 20222538" userId="7e6ac483-a0c2-4bb3-bf55-c6129a83a59b" providerId="ADAL" clId="{034589AB-D7E5-4C87-89DF-D77A7AB559E7}" dt="2025-03-30T14:31:48.798" v="4149" actId="1037"/>
          <ac:spMkLst>
            <pc:docMk/>
            <pc:sldMk cId="2212472863" sldId="740"/>
            <ac:spMk id="12" creationId="{83A22FAD-7601-0BE5-576C-E24E3E8FDD88}"/>
          </ac:spMkLst>
        </pc:spChg>
        <pc:spChg chg="add mod">
          <ac:chgData name="Hua Huy Hoang 20222538" userId="7e6ac483-a0c2-4bb3-bf55-c6129a83a59b" providerId="ADAL" clId="{034589AB-D7E5-4C87-89DF-D77A7AB559E7}" dt="2025-03-30T14:31:50.039" v="4151" actId="1035"/>
          <ac:spMkLst>
            <pc:docMk/>
            <pc:sldMk cId="2212472863" sldId="740"/>
            <ac:spMk id="15" creationId="{3B0EC7FC-06E3-2F89-EC52-2D768AA63244}"/>
          </ac:spMkLst>
        </pc:spChg>
        <pc:picChg chg="add mod">
          <ac:chgData name="Hua Huy Hoang 20222538" userId="7e6ac483-a0c2-4bb3-bf55-c6129a83a59b" providerId="ADAL" clId="{034589AB-D7E5-4C87-89DF-D77A7AB559E7}" dt="2025-03-30T14:29:54.231" v="4086" actId="1076"/>
          <ac:picMkLst>
            <pc:docMk/>
            <pc:sldMk cId="2212472863" sldId="740"/>
            <ac:picMk id="14" creationId="{1FCB5BF4-9B42-1197-F983-7FC879996273}"/>
          </ac:picMkLst>
        </pc:picChg>
      </pc:sldChg>
      <pc:sldChg chg="addSp delSp modSp add mod">
        <pc:chgData name="Hua Huy Hoang 20222538" userId="7e6ac483-a0c2-4bb3-bf55-c6129a83a59b" providerId="ADAL" clId="{034589AB-D7E5-4C87-89DF-D77A7AB559E7}" dt="2025-04-01T06:40:00.569" v="5445" actId="1076"/>
        <pc:sldMkLst>
          <pc:docMk/>
          <pc:sldMk cId="3661417862" sldId="741"/>
        </pc:sldMkLst>
        <pc:spChg chg="mod">
          <ac:chgData name="Hua Huy Hoang 20222538" userId="7e6ac483-a0c2-4bb3-bf55-c6129a83a59b" providerId="ADAL" clId="{034589AB-D7E5-4C87-89DF-D77A7AB559E7}" dt="2025-03-30T14:32:23.407" v="4215" actId="20577"/>
          <ac:spMkLst>
            <pc:docMk/>
            <pc:sldMk cId="3661417862" sldId="741"/>
            <ac:spMk id="2" creationId="{ED97215D-7155-2889-9FCB-3376E0D036FF}"/>
          </ac:spMkLst>
        </pc:spChg>
        <pc:spChg chg="add mod">
          <ac:chgData name="Hua Huy Hoang 20222538" userId="7e6ac483-a0c2-4bb3-bf55-c6129a83a59b" providerId="ADAL" clId="{034589AB-D7E5-4C87-89DF-D77A7AB559E7}" dt="2025-03-31T08:06:25.571" v="5395" actId="1035"/>
          <ac:spMkLst>
            <pc:docMk/>
            <pc:sldMk cId="3661417862" sldId="741"/>
            <ac:spMk id="5" creationId="{5EB63BC5-BC29-D760-925E-B19CD2AE05B8}"/>
          </ac:spMkLst>
        </pc:spChg>
        <pc:picChg chg="add mod">
          <ac:chgData name="Hua Huy Hoang 20222538" userId="7e6ac483-a0c2-4bb3-bf55-c6129a83a59b" providerId="ADAL" clId="{034589AB-D7E5-4C87-89DF-D77A7AB559E7}" dt="2025-04-01T06:40:00.569" v="5445" actId="1076"/>
          <ac:picMkLst>
            <pc:docMk/>
            <pc:sldMk cId="3661417862" sldId="741"/>
            <ac:picMk id="6" creationId="{17AC3CC7-360E-6EC0-6BA1-A72CFD1E0A09}"/>
          </ac:picMkLst>
        </pc:picChg>
        <pc:picChg chg="add mod">
          <ac:chgData name="Hua Huy Hoang 20222538" userId="7e6ac483-a0c2-4bb3-bf55-c6129a83a59b" providerId="ADAL" clId="{034589AB-D7E5-4C87-89DF-D77A7AB559E7}" dt="2025-03-31T08:06:19.495" v="5387" actId="1037"/>
          <ac:picMkLst>
            <pc:docMk/>
            <pc:sldMk cId="3661417862" sldId="741"/>
            <ac:picMk id="9" creationId="{9FF39183-F1FE-EAC7-118A-D8D3365929FA}"/>
          </ac:picMkLst>
        </pc:picChg>
      </pc:sldChg>
      <pc:sldChg chg="addSp delSp modSp add mod">
        <pc:chgData name="Hua Huy Hoang 20222538" userId="7e6ac483-a0c2-4bb3-bf55-c6129a83a59b" providerId="ADAL" clId="{034589AB-D7E5-4C87-89DF-D77A7AB559E7}" dt="2025-03-30T14:43:49.621" v="5150" actId="20577"/>
        <pc:sldMkLst>
          <pc:docMk/>
          <pc:sldMk cId="2521792464" sldId="742"/>
        </pc:sldMkLst>
        <pc:spChg chg="mod">
          <ac:chgData name="Hua Huy Hoang 20222538" userId="7e6ac483-a0c2-4bb3-bf55-c6129a83a59b" providerId="ADAL" clId="{034589AB-D7E5-4C87-89DF-D77A7AB559E7}" dt="2025-03-30T14:36:21.961" v="4253" actId="20577"/>
          <ac:spMkLst>
            <pc:docMk/>
            <pc:sldMk cId="2521792464" sldId="742"/>
            <ac:spMk id="2" creationId="{CAC5BC78-40C0-6DD2-5456-B1FECBB9F0BA}"/>
          </ac:spMkLst>
        </pc:spChg>
        <pc:spChg chg="add mod">
          <ac:chgData name="Hua Huy Hoang 20222538" userId="7e6ac483-a0c2-4bb3-bf55-c6129a83a59b" providerId="ADAL" clId="{034589AB-D7E5-4C87-89DF-D77A7AB559E7}" dt="2025-03-30T14:43:49.621" v="5150" actId="20577"/>
          <ac:spMkLst>
            <pc:docMk/>
            <pc:sldMk cId="2521792464" sldId="742"/>
            <ac:spMk id="3" creationId="{B489A517-3411-0B04-E5C6-E7BE491DE2C9}"/>
          </ac:spMkLst>
        </pc:spChg>
      </pc:sldChg>
      <pc:sldChg chg="addSp delSp modSp add del mod">
        <pc:chgData name="Hua Huy Hoang 20222538" userId="7e6ac483-a0c2-4bb3-bf55-c6129a83a59b" providerId="ADAL" clId="{034589AB-D7E5-4C87-89DF-D77A7AB559E7}" dt="2025-03-31T08:06:39.547" v="5405" actId="47"/>
        <pc:sldMkLst>
          <pc:docMk/>
          <pc:sldMk cId="3073672072" sldId="743"/>
        </pc:sldMkLst>
      </pc:sldChg>
      <pc:sldChg chg="addSp delSp modSp add mod">
        <pc:chgData name="Hua Huy Hoang 20222538" userId="7e6ac483-a0c2-4bb3-bf55-c6129a83a59b" providerId="ADAL" clId="{034589AB-D7E5-4C87-89DF-D77A7AB559E7}" dt="2025-04-04T09:22:41.150" v="5635" actId="1037"/>
        <pc:sldMkLst>
          <pc:docMk/>
          <pc:sldMk cId="2341276745" sldId="744"/>
        </pc:sldMkLst>
        <pc:spChg chg="mod">
          <ac:chgData name="Hua Huy Hoang 20222538" userId="7e6ac483-a0c2-4bb3-bf55-c6129a83a59b" providerId="ADAL" clId="{034589AB-D7E5-4C87-89DF-D77A7AB559E7}" dt="2025-03-31T08:01:54.335" v="5342" actId="1076"/>
          <ac:spMkLst>
            <pc:docMk/>
            <pc:sldMk cId="2341276745" sldId="744"/>
            <ac:spMk id="3" creationId="{0690F03F-2E06-8144-969F-BD8D20AC5C23}"/>
          </ac:spMkLst>
        </pc:spChg>
        <pc:spChg chg="mod">
          <ac:chgData name="Hua Huy Hoang 20222538" userId="7e6ac483-a0c2-4bb3-bf55-c6129a83a59b" providerId="ADAL" clId="{034589AB-D7E5-4C87-89DF-D77A7AB559E7}" dt="2025-03-31T08:02:11.786" v="5350" actId="14100"/>
          <ac:spMkLst>
            <pc:docMk/>
            <pc:sldMk cId="2341276745" sldId="744"/>
            <ac:spMk id="6" creationId="{01DB7BF8-7A59-88E4-A03F-A25141686D27}"/>
          </ac:spMkLst>
        </pc:spChg>
        <pc:spChg chg="mod">
          <ac:chgData name="Hua Huy Hoang 20222538" userId="7e6ac483-a0c2-4bb3-bf55-c6129a83a59b" providerId="ADAL" clId="{034589AB-D7E5-4C87-89DF-D77A7AB559E7}" dt="2025-03-31T08:02:36.669" v="5362" actId="1037"/>
          <ac:spMkLst>
            <pc:docMk/>
            <pc:sldMk cId="2341276745" sldId="744"/>
            <ac:spMk id="8" creationId="{A3D987A5-4C3B-C0BF-B432-A9F2E339E04E}"/>
          </ac:spMkLst>
        </pc:spChg>
        <pc:spChg chg="mod">
          <ac:chgData name="Hua Huy Hoang 20222538" userId="7e6ac483-a0c2-4bb3-bf55-c6129a83a59b" providerId="ADAL" clId="{034589AB-D7E5-4C87-89DF-D77A7AB559E7}" dt="2025-03-31T08:00:13.894" v="5314" actId="1036"/>
          <ac:spMkLst>
            <pc:docMk/>
            <pc:sldMk cId="2341276745" sldId="744"/>
            <ac:spMk id="9" creationId="{DCF10E20-40BF-C3C0-FB76-FDC891DC11BB}"/>
          </ac:spMkLst>
        </pc:spChg>
        <pc:spChg chg="mod">
          <ac:chgData name="Hua Huy Hoang 20222538" userId="7e6ac483-a0c2-4bb3-bf55-c6129a83a59b" providerId="ADAL" clId="{034589AB-D7E5-4C87-89DF-D77A7AB559E7}" dt="2025-04-04T09:22:41.150" v="5635" actId="1037"/>
          <ac:spMkLst>
            <pc:docMk/>
            <pc:sldMk cId="2341276745" sldId="744"/>
            <ac:spMk id="10" creationId="{2985A47F-7D7D-A07E-D195-8CB8EBC9A0B2}"/>
          </ac:spMkLst>
        </pc:spChg>
        <pc:spChg chg="mod">
          <ac:chgData name="Hua Huy Hoang 20222538" userId="7e6ac483-a0c2-4bb3-bf55-c6129a83a59b" providerId="ADAL" clId="{034589AB-D7E5-4C87-89DF-D77A7AB559E7}" dt="2025-03-31T08:00:05.966" v="5306" actId="1076"/>
          <ac:spMkLst>
            <pc:docMk/>
            <pc:sldMk cId="2341276745" sldId="744"/>
            <ac:spMk id="11" creationId="{95DB9701-4F77-06BE-2B5B-7FD25ABB4C8C}"/>
          </ac:spMkLst>
        </pc:spChg>
        <pc:spChg chg="mod">
          <ac:chgData name="Hua Huy Hoang 20222538" userId="7e6ac483-a0c2-4bb3-bf55-c6129a83a59b" providerId="ADAL" clId="{034589AB-D7E5-4C87-89DF-D77A7AB559E7}" dt="2025-03-31T07:59:39.487" v="5298" actId="1037"/>
          <ac:spMkLst>
            <pc:docMk/>
            <pc:sldMk cId="2341276745" sldId="744"/>
            <ac:spMk id="27" creationId="{3C7AD92C-DD6C-DDF2-5C02-F427F3739AB9}"/>
          </ac:spMkLst>
        </pc:spChg>
        <pc:picChg chg="mod">
          <ac:chgData name="Hua Huy Hoang 20222538" userId="7e6ac483-a0c2-4bb3-bf55-c6129a83a59b" providerId="ADAL" clId="{034589AB-D7E5-4C87-89DF-D77A7AB559E7}" dt="2025-03-31T08:01:51.832" v="5341" actId="1036"/>
          <ac:picMkLst>
            <pc:docMk/>
            <pc:sldMk cId="2341276745" sldId="744"/>
            <ac:picMk id="5" creationId="{DF3AF58B-B382-0CA9-29BD-BF5932CE0798}"/>
          </ac:picMkLst>
        </pc:picChg>
        <pc:picChg chg="add mod ord">
          <ac:chgData name="Hua Huy Hoang 20222538" userId="7e6ac483-a0c2-4bb3-bf55-c6129a83a59b" providerId="ADAL" clId="{034589AB-D7E5-4C87-89DF-D77A7AB559E7}" dt="2025-03-31T08:01:40.545" v="5332" actId="13822"/>
          <ac:picMkLst>
            <pc:docMk/>
            <pc:sldMk cId="2341276745" sldId="744"/>
            <ac:picMk id="15" creationId="{632543B0-E115-373E-0EF2-FB0747691546}"/>
          </ac:picMkLst>
        </pc:picChg>
        <pc:cxnChg chg="mod">
          <ac:chgData name="Hua Huy Hoang 20222538" userId="7e6ac483-a0c2-4bb3-bf55-c6129a83a59b" providerId="ADAL" clId="{034589AB-D7E5-4C87-89DF-D77A7AB559E7}" dt="2025-03-31T08:02:23.073" v="5351" actId="14100"/>
          <ac:cxnSpMkLst>
            <pc:docMk/>
            <pc:sldMk cId="2341276745" sldId="744"/>
            <ac:cxnSpMk id="16" creationId="{9EEA3FC6-9681-781C-21CF-985247028268}"/>
          </ac:cxnSpMkLst>
        </pc:cxnChg>
        <pc:cxnChg chg="mod">
          <ac:chgData name="Hua Huy Hoang 20222538" userId="7e6ac483-a0c2-4bb3-bf55-c6129a83a59b" providerId="ADAL" clId="{034589AB-D7E5-4C87-89DF-D77A7AB559E7}" dt="2025-03-31T08:02:26.391" v="5352" actId="14100"/>
          <ac:cxnSpMkLst>
            <pc:docMk/>
            <pc:sldMk cId="2341276745" sldId="744"/>
            <ac:cxnSpMk id="17" creationId="{91F5F17D-1D59-549E-A9E2-A1DD49E47189}"/>
          </ac:cxnSpMkLst>
        </pc:cxnChg>
      </pc:sldChg>
      <pc:sldChg chg="addSp delSp modSp add mod">
        <pc:chgData name="Hua Huy Hoang 20222538" userId="7e6ac483-a0c2-4bb3-bf55-c6129a83a59b" providerId="ADAL" clId="{034589AB-D7E5-4C87-89DF-D77A7AB559E7}" dt="2025-03-31T15:07:15.887" v="5439" actId="1076"/>
        <pc:sldMkLst>
          <pc:docMk/>
          <pc:sldMk cId="1161748901" sldId="745"/>
        </pc:sldMkLst>
        <pc:picChg chg="add mod">
          <ac:chgData name="Hua Huy Hoang 20222538" userId="7e6ac483-a0c2-4bb3-bf55-c6129a83a59b" providerId="ADAL" clId="{034589AB-D7E5-4C87-89DF-D77A7AB559E7}" dt="2025-03-31T15:07:15.887" v="5439" actId="1076"/>
          <ac:picMkLst>
            <pc:docMk/>
            <pc:sldMk cId="1161748901" sldId="745"/>
            <ac:picMk id="6" creationId="{80E5742F-C5ED-39F2-D391-2CDDFE4F1942}"/>
          </ac:picMkLst>
        </pc:picChg>
      </pc:sldChg>
      <pc:sldChg chg="addSp delSp modSp add del mod">
        <pc:chgData name="Hua Huy Hoang 20222538" userId="7e6ac483-a0c2-4bb3-bf55-c6129a83a59b" providerId="ADAL" clId="{034589AB-D7E5-4C87-89DF-D77A7AB559E7}" dt="2025-04-02T06:13:24.672" v="5586" actId="47"/>
        <pc:sldMkLst>
          <pc:docMk/>
          <pc:sldMk cId="1203304359" sldId="74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5F609B-B55F-A07D-10CA-7D2972295C0C}"/>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FA43B17-FA46-C125-D20C-5A4DAAE3986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8DD69803-8E01-439A-8EF2-8343EF927035}" type="datetimeFigureOut">
              <a:rPr lang="en-GB" smtClean="0"/>
              <a:t>04/04/2025</a:t>
            </a:fld>
            <a:endParaRPr lang="en-GB"/>
          </a:p>
        </p:txBody>
      </p:sp>
      <p:sp>
        <p:nvSpPr>
          <p:cNvPr id="4" name="Footer Placeholder 3">
            <a:extLst>
              <a:ext uri="{FF2B5EF4-FFF2-40B4-BE49-F238E27FC236}">
                <a16:creationId xmlns:a16="http://schemas.microsoft.com/office/drawing/2014/main" id="{6115C246-29ED-77E0-BDDB-7AA6805E7EBE}"/>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BFBDD5A-91D2-0765-6DD2-25C29598CF28}"/>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64657474-0C81-451B-9A7B-CFBB44338707}" type="slidenum">
              <a:rPr lang="en-GB" smtClean="0"/>
              <a:t>‹#›</a:t>
            </a:fld>
            <a:endParaRPr lang="en-GB"/>
          </a:p>
        </p:txBody>
      </p:sp>
    </p:spTree>
    <p:extLst>
      <p:ext uri="{BB962C8B-B14F-4D97-AF65-F5344CB8AC3E}">
        <p14:creationId xmlns:p14="http://schemas.microsoft.com/office/powerpoint/2010/main" val="34630071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05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0"/>
            <a:ext cx="2945659" cy="498055"/>
          </a:xfrm>
          <a:prstGeom prst="rect">
            <a:avLst/>
          </a:prstGeom>
        </p:spPr>
        <p:txBody>
          <a:bodyPr vert="horz" lIns="91440" tIns="45720" rIns="91440" bIns="45720" rtlCol="0"/>
          <a:lstStyle>
            <a:lvl1pPr algn="r">
              <a:defRPr sz="1200"/>
            </a:lvl1pPr>
          </a:lstStyle>
          <a:p>
            <a:fld id="{88E1D244-FD28-4770-BAA8-BC78F887939F}" type="datetimeFigureOut">
              <a:rPr lang="en-US" smtClean="0"/>
              <a:t>4/4/2025</a:t>
            </a:fld>
            <a:endParaRPr lang="en-US"/>
          </a:p>
        </p:txBody>
      </p:sp>
      <p:sp>
        <p:nvSpPr>
          <p:cNvPr id="4" name="Slide Image Placeholder 3"/>
          <p:cNvSpPr>
            <a:spLocks noGrp="1" noRot="1" noChangeAspect="1"/>
          </p:cNvSpPr>
          <p:nvPr>
            <p:ph type="sldImg" idx="2"/>
          </p:nvPr>
        </p:nvSpPr>
        <p:spPr>
          <a:xfrm>
            <a:off x="982663" y="1243013"/>
            <a:ext cx="4832350" cy="3346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5"/>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4"/>
            <a:ext cx="2945659" cy="498055"/>
          </a:xfrm>
          <a:prstGeom prst="rect">
            <a:avLst/>
          </a:prstGeom>
        </p:spPr>
        <p:txBody>
          <a:bodyPr vert="horz" lIns="91440" tIns="45720" rIns="91440" bIns="45720" rtlCol="0" anchor="b"/>
          <a:lstStyle>
            <a:lvl1pPr algn="r">
              <a:defRPr sz="1200"/>
            </a:lvl1pPr>
          </a:lstStyle>
          <a:p>
            <a:fld id="{391F491F-38FF-4C0B-9F2E-A8B257536EDB}" type="slidenum">
              <a:rPr lang="en-US" smtClean="0"/>
              <a:t>‹#›</a:t>
            </a:fld>
            <a:endParaRPr lang="en-US"/>
          </a:p>
        </p:txBody>
      </p:sp>
    </p:spTree>
    <p:extLst>
      <p:ext uri="{BB962C8B-B14F-4D97-AF65-F5344CB8AC3E}">
        <p14:creationId xmlns:p14="http://schemas.microsoft.com/office/powerpoint/2010/main" val="14272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CEDB4-D2ED-AE39-4E13-40DD4727E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30A43-580C-0107-3868-F9FE7619F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80BC3-59D2-4F88-4ED9-DE7BD3C4F3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DAC10F-096D-24F7-DAFF-CEE9D55C89D8}"/>
              </a:ext>
            </a:extLst>
          </p:cNvPr>
          <p:cNvSpPr>
            <a:spLocks noGrp="1"/>
          </p:cNvSpPr>
          <p:nvPr>
            <p:ph type="sldNum" sz="quarter" idx="5"/>
          </p:nvPr>
        </p:nvSpPr>
        <p:spPr/>
        <p:txBody>
          <a:bodyPr/>
          <a:lstStyle/>
          <a:p>
            <a:fld id="{391F491F-38FF-4C0B-9F2E-A8B257536EDB}" type="slidenum">
              <a:rPr lang="en-US" smtClean="0"/>
              <a:t>2</a:t>
            </a:fld>
            <a:endParaRPr lang="en-US"/>
          </a:p>
        </p:txBody>
      </p:sp>
    </p:spTree>
    <p:extLst>
      <p:ext uri="{BB962C8B-B14F-4D97-AF65-F5344CB8AC3E}">
        <p14:creationId xmlns:p14="http://schemas.microsoft.com/office/powerpoint/2010/main" val="605631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87F81-869C-CF5E-32D9-D7D009D49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E4FB0-C872-71AC-37F8-74C180C67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2A667-EAD3-4B17-EA35-91A5027C6074}"/>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1F36C5A2-A9DF-22AD-1D66-31207530B346}"/>
              </a:ext>
            </a:extLst>
          </p:cNvPr>
          <p:cNvSpPr>
            <a:spLocks noGrp="1"/>
          </p:cNvSpPr>
          <p:nvPr>
            <p:ph type="sldNum" sz="quarter" idx="5"/>
          </p:nvPr>
        </p:nvSpPr>
        <p:spPr/>
        <p:txBody>
          <a:bodyPr/>
          <a:lstStyle/>
          <a:p>
            <a:fld id="{391F491F-38FF-4C0B-9F2E-A8B257536EDB}" type="slidenum">
              <a:rPr lang="en-US" smtClean="0"/>
              <a:t>3</a:t>
            </a:fld>
            <a:endParaRPr lang="en-US"/>
          </a:p>
        </p:txBody>
      </p:sp>
    </p:spTree>
    <p:extLst>
      <p:ext uri="{BB962C8B-B14F-4D97-AF65-F5344CB8AC3E}">
        <p14:creationId xmlns:p14="http://schemas.microsoft.com/office/powerpoint/2010/main" val="1811054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1D3E-1621-BB67-2C1F-B3C2FDDCE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D061E-3B91-0233-DABC-36EFA57CAF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EECAD-3968-A1EF-9B42-815E8862869B}"/>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7259BA40-45EC-20D1-8452-96D4FAB29D00}"/>
              </a:ext>
            </a:extLst>
          </p:cNvPr>
          <p:cNvSpPr>
            <a:spLocks noGrp="1"/>
          </p:cNvSpPr>
          <p:nvPr>
            <p:ph type="sldNum" sz="quarter" idx="5"/>
          </p:nvPr>
        </p:nvSpPr>
        <p:spPr/>
        <p:txBody>
          <a:bodyPr/>
          <a:lstStyle/>
          <a:p>
            <a:fld id="{391F491F-38FF-4C0B-9F2E-A8B257536EDB}" type="slidenum">
              <a:rPr lang="en-US" smtClean="0"/>
              <a:t>4</a:t>
            </a:fld>
            <a:endParaRPr lang="en-US"/>
          </a:p>
        </p:txBody>
      </p:sp>
    </p:spTree>
    <p:extLst>
      <p:ext uri="{BB962C8B-B14F-4D97-AF65-F5344CB8AC3E}">
        <p14:creationId xmlns:p14="http://schemas.microsoft.com/office/powerpoint/2010/main" val="2396679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220DA-92C6-DCFB-B908-BBDA02EBE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C2E74-FD39-C525-4FD4-46A91B3EEF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AAA28-6E08-41FB-33A2-401C11A35387}"/>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141FFCC8-9206-4A7C-D859-3F9160AEDA0E}"/>
              </a:ext>
            </a:extLst>
          </p:cNvPr>
          <p:cNvSpPr>
            <a:spLocks noGrp="1"/>
          </p:cNvSpPr>
          <p:nvPr>
            <p:ph type="sldNum" sz="quarter" idx="5"/>
          </p:nvPr>
        </p:nvSpPr>
        <p:spPr/>
        <p:txBody>
          <a:bodyPr/>
          <a:lstStyle/>
          <a:p>
            <a:fld id="{391F491F-38FF-4C0B-9F2E-A8B257536EDB}" type="slidenum">
              <a:rPr lang="en-US" smtClean="0"/>
              <a:t>5</a:t>
            </a:fld>
            <a:endParaRPr lang="en-US"/>
          </a:p>
        </p:txBody>
      </p:sp>
    </p:spTree>
    <p:extLst>
      <p:ext uri="{BB962C8B-B14F-4D97-AF65-F5344CB8AC3E}">
        <p14:creationId xmlns:p14="http://schemas.microsoft.com/office/powerpoint/2010/main" val="1269810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E5DB3-E6C5-BD8C-9962-8A28983FB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DD616-5154-BE73-F55C-97B1F5C55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58739-7134-86E1-F639-75F6B40025F5}"/>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65A25EEB-EEA5-5426-3360-2220C03F87B2}"/>
              </a:ext>
            </a:extLst>
          </p:cNvPr>
          <p:cNvSpPr>
            <a:spLocks noGrp="1"/>
          </p:cNvSpPr>
          <p:nvPr>
            <p:ph type="sldNum" sz="quarter" idx="5"/>
          </p:nvPr>
        </p:nvSpPr>
        <p:spPr/>
        <p:txBody>
          <a:bodyPr/>
          <a:lstStyle/>
          <a:p>
            <a:fld id="{391F491F-38FF-4C0B-9F2E-A8B257536EDB}" type="slidenum">
              <a:rPr lang="en-US" smtClean="0"/>
              <a:t>6</a:t>
            </a:fld>
            <a:endParaRPr lang="en-US"/>
          </a:p>
        </p:txBody>
      </p:sp>
    </p:spTree>
    <p:extLst>
      <p:ext uri="{BB962C8B-B14F-4D97-AF65-F5344CB8AC3E}">
        <p14:creationId xmlns:p14="http://schemas.microsoft.com/office/powerpoint/2010/main" val="3557909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D17AC-593C-B4F7-C623-505AAC841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6BBDE-4A64-A8B9-870B-EFD9B1648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D9720-EF4F-D445-30EE-1F65E6A0EB0F}"/>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3787A5C9-2DFC-4379-94C2-48BDCE0CDB4D}"/>
              </a:ext>
            </a:extLst>
          </p:cNvPr>
          <p:cNvSpPr>
            <a:spLocks noGrp="1"/>
          </p:cNvSpPr>
          <p:nvPr>
            <p:ph type="sldNum" sz="quarter" idx="5"/>
          </p:nvPr>
        </p:nvSpPr>
        <p:spPr/>
        <p:txBody>
          <a:bodyPr/>
          <a:lstStyle/>
          <a:p>
            <a:fld id="{391F491F-38FF-4C0B-9F2E-A8B257536EDB}" type="slidenum">
              <a:rPr lang="en-US" smtClean="0"/>
              <a:t>7</a:t>
            </a:fld>
            <a:endParaRPr lang="en-US"/>
          </a:p>
        </p:txBody>
      </p:sp>
    </p:spTree>
    <p:extLst>
      <p:ext uri="{BB962C8B-B14F-4D97-AF65-F5344CB8AC3E}">
        <p14:creationId xmlns:p14="http://schemas.microsoft.com/office/powerpoint/2010/main" val="142994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68E2E-274C-3768-5325-CBBF0B8A7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81492-EE1C-DE64-0792-CDF9766071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99D25-336E-78A4-A3E9-2690107BD84A}"/>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86C5F91F-E596-186A-248C-C66E10640D9D}"/>
              </a:ext>
            </a:extLst>
          </p:cNvPr>
          <p:cNvSpPr>
            <a:spLocks noGrp="1"/>
          </p:cNvSpPr>
          <p:nvPr>
            <p:ph type="sldNum" sz="quarter" idx="5"/>
          </p:nvPr>
        </p:nvSpPr>
        <p:spPr/>
        <p:txBody>
          <a:bodyPr/>
          <a:lstStyle/>
          <a:p>
            <a:fld id="{391F491F-38FF-4C0B-9F2E-A8B257536EDB}" type="slidenum">
              <a:rPr lang="en-US" smtClean="0"/>
              <a:t>8</a:t>
            </a:fld>
            <a:endParaRPr lang="en-US"/>
          </a:p>
        </p:txBody>
      </p:sp>
    </p:spTree>
    <p:extLst>
      <p:ext uri="{BB962C8B-B14F-4D97-AF65-F5344CB8AC3E}">
        <p14:creationId xmlns:p14="http://schemas.microsoft.com/office/powerpoint/2010/main" val="4085603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982F6-9E55-D48A-D2D3-3E978183C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16FC2-8900-FC00-2AE1-C787B49A1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0B3F5-4699-0F13-0441-4C15E63B089C}"/>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936FE70A-6401-C6AF-20C5-7AD976075A72}"/>
              </a:ext>
            </a:extLst>
          </p:cNvPr>
          <p:cNvSpPr>
            <a:spLocks noGrp="1"/>
          </p:cNvSpPr>
          <p:nvPr>
            <p:ph type="sldNum" sz="quarter" idx="5"/>
          </p:nvPr>
        </p:nvSpPr>
        <p:spPr/>
        <p:txBody>
          <a:bodyPr/>
          <a:lstStyle/>
          <a:p>
            <a:fld id="{391F491F-38FF-4C0B-9F2E-A8B257536EDB}" type="slidenum">
              <a:rPr lang="en-US" smtClean="0"/>
              <a:t>9</a:t>
            </a:fld>
            <a:endParaRPr lang="en-US"/>
          </a:p>
        </p:txBody>
      </p:sp>
    </p:spTree>
    <p:extLst>
      <p:ext uri="{BB962C8B-B14F-4D97-AF65-F5344CB8AC3E}">
        <p14:creationId xmlns:p14="http://schemas.microsoft.com/office/powerpoint/2010/main" val="560621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F9E34-3766-392F-7AB2-026F5DFA6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1864E-47E6-FB99-9931-35AA4CD7D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0C1C1-290A-83D4-AB86-F8D8D87D9632}"/>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CF459FDF-DED4-507B-D799-CA81A6F08D95}"/>
              </a:ext>
            </a:extLst>
          </p:cNvPr>
          <p:cNvSpPr>
            <a:spLocks noGrp="1"/>
          </p:cNvSpPr>
          <p:nvPr>
            <p:ph type="sldNum" sz="quarter" idx="5"/>
          </p:nvPr>
        </p:nvSpPr>
        <p:spPr/>
        <p:txBody>
          <a:bodyPr/>
          <a:lstStyle/>
          <a:p>
            <a:fld id="{391F491F-38FF-4C0B-9F2E-A8B257536EDB}" type="slidenum">
              <a:rPr lang="en-US" smtClean="0"/>
              <a:t>10</a:t>
            </a:fld>
            <a:endParaRPr lang="en-US"/>
          </a:p>
        </p:txBody>
      </p:sp>
    </p:spTree>
    <p:extLst>
      <p:ext uri="{BB962C8B-B14F-4D97-AF65-F5344CB8AC3E}">
        <p14:creationId xmlns:p14="http://schemas.microsoft.com/office/powerpoint/2010/main" val="4090650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A414-4635-00C9-9B66-7D41693372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10E34-1765-2273-E317-7B00F37078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0F574-A54C-626E-EF45-B02D2D09D88A}"/>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738D4558-05C9-DFBE-141B-A71144B6E45E}"/>
              </a:ext>
            </a:extLst>
          </p:cNvPr>
          <p:cNvSpPr>
            <a:spLocks noGrp="1"/>
          </p:cNvSpPr>
          <p:nvPr>
            <p:ph type="sldNum" sz="quarter" idx="5"/>
          </p:nvPr>
        </p:nvSpPr>
        <p:spPr/>
        <p:txBody>
          <a:bodyPr/>
          <a:lstStyle/>
          <a:p>
            <a:fld id="{391F491F-38FF-4C0B-9F2E-A8B257536EDB}" type="slidenum">
              <a:rPr lang="en-US" smtClean="0"/>
              <a:t>11</a:t>
            </a:fld>
            <a:endParaRPr lang="en-US"/>
          </a:p>
        </p:txBody>
      </p:sp>
    </p:spTree>
    <p:extLst>
      <p:ext uri="{BB962C8B-B14F-4D97-AF65-F5344CB8AC3E}">
        <p14:creationId xmlns:p14="http://schemas.microsoft.com/office/powerpoint/2010/main" val="2255779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FB0C0-8C01-8932-3AA2-899245118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1C36B-74B7-3F97-0366-46101037C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DE37E-1FD1-0E44-32D4-AFCE999B17EF}"/>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406075E1-44EA-2CAF-ED14-0E14B44F8A68}"/>
              </a:ext>
            </a:extLst>
          </p:cNvPr>
          <p:cNvSpPr>
            <a:spLocks noGrp="1"/>
          </p:cNvSpPr>
          <p:nvPr>
            <p:ph type="sldNum" sz="quarter" idx="5"/>
          </p:nvPr>
        </p:nvSpPr>
        <p:spPr/>
        <p:txBody>
          <a:bodyPr/>
          <a:lstStyle/>
          <a:p>
            <a:fld id="{391F491F-38FF-4C0B-9F2E-A8B257536EDB}" type="slidenum">
              <a:rPr lang="en-US" smtClean="0"/>
              <a:t>12</a:t>
            </a:fld>
            <a:endParaRPr lang="en-US"/>
          </a:p>
        </p:txBody>
      </p:sp>
    </p:spTree>
    <p:extLst>
      <p:ext uri="{BB962C8B-B14F-4D97-AF65-F5344CB8AC3E}">
        <p14:creationId xmlns:p14="http://schemas.microsoft.com/office/powerpoint/2010/main" val="149487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3D54-A8D3-188A-F83E-A7971CE2C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69CF2-4D75-FE24-556F-5587BE161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095E97-D905-705B-66E6-0D450CBCB393}"/>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F13AA5CC-3780-2A05-91B2-9B9D9F353E73}"/>
              </a:ext>
            </a:extLst>
          </p:cNvPr>
          <p:cNvSpPr>
            <a:spLocks noGrp="1"/>
          </p:cNvSpPr>
          <p:nvPr>
            <p:ph type="sldNum" sz="quarter" idx="5"/>
          </p:nvPr>
        </p:nvSpPr>
        <p:spPr/>
        <p:txBody>
          <a:bodyPr/>
          <a:lstStyle/>
          <a:p>
            <a:fld id="{391F491F-38FF-4C0B-9F2E-A8B257536EDB}" type="slidenum">
              <a:rPr lang="en-US" smtClean="0"/>
              <a:t>13</a:t>
            </a:fld>
            <a:endParaRPr lang="en-US"/>
          </a:p>
        </p:txBody>
      </p:sp>
    </p:spTree>
    <p:extLst>
      <p:ext uri="{BB962C8B-B14F-4D97-AF65-F5344CB8AC3E}">
        <p14:creationId xmlns:p14="http://schemas.microsoft.com/office/powerpoint/2010/main" val="2764282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81D17-E969-D671-7F39-FE562F5EF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E30F2-77FA-8334-1397-5A9B18C5C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0181A-D75D-32E9-AEBB-70221A14571F}"/>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63827205-E688-BFC0-178C-316553AFDCDE}"/>
              </a:ext>
            </a:extLst>
          </p:cNvPr>
          <p:cNvSpPr>
            <a:spLocks noGrp="1"/>
          </p:cNvSpPr>
          <p:nvPr>
            <p:ph type="sldNum" sz="quarter" idx="5"/>
          </p:nvPr>
        </p:nvSpPr>
        <p:spPr/>
        <p:txBody>
          <a:bodyPr/>
          <a:lstStyle/>
          <a:p>
            <a:fld id="{391F491F-38FF-4C0B-9F2E-A8B257536EDB}" type="slidenum">
              <a:rPr lang="en-US" smtClean="0"/>
              <a:t>14</a:t>
            </a:fld>
            <a:endParaRPr lang="en-US"/>
          </a:p>
        </p:txBody>
      </p:sp>
    </p:spTree>
    <p:extLst>
      <p:ext uri="{BB962C8B-B14F-4D97-AF65-F5344CB8AC3E}">
        <p14:creationId xmlns:p14="http://schemas.microsoft.com/office/powerpoint/2010/main" val="280253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F53AE-684D-C5EF-F454-E0076CD0B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A1FC8-84EA-B223-5C7F-6F1176B03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3780C-B6DD-F288-F9F9-51654792E5EF}"/>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96B5F225-6FE6-8C5D-1DCB-39E04D33E2C8}"/>
              </a:ext>
            </a:extLst>
          </p:cNvPr>
          <p:cNvSpPr>
            <a:spLocks noGrp="1"/>
          </p:cNvSpPr>
          <p:nvPr>
            <p:ph type="sldNum" sz="quarter" idx="5"/>
          </p:nvPr>
        </p:nvSpPr>
        <p:spPr/>
        <p:txBody>
          <a:bodyPr/>
          <a:lstStyle/>
          <a:p>
            <a:fld id="{391F491F-38FF-4C0B-9F2E-A8B257536EDB}" type="slidenum">
              <a:rPr lang="en-US" smtClean="0"/>
              <a:t>15</a:t>
            </a:fld>
            <a:endParaRPr lang="en-US"/>
          </a:p>
        </p:txBody>
      </p:sp>
    </p:spTree>
    <p:extLst>
      <p:ext uri="{BB962C8B-B14F-4D97-AF65-F5344CB8AC3E}">
        <p14:creationId xmlns:p14="http://schemas.microsoft.com/office/powerpoint/2010/main" val="3235063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3B4-F395-2994-D238-13A8EE308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92EA4-45C9-B3B5-2A59-953B696EF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41962-49EA-6E2E-8FF7-EDC36BA41EC8}"/>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EC66D62C-4833-7D61-0031-6F3EA0A88D68}"/>
              </a:ext>
            </a:extLst>
          </p:cNvPr>
          <p:cNvSpPr>
            <a:spLocks noGrp="1"/>
          </p:cNvSpPr>
          <p:nvPr>
            <p:ph type="sldNum" sz="quarter" idx="5"/>
          </p:nvPr>
        </p:nvSpPr>
        <p:spPr/>
        <p:txBody>
          <a:bodyPr/>
          <a:lstStyle/>
          <a:p>
            <a:fld id="{391F491F-38FF-4C0B-9F2E-A8B257536EDB}" type="slidenum">
              <a:rPr lang="en-US" smtClean="0"/>
              <a:t>16</a:t>
            </a:fld>
            <a:endParaRPr lang="en-US"/>
          </a:p>
        </p:txBody>
      </p:sp>
    </p:spTree>
    <p:extLst>
      <p:ext uri="{BB962C8B-B14F-4D97-AF65-F5344CB8AC3E}">
        <p14:creationId xmlns:p14="http://schemas.microsoft.com/office/powerpoint/2010/main" val="112080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4649A-E948-E5AD-2DEB-4F1E92A4F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2241A-A42B-90E8-00C6-4F3890341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55685-9A85-EBC8-600C-5A9B2215929D}"/>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DA4EE90D-200B-3168-2912-4C924C7B40DD}"/>
              </a:ext>
            </a:extLst>
          </p:cNvPr>
          <p:cNvSpPr>
            <a:spLocks noGrp="1"/>
          </p:cNvSpPr>
          <p:nvPr>
            <p:ph type="sldNum" sz="quarter" idx="5"/>
          </p:nvPr>
        </p:nvSpPr>
        <p:spPr/>
        <p:txBody>
          <a:bodyPr/>
          <a:lstStyle/>
          <a:p>
            <a:fld id="{391F491F-38FF-4C0B-9F2E-A8B257536EDB}" type="slidenum">
              <a:rPr lang="en-US" smtClean="0"/>
              <a:t>17</a:t>
            </a:fld>
            <a:endParaRPr lang="en-US"/>
          </a:p>
        </p:txBody>
      </p:sp>
    </p:spTree>
    <p:extLst>
      <p:ext uri="{BB962C8B-B14F-4D97-AF65-F5344CB8AC3E}">
        <p14:creationId xmlns:p14="http://schemas.microsoft.com/office/powerpoint/2010/main" val="1537943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3324E-0F28-39E2-FDDB-AE2456B82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46FAB-121F-0A7B-6F56-940DD5B13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566C5-DB76-D36F-059D-4F8C348D6727}"/>
              </a:ext>
            </a:extLst>
          </p:cNvPr>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a:extLst>
              <a:ext uri="{FF2B5EF4-FFF2-40B4-BE49-F238E27FC236}">
                <a16:creationId xmlns:a16="http://schemas.microsoft.com/office/drawing/2014/main" id="{D08D48DE-8884-433A-A50A-DA5C7019360F}"/>
              </a:ext>
            </a:extLst>
          </p:cNvPr>
          <p:cNvSpPr>
            <a:spLocks noGrp="1"/>
          </p:cNvSpPr>
          <p:nvPr>
            <p:ph type="sldNum" sz="quarter" idx="5"/>
          </p:nvPr>
        </p:nvSpPr>
        <p:spPr/>
        <p:txBody>
          <a:bodyPr/>
          <a:lstStyle/>
          <a:p>
            <a:fld id="{391F491F-38FF-4C0B-9F2E-A8B257536EDB}" type="slidenum">
              <a:rPr lang="en-US" smtClean="0"/>
              <a:t>18</a:t>
            </a:fld>
            <a:endParaRPr lang="en-US"/>
          </a:p>
        </p:txBody>
      </p:sp>
    </p:spTree>
    <p:extLst>
      <p:ext uri="{BB962C8B-B14F-4D97-AF65-F5344CB8AC3E}">
        <p14:creationId xmlns:p14="http://schemas.microsoft.com/office/powerpoint/2010/main" val="1847361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8019-FE10-AA94-A0A2-E627C7502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C0F31-3F6C-7358-9963-1275F07FF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73F9A-444D-FB1F-338C-606636064C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7310CB-A807-2472-AA94-8CC55AA76F8C}"/>
              </a:ext>
            </a:extLst>
          </p:cNvPr>
          <p:cNvSpPr>
            <a:spLocks noGrp="1"/>
          </p:cNvSpPr>
          <p:nvPr>
            <p:ph type="sldNum" sz="quarter" idx="5"/>
          </p:nvPr>
        </p:nvSpPr>
        <p:spPr/>
        <p:txBody>
          <a:bodyPr/>
          <a:lstStyle/>
          <a:p>
            <a:fld id="{391F491F-38FF-4C0B-9F2E-A8B257536EDB}" type="slidenum">
              <a:rPr lang="en-US" smtClean="0"/>
              <a:t>19</a:t>
            </a:fld>
            <a:endParaRPr lang="en-US"/>
          </a:p>
        </p:txBody>
      </p:sp>
    </p:spTree>
    <p:extLst>
      <p:ext uri="{BB962C8B-B14F-4D97-AF65-F5344CB8AC3E}">
        <p14:creationId xmlns:p14="http://schemas.microsoft.com/office/powerpoint/2010/main" val="28014687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7" name="Group 16"/>
          <p:cNvGrpSpPr/>
          <p:nvPr/>
        </p:nvGrpSpPr>
        <p:grpSpPr bwMode="hidden">
          <a:xfrm>
            <a:off x="-1" y="0"/>
            <a:ext cx="9906002" cy="6858000"/>
            <a:chOff x="-1" y="0"/>
            <a:chExt cx="12192002" cy="6858000"/>
          </a:xfrm>
        </p:grpSpPr>
        <p:cxnSp>
          <p:nvCxnSpPr>
            <p:cNvPr id="18" name="Straight Connector 17"/>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bwMode="hidden">
            <a:xfrm>
              <a:off x="-1" y="0"/>
              <a:ext cx="12192001" cy="6858000"/>
              <a:chOff x="-1" y="0"/>
              <a:chExt cx="12192001" cy="6858000"/>
            </a:xfrm>
          </p:grpSpPr>
          <p:cxnSp>
            <p:nvCxnSpPr>
              <p:cNvPr id="52" name="Straight Connector 51"/>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57" name="Group 56"/>
              <p:cNvGrpSpPr/>
              <p:nvPr/>
            </p:nvGrpSpPr>
            <p:grpSpPr bwMode="hidden">
              <a:xfrm>
                <a:off x="6327885" y="0"/>
                <a:ext cx="5864115" cy="5898673"/>
                <a:chOff x="6327885" y="0"/>
                <a:chExt cx="5864115" cy="5898673"/>
              </a:xfrm>
            </p:grpSpPr>
            <p:cxnSp>
              <p:nvCxnSpPr>
                <p:cNvPr id="63" name="Straight Connector 62"/>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58" name="Straight Connector 57"/>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bwMode="hidden">
            <a:xfrm flipH="1">
              <a:off x="0" y="0"/>
              <a:ext cx="12192001" cy="6858000"/>
              <a:chOff x="-1" y="0"/>
              <a:chExt cx="12192001" cy="6858000"/>
            </a:xfrm>
          </p:grpSpPr>
          <p:cxnSp>
            <p:nvCxnSpPr>
              <p:cNvPr id="36" name="Straight Connector 35"/>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bwMode="hidden">
              <a:xfrm>
                <a:off x="6327885" y="0"/>
                <a:ext cx="5864115" cy="5898673"/>
                <a:chOff x="6327885" y="0"/>
                <a:chExt cx="5864115" cy="5898673"/>
              </a:xfrm>
            </p:grpSpPr>
            <p:cxnSp>
              <p:nvCxnSpPr>
                <p:cNvPr id="47" name="Straight Connector 46"/>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495597" y="1890366"/>
            <a:ext cx="8914946" cy="2709774"/>
          </a:xfrm>
        </p:spPr>
        <p:txBody>
          <a:bodyPr anchor="ctr"/>
          <a:lstStyle>
            <a:lvl1pPr algn="ctr">
              <a:defRPr sz="6000" b="0">
                <a:solidFill>
                  <a:schemeClr val="tx1">
                    <a:lumMod val="85000"/>
                    <a:lumOff val="15000"/>
                  </a:schemeClr>
                </a:solidFill>
                <a:latin typeface="Dosis ExtraBold" pitchFamily="2" charset="0"/>
                <a:cs typeface="Lato Black" panose="020F0A02020204030203" pitchFamily="34" charset="0"/>
              </a:defRPr>
            </a:lvl1pPr>
          </a:lstStyle>
          <a:p>
            <a:r>
              <a:rPr lang="en-US"/>
              <a:t>Click to edit Master title style</a:t>
            </a:r>
            <a:endParaRPr lang="en-GB"/>
          </a:p>
        </p:txBody>
      </p:sp>
      <p:sp>
        <p:nvSpPr>
          <p:cNvPr id="3" name="Subtitle 2"/>
          <p:cNvSpPr>
            <a:spLocks noGrp="1"/>
          </p:cNvSpPr>
          <p:nvPr>
            <p:ph type="subTitle" idx="1"/>
          </p:nvPr>
        </p:nvSpPr>
        <p:spPr>
          <a:xfrm>
            <a:off x="495597" y="4744714"/>
            <a:ext cx="3617571" cy="1753089"/>
          </a:xfrm>
        </p:spPr>
        <p:txBody>
          <a:bodyPr anchor="ctr"/>
          <a:lstStyle>
            <a:lvl1pPr marL="0" indent="0" algn="ctr">
              <a:buNone/>
              <a:defRPr sz="2400">
                <a:solidFill>
                  <a:schemeClr val="tx1">
                    <a:lumMod val="85000"/>
                    <a:lumOff val="15000"/>
                  </a:schemeClr>
                </a:solidFill>
                <a:latin typeface="Dosis" pitchFamily="2"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3" name="Pentagon 12"/>
          <p:cNvSpPr/>
          <p:nvPr/>
        </p:nvSpPr>
        <p:spPr>
          <a:xfrm>
            <a:off x="1" y="543"/>
            <a:ext cx="1764770" cy="765195"/>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Dosis" pitchFamily="2" charset="0"/>
            </a:endParaRPr>
          </a:p>
        </p:txBody>
      </p:sp>
      <p:grpSp>
        <p:nvGrpSpPr>
          <p:cNvPr id="4" name="Group 3">
            <a:extLst>
              <a:ext uri="{FF2B5EF4-FFF2-40B4-BE49-F238E27FC236}">
                <a16:creationId xmlns:a16="http://schemas.microsoft.com/office/drawing/2014/main" id="{F37D3501-5DF6-029A-CD59-0C6F6CFB40F1}"/>
              </a:ext>
            </a:extLst>
          </p:cNvPr>
          <p:cNvGrpSpPr/>
          <p:nvPr userDrawn="1"/>
        </p:nvGrpSpPr>
        <p:grpSpPr>
          <a:xfrm>
            <a:off x="2425148" y="201033"/>
            <a:ext cx="7141731" cy="946077"/>
            <a:chOff x="2276474" y="99057"/>
            <a:chExt cx="6391089" cy="669292"/>
          </a:xfrm>
        </p:grpSpPr>
        <p:sp>
          <p:nvSpPr>
            <p:cNvPr id="5" name="TextBox 4">
              <a:extLst>
                <a:ext uri="{FF2B5EF4-FFF2-40B4-BE49-F238E27FC236}">
                  <a16:creationId xmlns:a16="http://schemas.microsoft.com/office/drawing/2014/main" id="{B34A61AE-4D8B-5C5C-73F4-747601782A95}"/>
                </a:ext>
              </a:extLst>
            </p:cNvPr>
            <p:cNvSpPr txBox="1"/>
            <p:nvPr userDrawn="1"/>
          </p:nvSpPr>
          <p:spPr>
            <a:xfrm>
              <a:off x="2276474" y="99057"/>
              <a:ext cx="6391089" cy="387662"/>
            </a:xfrm>
            <a:prstGeom prst="rect">
              <a:avLst/>
            </a:prstGeom>
            <a:noFill/>
          </p:spPr>
          <p:txBody>
            <a:bodyPr wrap="square">
              <a:prstTxWarp prst="textPlain">
                <a:avLst/>
              </a:prstTxWarp>
              <a:spAutoFit/>
            </a:bodyPr>
            <a:lstStyle/>
            <a:p>
              <a:pPr algn="ctr"/>
              <a:r>
                <a:rPr lang="en-US">
                  <a:solidFill>
                    <a:schemeClr val="tx1">
                      <a:lumMod val="85000"/>
                      <a:lumOff val="15000"/>
                    </a:schemeClr>
                  </a:solidFill>
                  <a:latin typeface="Dosis ExtraBold" pitchFamily="2" charset="0"/>
                  <a:cs typeface="Lato Black" panose="020F0A02020204030203" pitchFamily="34" charset="0"/>
                </a:rPr>
                <a:t>Electric Vehicle Supply Equipment Laboratory</a:t>
              </a:r>
            </a:p>
          </p:txBody>
        </p:sp>
        <p:sp>
          <p:nvSpPr>
            <p:cNvPr id="6" name="TextBox 5">
              <a:extLst>
                <a:ext uri="{FF2B5EF4-FFF2-40B4-BE49-F238E27FC236}">
                  <a16:creationId xmlns:a16="http://schemas.microsoft.com/office/drawing/2014/main" id="{7C02143D-35F6-E9E4-E61C-DF061DA20CC4}"/>
                </a:ext>
              </a:extLst>
            </p:cNvPr>
            <p:cNvSpPr txBox="1"/>
            <p:nvPr userDrawn="1"/>
          </p:nvSpPr>
          <p:spPr>
            <a:xfrm>
              <a:off x="2276474" y="563153"/>
              <a:ext cx="6391089" cy="205195"/>
            </a:xfrm>
            <a:prstGeom prst="rect">
              <a:avLst/>
            </a:prstGeom>
            <a:noFill/>
          </p:spPr>
          <p:txBody>
            <a:bodyPr wrap="square">
              <a:prstTxWarp prst="textPlain">
                <a:avLst/>
              </a:prstTxWarp>
              <a:spAutoFit/>
            </a:bodyPr>
            <a:lstStyle/>
            <a:p>
              <a:pPr algn="ctr"/>
              <a:r>
                <a:rPr lang="en-US" sz="1400">
                  <a:solidFill>
                    <a:schemeClr val="tx1">
                      <a:lumMod val="85000"/>
                      <a:lumOff val="15000"/>
                    </a:schemeClr>
                  </a:solidFill>
                  <a:latin typeface="Dosis" pitchFamily="2" charset="0"/>
                  <a:cs typeface="Lato" panose="020F0502020204030203" pitchFamily="34" charset="0"/>
                </a:rPr>
                <a:t>C1B, </a:t>
              </a:r>
              <a:r>
                <a:rPr lang="en-US" sz="1400" err="1">
                  <a:solidFill>
                    <a:schemeClr val="tx1">
                      <a:lumMod val="85000"/>
                      <a:lumOff val="15000"/>
                    </a:schemeClr>
                  </a:solidFill>
                  <a:latin typeface="Dosis" pitchFamily="2" charset="0"/>
                  <a:cs typeface="Lato" panose="020F0502020204030203" pitchFamily="34" charset="0"/>
                </a:rPr>
                <a:t>Đại</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học</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Bách</a:t>
              </a:r>
              <a:r>
                <a:rPr lang="en-US" sz="1400">
                  <a:solidFill>
                    <a:schemeClr val="tx1">
                      <a:lumMod val="85000"/>
                      <a:lumOff val="15000"/>
                    </a:schemeClr>
                  </a:solidFill>
                  <a:latin typeface="Dosis" pitchFamily="2" charset="0"/>
                  <a:cs typeface="Lato" panose="020F0502020204030203" pitchFamily="34" charset="0"/>
                </a:rPr>
                <a:t> Khoa Hà </a:t>
              </a:r>
              <a:r>
                <a:rPr lang="en-US" sz="1400" err="1">
                  <a:solidFill>
                    <a:schemeClr val="tx1">
                      <a:lumMod val="85000"/>
                      <a:lumOff val="15000"/>
                    </a:schemeClr>
                  </a:solidFill>
                  <a:latin typeface="Dosis" pitchFamily="2" charset="0"/>
                  <a:cs typeface="Lato" panose="020F0502020204030203" pitchFamily="34" charset="0"/>
                </a:rPr>
                <a:t>Nội</a:t>
              </a:r>
              <a:r>
                <a:rPr lang="en-US" sz="1400">
                  <a:solidFill>
                    <a:schemeClr val="tx1">
                      <a:lumMod val="85000"/>
                      <a:lumOff val="15000"/>
                    </a:schemeClr>
                  </a:solidFill>
                  <a:latin typeface="Dosis" pitchFamily="2" charset="0"/>
                  <a:cs typeface="Lato" panose="020F0502020204030203" pitchFamily="34" charset="0"/>
                </a:rPr>
                <a:t> – </a:t>
              </a:r>
              <a:r>
                <a:rPr lang="en-US" sz="1400" err="1">
                  <a:solidFill>
                    <a:schemeClr val="tx1">
                      <a:lumMod val="85000"/>
                      <a:lumOff val="15000"/>
                    </a:schemeClr>
                  </a:solidFill>
                  <a:latin typeface="Dosis" pitchFamily="2" charset="0"/>
                  <a:cs typeface="Lato" panose="020F0502020204030203" pitchFamily="34" charset="0"/>
                </a:rPr>
                <a:t>tel</a:t>
              </a:r>
              <a:r>
                <a:rPr lang="en-US" sz="1400">
                  <a:solidFill>
                    <a:schemeClr val="tx1">
                      <a:lumMod val="85000"/>
                      <a:lumOff val="15000"/>
                    </a:schemeClr>
                  </a:solidFill>
                  <a:latin typeface="Dosis" pitchFamily="2" charset="0"/>
                  <a:cs typeface="Lato" panose="020F0502020204030203" pitchFamily="34" charset="0"/>
                </a:rPr>
                <a:t>: 0963441242</a:t>
              </a:r>
            </a:p>
          </p:txBody>
        </p:sp>
      </p:grpSp>
      <p:pic>
        <p:nvPicPr>
          <p:cNvPr id="11" name="Picture 10">
            <a:extLst>
              <a:ext uri="{FF2B5EF4-FFF2-40B4-BE49-F238E27FC236}">
                <a16:creationId xmlns:a16="http://schemas.microsoft.com/office/drawing/2014/main" id="{ADDF2ECF-CE97-3838-BE8C-F2DE5BF553B8}"/>
              </a:ext>
            </a:extLst>
          </p:cNvPr>
          <p:cNvPicPr>
            <a:picLocks noChangeAspect="1"/>
          </p:cNvPicPr>
          <p:nvPr userDrawn="1"/>
        </p:nvPicPr>
        <p:blipFill rotWithShape="1">
          <a:blip r:embed="rId2">
            <a:clrChange>
              <a:clrFrom>
                <a:srgbClr val="FFFFFF"/>
              </a:clrFrom>
              <a:clrTo>
                <a:srgbClr val="FFFFFF">
                  <a:alpha val="0"/>
                </a:srgbClr>
              </a:clrTo>
            </a:clrChange>
            <a:lum bright="70000" contrast="-70000"/>
          </a:blip>
          <a:srcRect t="13822" r="8049" b="20445"/>
          <a:stretch/>
        </p:blipFill>
        <p:spPr>
          <a:xfrm>
            <a:off x="6310240" y="5051904"/>
            <a:ext cx="3100460" cy="1753089"/>
          </a:xfrm>
          <a:prstGeom prst="rect">
            <a:avLst/>
          </a:prstGeom>
        </p:spPr>
      </p:pic>
      <p:pic>
        <p:nvPicPr>
          <p:cNvPr id="14" name="Picture 13" descr="A close up of a logo&#10;&#10;Description automatically generated">
            <a:extLst>
              <a:ext uri="{FF2B5EF4-FFF2-40B4-BE49-F238E27FC236}">
                <a16:creationId xmlns:a16="http://schemas.microsoft.com/office/drawing/2014/main" id="{B89F6C4C-F7A4-0677-3851-DD45029DAC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7926" y="93337"/>
            <a:ext cx="1919857" cy="1184682"/>
          </a:xfrm>
          <a:prstGeom prst="rect">
            <a:avLst/>
          </a:prstGeom>
        </p:spPr>
      </p:pic>
    </p:spTree>
    <p:extLst>
      <p:ext uri="{BB962C8B-B14F-4D97-AF65-F5344CB8AC3E}">
        <p14:creationId xmlns:p14="http://schemas.microsoft.com/office/powerpoint/2010/main" val="1100522700"/>
      </p:ext>
    </p:extLst>
  </p:cSld>
  <p:clrMapOvr>
    <a:masterClrMapping/>
  </p:clrMapOvr>
  <p:extLst>
    <p:ext uri="{DCECCB84-F9BA-43D5-87BE-67443E8EF086}">
      <p15:sldGuideLst xmlns:p15="http://schemas.microsoft.com/office/powerpoint/2012/main">
        <p15:guide id="1" orient="horz" pos="2137"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750" y="872455"/>
            <a:ext cx="9163050" cy="5493533"/>
          </a:xfrm>
        </p:spPr>
        <p:txBody>
          <a:bodyPr>
            <a:normAutofit/>
          </a:bodyPr>
          <a:lstStyle>
            <a:lvl1pPr>
              <a:defRPr sz="4000">
                <a:solidFill>
                  <a:schemeClr val="tx1">
                    <a:lumMod val="85000"/>
                    <a:lumOff val="15000"/>
                  </a:schemeClr>
                </a:solidFill>
                <a:latin typeface="Dosis" pitchFamily="2" charset="0"/>
                <a:cs typeface="Lato" panose="020F0502020204030203" pitchFamily="34" charset="0"/>
              </a:defRPr>
            </a:lvl1pPr>
            <a:lvl2pPr>
              <a:defRPr sz="3600">
                <a:solidFill>
                  <a:schemeClr val="tx1">
                    <a:lumMod val="85000"/>
                    <a:lumOff val="15000"/>
                  </a:schemeClr>
                </a:solidFill>
                <a:latin typeface="Dosis" pitchFamily="2" charset="0"/>
                <a:cs typeface="Lato" panose="020F0502020204030203" pitchFamily="34" charset="0"/>
              </a:defRPr>
            </a:lvl2pPr>
            <a:lvl3pPr>
              <a:spcBef>
                <a:spcPts val="0"/>
              </a:spcBef>
              <a:spcAft>
                <a:spcPts val="1200"/>
              </a:spcAft>
              <a:defRPr sz="3200">
                <a:solidFill>
                  <a:schemeClr val="tx1">
                    <a:lumMod val="85000"/>
                    <a:lumOff val="15000"/>
                  </a:schemeClr>
                </a:solidFill>
                <a:latin typeface="Dosis" pitchFamily="2" charset="0"/>
                <a:cs typeface="Lato" panose="020F0502020204030203" pitchFamily="34" charset="0"/>
              </a:defRPr>
            </a:lvl3pPr>
            <a:lvl4pPr>
              <a:defRPr sz="2800">
                <a:solidFill>
                  <a:schemeClr val="tx1">
                    <a:lumMod val="85000"/>
                    <a:lumOff val="15000"/>
                  </a:schemeClr>
                </a:solidFill>
                <a:latin typeface="Dosis" pitchFamily="2" charset="0"/>
                <a:cs typeface="Lato" panose="020F0502020204030203" pitchFamily="34" charset="0"/>
              </a:defRPr>
            </a:lvl4pPr>
            <a:lvl5pPr>
              <a:defRPr sz="2800">
                <a:solidFill>
                  <a:schemeClr val="tx1">
                    <a:lumMod val="85000"/>
                    <a:lumOff val="15000"/>
                  </a:schemeClr>
                </a:solidFill>
                <a:latin typeface="Dosis" pitchFamily="2"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p:cNvSpPr/>
          <p:nvPr/>
        </p:nvSpPr>
        <p:spPr>
          <a:xfrm>
            <a:off x="0" y="6570787"/>
            <a:ext cx="9906000" cy="2872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endParaRPr lang="en-US" sz="3600">
              <a:solidFill>
                <a:schemeClr val="tx1">
                  <a:lumMod val="75000"/>
                  <a:lumOff val="25000"/>
                </a:schemeClr>
              </a:solidFill>
              <a:latin typeface="Dosis" pitchFamily="2" charset="0"/>
              <a:ea typeface="Asana" panose="02000603000000000000" pitchFamily="2" charset="0"/>
              <a:cs typeface="Lato" panose="020F0502020204030203" pitchFamily="34" charset="0"/>
            </a:endParaRPr>
          </a:p>
        </p:txBody>
      </p:sp>
      <p:sp>
        <p:nvSpPr>
          <p:cNvPr id="4" name="Date Placeholder 3"/>
          <p:cNvSpPr>
            <a:spLocks noGrp="1"/>
          </p:cNvSpPr>
          <p:nvPr>
            <p:ph type="dt" sz="half" idx="10"/>
          </p:nvPr>
        </p:nvSpPr>
        <p:spPr>
          <a:xfrm>
            <a:off x="681038" y="6570787"/>
            <a:ext cx="2228850"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fld id="{4CDACB4C-8576-42BD-A1CF-557C555A32CD}" type="datetime1">
              <a:rPr lang="en-US" smtClean="0"/>
              <a:t>4/4/2025</a:t>
            </a:fld>
            <a:endParaRPr lang="en-US"/>
          </a:p>
        </p:txBody>
      </p:sp>
      <p:sp>
        <p:nvSpPr>
          <p:cNvPr id="5" name="Footer Placeholder 4"/>
          <p:cNvSpPr>
            <a:spLocks noGrp="1"/>
          </p:cNvSpPr>
          <p:nvPr>
            <p:ph type="ftr" sz="quarter" idx="11"/>
          </p:nvPr>
        </p:nvSpPr>
        <p:spPr>
          <a:xfrm>
            <a:off x="2909888" y="6570787"/>
            <a:ext cx="4086225"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r>
              <a:rPr lang="en-US"/>
              <a:t>EVSELab brief introduction</a:t>
            </a:r>
          </a:p>
        </p:txBody>
      </p:sp>
      <p:sp>
        <p:nvSpPr>
          <p:cNvPr id="6" name="Slide Number Placeholder 5"/>
          <p:cNvSpPr>
            <a:spLocks noGrp="1"/>
          </p:cNvSpPr>
          <p:nvPr>
            <p:ph type="sldNum" sz="quarter" idx="12"/>
          </p:nvPr>
        </p:nvSpPr>
        <p:spPr>
          <a:xfrm>
            <a:off x="6996113" y="6570787"/>
            <a:ext cx="2228850"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fld id="{6FC7B32C-BCDB-467B-AAD1-D0D29C12FD8E}" type="slidenum">
              <a:rPr lang="en-US" smtClean="0"/>
              <a:pPr/>
              <a:t>‹#›</a:t>
            </a:fld>
            <a:endParaRPr lang="en-US"/>
          </a:p>
        </p:txBody>
      </p:sp>
      <p:cxnSp>
        <p:nvCxnSpPr>
          <p:cNvPr id="12" name="Straight Connector 11"/>
          <p:cNvCxnSpPr/>
          <p:nvPr/>
        </p:nvCxnSpPr>
        <p:spPr>
          <a:xfrm>
            <a:off x="0" y="761877"/>
            <a:ext cx="9906000" cy="0"/>
          </a:xfrm>
          <a:prstGeom prst="line">
            <a:avLst/>
          </a:prstGeom>
          <a:ln w="161290">
            <a:gradFill flip="none" rotWithShape="1">
              <a:gsLst>
                <a:gs pos="50000">
                  <a:schemeClr val="bg1">
                    <a:lumMod val="95000"/>
                  </a:schemeClr>
                </a:gs>
                <a:gs pos="0">
                  <a:schemeClr val="accent1">
                    <a:lumMod val="20000"/>
                    <a:lumOff val="80000"/>
                  </a:schemeClr>
                </a:gs>
                <a:gs pos="100000">
                  <a:schemeClr val="accent4">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 name="Pentagon 34">
            <a:extLst>
              <a:ext uri="{FF2B5EF4-FFF2-40B4-BE49-F238E27FC236}">
                <a16:creationId xmlns:a16="http://schemas.microsoft.com/office/drawing/2014/main" id="{A304340F-8DFF-4AB2-A40A-65680CCCC2A3}"/>
              </a:ext>
            </a:extLst>
          </p:cNvPr>
          <p:cNvSpPr/>
          <p:nvPr userDrawn="1"/>
        </p:nvSpPr>
        <p:spPr>
          <a:xfrm>
            <a:off x="1" y="0"/>
            <a:ext cx="9905999" cy="6668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Dosis" pitchFamily="2" charset="0"/>
            </a:endParaRPr>
          </a:p>
        </p:txBody>
      </p:sp>
      <p:sp>
        <p:nvSpPr>
          <p:cNvPr id="13" name="Title 12">
            <a:extLst>
              <a:ext uri="{FF2B5EF4-FFF2-40B4-BE49-F238E27FC236}">
                <a16:creationId xmlns:a16="http://schemas.microsoft.com/office/drawing/2014/main" id="{3D07F2A2-C0A2-B481-673B-2559D4D757AB}"/>
              </a:ext>
            </a:extLst>
          </p:cNvPr>
          <p:cNvSpPr>
            <a:spLocks noGrp="1"/>
          </p:cNvSpPr>
          <p:nvPr>
            <p:ph type="title"/>
          </p:nvPr>
        </p:nvSpPr>
        <p:spPr>
          <a:xfrm>
            <a:off x="66837" y="99095"/>
            <a:ext cx="9766931" cy="548731"/>
          </a:xfrm>
        </p:spPr>
        <p:txBody>
          <a:bodyPr>
            <a:noAutofit/>
          </a:bodyPr>
          <a:lstStyle>
            <a:lvl1pPr algn="ctr">
              <a:defRPr sz="4000" b="0">
                <a:solidFill>
                  <a:schemeClr val="tx1">
                    <a:lumMod val="85000"/>
                    <a:lumOff val="15000"/>
                  </a:schemeClr>
                </a:solidFill>
                <a:latin typeface="Dosis ExtraBold" pitchFamily="2" charset="0"/>
                <a:cs typeface="Lato Black" panose="020F0A02020204030203" pitchFamily="34" charset="0"/>
              </a:defRPr>
            </a:lvl1pPr>
          </a:lstStyle>
          <a:p>
            <a:r>
              <a:rPr lang="en-US"/>
              <a:t>Click to edit Master title style</a:t>
            </a:r>
          </a:p>
        </p:txBody>
      </p:sp>
      <p:cxnSp>
        <p:nvCxnSpPr>
          <p:cNvPr id="2" name="Straight Connector 1">
            <a:extLst>
              <a:ext uri="{FF2B5EF4-FFF2-40B4-BE49-F238E27FC236}">
                <a16:creationId xmlns:a16="http://schemas.microsoft.com/office/drawing/2014/main" id="{1359FCEE-08D4-F3CD-A046-CE7160FCCC8B}"/>
              </a:ext>
            </a:extLst>
          </p:cNvPr>
          <p:cNvCxnSpPr/>
          <p:nvPr userDrawn="1"/>
        </p:nvCxnSpPr>
        <p:spPr>
          <a:xfrm>
            <a:off x="0" y="6460990"/>
            <a:ext cx="9906000" cy="0"/>
          </a:xfrm>
          <a:prstGeom prst="line">
            <a:avLst/>
          </a:prstGeom>
          <a:ln w="64516">
            <a:gradFill flip="none" rotWithShape="1">
              <a:gsLst>
                <a:gs pos="50000">
                  <a:schemeClr val="bg1">
                    <a:lumMod val="85000"/>
                  </a:schemeClr>
                </a:gs>
                <a:gs pos="0">
                  <a:schemeClr val="accent5">
                    <a:lumMod val="40000"/>
                    <a:lumOff val="60000"/>
                  </a:schemeClr>
                </a:gs>
                <a:gs pos="100000">
                  <a:schemeClr val="accent4">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8" name="Picture 7" descr="A close up of a logo&#10;&#10;Description automatically generated">
            <a:extLst>
              <a:ext uri="{FF2B5EF4-FFF2-40B4-BE49-F238E27FC236}">
                <a16:creationId xmlns:a16="http://schemas.microsoft.com/office/drawing/2014/main" id="{E4AFCD61-5E35-E6B8-23E3-7A57B3CEAB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2750" y="99095"/>
            <a:ext cx="889256" cy="548731"/>
          </a:xfrm>
          <a:prstGeom prst="rect">
            <a:avLst/>
          </a:prstGeom>
        </p:spPr>
      </p:pic>
    </p:spTree>
    <p:extLst>
      <p:ext uri="{BB962C8B-B14F-4D97-AF65-F5344CB8AC3E}">
        <p14:creationId xmlns:p14="http://schemas.microsoft.com/office/powerpoint/2010/main" val="34391910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entagon 34">
            <a:extLst>
              <a:ext uri="{FF2B5EF4-FFF2-40B4-BE49-F238E27FC236}">
                <a16:creationId xmlns:a16="http://schemas.microsoft.com/office/drawing/2014/main" id="{C49DF1B1-6F22-1FA9-363C-0874B083CF80}"/>
              </a:ext>
            </a:extLst>
          </p:cNvPr>
          <p:cNvSpPr/>
          <p:nvPr userDrawn="1"/>
        </p:nvSpPr>
        <p:spPr>
          <a:xfrm>
            <a:off x="1" y="-1"/>
            <a:ext cx="9905999" cy="841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71600" indent="0" algn="ctr"/>
            <a:endParaRPr lang="en-US" sz="2800">
              <a:solidFill>
                <a:srgbClr val="003600"/>
              </a:solidFill>
              <a:latin typeface="Dosis" pitchFamily="2" charset="0"/>
              <a:cs typeface="Lato Black" panose="020F0A02020204030203" pitchFamily="34" charset="0"/>
            </a:endParaRPr>
          </a:p>
        </p:txBody>
      </p:sp>
      <p:sp>
        <p:nvSpPr>
          <p:cNvPr id="2" name="Title 1"/>
          <p:cNvSpPr>
            <a:spLocks noGrp="1"/>
          </p:cNvSpPr>
          <p:nvPr>
            <p:ph type="title"/>
          </p:nvPr>
        </p:nvSpPr>
        <p:spPr>
          <a:xfrm>
            <a:off x="675879" y="1709741"/>
            <a:ext cx="8543925" cy="2852737"/>
          </a:xfrm>
          <a:noFill/>
        </p:spPr>
        <p:txBody>
          <a:bodyPr anchor="b">
            <a:normAutofit/>
          </a:bodyPr>
          <a:lstStyle>
            <a:lvl1pPr algn="r">
              <a:defRPr sz="5400">
                <a:solidFill>
                  <a:schemeClr val="tx1">
                    <a:lumMod val="95000"/>
                    <a:lumOff val="5000"/>
                  </a:schemeClr>
                </a:solidFill>
                <a:latin typeface="Dosis ExtraBold" pitchFamily="2" charset="0"/>
                <a:cs typeface="Lato Black" panose="020F0A02020204030203" pitchFamily="34" charset="0"/>
              </a:defRPr>
            </a:lvl1pPr>
          </a:lstStyle>
          <a:p>
            <a:r>
              <a:rPr lang="en-US"/>
              <a:t>Click to edit Master title style</a:t>
            </a:r>
            <a:endParaRPr lang="en-GB"/>
          </a:p>
        </p:txBody>
      </p:sp>
      <p:pic>
        <p:nvPicPr>
          <p:cNvPr id="3" name="Picture 2" descr="A close up of a logo&#10;&#10;Description automatically generated">
            <a:extLst>
              <a:ext uri="{FF2B5EF4-FFF2-40B4-BE49-F238E27FC236}">
                <a16:creationId xmlns:a16="http://schemas.microsoft.com/office/drawing/2014/main" id="{6793EBA4-575F-EF45-9BFA-5DA97F2E2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7926" y="93337"/>
            <a:ext cx="1919857" cy="1184682"/>
          </a:xfrm>
          <a:prstGeom prst="rect">
            <a:avLst/>
          </a:prstGeom>
        </p:spPr>
      </p:pic>
      <p:grpSp>
        <p:nvGrpSpPr>
          <p:cNvPr id="4" name="Group 3">
            <a:extLst>
              <a:ext uri="{FF2B5EF4-FFF2-40B4-BE49-F238E27FC236}">
                <a16:creationId xmlns:a16="http://schemas.microsoft.com/office/drawing/2014/main" id="{33D698A9-839C-FEF5-73A1-CDD184341F98}"/>
              </a:ext>
            </a:extLst>
          </p:cNvPr>
          <p:cNvGrpSpPr/>
          <p:nvPr userDrawn="1"/>
        </p:nvGrpSpPr>
        <p:grpSpPr>
          <a:xfrm>
            <a:off x="2425148" y="201033"/>
            <a:ext cx="7141731" cy="946077"/>
            <a:chOff x="2276474" y="99057"/>
            <a:chExt cx="6391089" cy="669292"/>
          </a:xfrm>
        </p:grpSpPr>
        <p:sp>
          <p:nvSpPr>
            <p:cNvPr id="5" name="TextBox 4">
              <a:extLst>
                <a:ext uri="{FF2B5EF4-FFF2-40B4-BE49-F238E27FC236}">
                  <a16:creationId xmlns:a16="http://schemas.microsoft.com/office/drawing/2014/main" id="{E8969E7E-4D8D-2521-E18E-2B53FAA2E84A}"/>
                </a:ext>
              </a:extLst>
            </p:cNvPr>
            <p:cNvSpPr txBox="1"/>
            <p:nvPr userDrawn="1"/>
          </p:nvSpPr>
          <p:spPr>
            <a:xfrm>
              <a:off x="2276474" y="99057"/>
              <a:ext cx="6391089" cy="387662"/>
            </a:xfrm>
            <a:prstGeom prst="rect">
              <a:avLst/>
            </a:prstGeom>
            <a:noFill/>
          </p:spPr>
          <p:txBody>
            <a:bodyPr wrap="square">
              <a:prstTxWarp prst="textPlain">
                <a:avLst/>
              </a:prstTxWarp>
              <a:spAutoFit/>
            </a:bodyPr>
            <a:lstStyle/>
            <a:p>
              <a:pPr algn="ctr"/>
              <a:r>
                <a:rPr lang="en-US">
                  <a:solidFill>
                    <a:schemeClr val="tx1">
                      <a:lumMod val="85000"/>
                      <a:lumOff val="15000"/>
                    </a:schemeClr>
                  </a:solidFill>
                  <a:latin typeface="Dosis ExtraBold" pitchFamily="2" charset="0"/>
                  <a:cs typeface="Lato Black" panose="020F0A02020204030203" pitchFamily="34" charset="0"/>
                </a:rPr>
                <a:t>Electric Vehicle Supply Equipment Laboratory</a:t>
              </a:r>
            </a:p>
          </p:txBody>
        </p:sp>
        <p:sp>
          <p:nvSpPr>
            <p:cNvPr id="6" name="TextBox 5">
              <a:extLst>
                <a:ext uri="{FF2B5EF4-FFF2-40B4-BE49-F238E27FC236}">
                  <a16:creationId xmlns:a16="http://schemas.microsoft.com/office/drawing/2014/main" id="{E6EC54A9-7E48-5CD8-B7B5-46412D6E4831}"/>
                </a:ext>
              </a:extLst>
            </p:cNvPr>
            <p:cNvSpPr txBox="1"/>
            <p:nvPr userDrawn="1"/>
          </p:nvSpPr>
          <p:spPr>
            <a:xfrm>
              <a:off x="2276474" y="563153"/>
              <a:ext cx="6391089" cy="205195"/>
            </a:xfrm>
            <a:prstGeom prst="rect">
              <a:avLst/>
            </a:prstGeom>
            <a:noFill/>
          </p:spPr>
          <p:txBody>
            <a:bodyPr wrap="square">
              <a:prstTxWarp prst="textPlain">
                <a:avLst/>
              </a:prstTxWarp>
              <a:spAutoFit/>
            </a:bodyPr>
            <a:lstStyle/>
            <a:p>
              <a:pPr algn="ctr"/>
              <a:r>
                <a:rPr lang="en-US" sz="1400">
                  <a:solidFill>
                    <a:schemeClr val="tx1">
                      <a:lumMod val="85000"/>
                      <a:lumOff val="15000"/>
                    </a:schemeClr>
                  </a:solidFill>
                  <a:latin typeface="Dosis" pitchFamily="2" charset="0"/>
                  <a:cs typeface="Lato" panose="020F0502020204030203" pitchFamily="34" charset="0"/>
                </a:rPr>
                <a:t>C1B, </a:t>
              </a:r>
              <a:r>
                <a:rPr lang="en-US" sz="1400" err="1">
                  <a:solidFill>
                    <a:schemeClr val="tx1">
                      <a:lumMod val="85000"/>
                      <a:lumOff val="15000"/>
                    </a:schemeClr>
                  </a:solidFill>
                  <a:latin typeface="Dosis" pitchFamily="2" charset="0"/>
                  <a:cs typeface="Lato" panose="020F0502020204030203" pitchFamily="34" charset="0"/>
                </a:rPr>
                <a:t>Đại</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học</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Bách</a:t>
              </a:r>
              <a:r>
                <a:rPr lang="en-US" sz="1400">
                  <a:solidFill>
                    <a:schemeClr val="tx1">
                      <a:lumMod val="85000"/>
                      <a:lumOff val="15000"/>
                    </a:schemeClr>
                  </a:solidFill>
                  <a:latin typeface="Dosis" pitchFamily="2" charset="0"/>
                  <a:cs typeface="Lato" panose="020F0502020204030203" pitchFamily="34" charset="0"/>
                </a:rPr>
                <a:t> Khoa Hà </a:t>
              </a:r>
              <a:r>
                <a:rPr lang="en-US" sz="1400" err="1">
                  <a:solidFill>
                    <a:schemeClr val="tx1">
                      <a:lumMod val="85000"/>
                      <a:lumOff val="15000"/>
                    </a:schemeClr>
                  </a:solidFill>
                  <a:latin typeface="Dosis" pitchFamily="2" charset="0"/>
                  <a:cs typeface="Lato" panose="020F0502020204030203" pitchFamily="34" charset="0"/>
                </a:rPr>
                <a:t>Nội</a:t>
              </a:r>
              <a:r>
                <a:rPr lang="en-US" sz="1400">
                  <a:solidFill>
                    <a:schemeClr val="tx1">
                      <a:lumMod val="85000"/>
                      <a:lumOff val="15000"/>
                    </a:schemeClr>
                  </a:solidFill>
                  <a:latin typeface="Dosis" pitchFamily="2" charset="0"/>
                  <a:cs typeface="Lato" panose="020F0502020204030203" pitchFamily="34" charset="0"/>
                </a:rPr>
                <a:t> – </a:t>
              </a:r>
              <a:r>
                <a:rPr lang="en-US" sz="1400" err="1">
                  <a:solidFill>
                    <a:schemeClr val="tx1">
                      <a:lumMod val="85000"/>
                      <a:lumOff val="15000"/>
                    </a:schemeClr>
                  </a:solidFill>
                  <a:latin typeface="Dosis" pitchFamily="2" charset="0"/>
                  <a:cs typeface="Lato" panose="020F0502020204030203" pitchFamily="34" charset="0"/>
                </a:rPr>
                <a:t>tel</a:t>
              </a:r>
              <a:r>
                <a:rPr lang="en-US" sz="1400">
                  <a:solidFill>
                    <a:schemeClr val="tx1">
                      <a:lumMod val="85000"/>
                      <a:lumOff val="15000"/>
                    </a:schemeClr>
                  </a:solidFill>
                  <a:latin typeface="Dosis" pitchFamily="2" charset="0"/>
                  <a:cs typeface="Lato" panose="020F0502020204030203" pitchFamily="34" charset="0"/>
                </a:rPr>
                <a:t>: 0963441242</a:t>
              </a:r>
            </a:p>
          </p:txBody>
        </p:sp>
      </p:grpSp>
    </p:spTree>
    <p:extLst>
      <p:ext uri="{BB962C8B-B14F-4D97-AF65-F5344CB8AC3E}">
        <p14:creationId xmlns:p14="http://schemas.microsoft.com/office/powerpoint/2010/main" val="37237298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Dosis" pitchFamily="2" charset="0"/>
                <a:ea typeface="Asana" panose="02000603000000000000" pitchFamily="2" charset="0"/>
              </a:defRPr>
            </a:lvl1pPr>
          </a:lstStyle>
          <a:p>
            <a:r>
              <a:rPr lang="en-US"/>
              <a:t>Click to edit Master title style</a:t>
            </a:r>
            <a:endParaRPr lang="en-GB"/>
          </a:p>
        </p:txBody>
      </p:sp>
      <p:sp>
        <p:nvSpPr>
          <p:cNvPr id="3" name="Content Placeholder 2"/>
          <p:cNvSpPr>
            <a:spLocks noGrp="1"/>
          </p:cNvSpPr>
          <p:nvPr>
            <p:ph sz="half" idx="1"/>
          </p:nvPr>
        </p:nvSpPr>
        <p:spPr>
          <a:xfrm>
            <a:off x="681037" y="1825625"/>
            <a:ext cx="4189413" cy="4351338"/>
          </a:xfrm>
        </p:spPr>
        <p:txBody>
          <a:bodyPr/>
          <a:lstStyle>
            <a:lvl1pPr>
              <a:defRPr>
                <a:latin typeface="Dosis" pitchFamily="2" charset="0"/>
                <a:ea typeface="Asana" panose="02000603000000000000" pitchFamily="2" charset="0"/>
              </a:defRPr>
            </a:lvl1pPr>
            <a:lvl2pPr>
              <a:defRPr>
                <a:latin typeface="Dosis" pitchFamily="2" charset="0"/>
                <a:ea typeface="Asana" panose="02000603000000000000" pitchFamily="2" charset="0"/>
              </a:defRPr>
            </a:lvl2pPr>
            <a:lvl3pPr>
              <a:defRPr>
                <a:latin typeface="Dosis" pitchFamily="2" charset="0"/>
                <a:ea typeface="Asana" panose="02000603000000000000" pitchFamily="2" charset="0"/>
              </a:defRPr>
            </a:lvl3pPr>
            <a:lvl4pPr>
              <a:defRPr>
                <a:latin typeface="Dosis" pitchFamily="2" charset="0"/>
                <a:ea typeface="Asana" panose="02000603000000000000" pitchFamily="2" charset="0"/>
              </a:defRPr>
            </a:lvl4pPr>
            <a:lvl5pPr>
              <a:defRPr>
                <a:latin typeface="Dosis" pitchFamily="2" charset="0"/>
                <a:ea typeface="Asana" panose="02000603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825625"/>
            <a:ext cx="4189413" cy="4351338"/>
          </a:xfrm>
        </p:spPr>
        <p:txBody>
          <a:bodyPr/>
          <a:lstStyle>
            <a:lvl1pPr>
              <a:defRPr>
                <a:latin typeface="Dosis" pitchFamily="2" charset="0"/>
                <a:ea typeface="Asana" panose="02000603000000000000" pitchFamily="2" charset="0"/>
              </a:defRPr>
            </a:lvl1pPr>
            <a:lvl2pPr>
              <a:defRPr>
                <a:latin typeface="Dosis" pitchFamily="2" charset="0"/>
                <a:ea typeface="Asana" panose="02000603000000000000" pitchFamily="2" charset="0"/>
              </a:defRPr>
            </a:lvl2pPr>
            <a:lvl3pPr>
              <a:defRPr>
                <a:latin typeface="Dosis" pitchFamily="2" charset="0"/>
                <a:ea typeface="Asana" panose="02000603000000000000" pitchFamily="2" charset="0"/>
              </a:defRPr>
            </a:lvl3pPr>
            <a:lvl4pPr>
              <a:defRPr>
                <a:latin typeface="Dosis" pitchFamily="2" charset="0"/>
                <a:ea typeface="Asana" panose="02000603000000000000" pitchFamily="2" charset="0"/>
              </a:defRPr>
            </a:lvl4pPr>
            <a:lvl5pPr>
              <a:defRPr>
                <a:latin typeface="Dosis" pitchFamily="2" charset="0"/>
                <a:ea typeface="Asana" panose="02000603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lvl1pPr>
              <a:defRPr>
                <a:latin typeface="Dosis" pitchFamily="2" charset="0"/>
                <a:ea typeface="Asana" panose="02000603000000000000" pitchFamily="2" charset="0"/>
              </a:defRPr>
            </a:lvl1pPr>
          </a:lstStyle>
          <a:p>
            <a:fld id="{8486AEFA-A6B3-4308-BB6F-8F14B94AB78D}" type="datetime1">
              <a:rPr lang="en-US" smtClean="0"/>
              <a:t>4/4/2025</a:t>
            </a:fld>
            <a:endParaRPr lang="en-US"/>
          </a:p>
        </p:txBody>
      </p:sp>
      <p:sp>
        <p:nvSpPr>
          <p:cNvPr id="6" name="Footer Placeholder 5"/>
          <p:cNvSpPr>
            <a:spLocks noGrp="1"/>
          </p:cNvSpPr>
          <p:nvPr>
            <p:ph type="ftr" sz="quarter" idx="11"/>
          </p:nvPr>
        </p:nvSpPr>
        <p:spPr/>
        <p:txBody>
          <a:bodyPr/>
          <a:lstStyle>
            <a:lvl1pPr>
              <a:defRPr>
                <a:latin typeface="Dosis" pitchFamily="2" charset="0"/>
                <a:ea typeface="Asana" panose="02000603000000000000" pitchFamily="2" charset="0"/>
              </a:defRPr>
            </a:lvl1pPr>
          </a:lstStyle>
          <a:p>
            <a:r>
              <a:rPr lang="en-US"/>
              <a:t>EVSELab brief introduction</a:t>
            </a:r>
          </a:p>
        </p:txBody>
      </p:sp>
      <p:sp>
        <p:nvSpPr>
          <p:cNvPr id="7" name="Slide Number Placeholder 6"/>
          <p:cNvSpPr>
            <a:spLocks noGrp="1"/>
          </p:cNvSpPr>
          <p:nvPr>
            <p:ph type="sldNum" sz="quarter" idx="12"/>
          </p:nvPr>
        </p:nvSpPr>
        <p:spPr/>
        <p:txBody>
          <a:bodyPr/>
          <a:lstStyle>
            <a:lvl1pPr>
              <a:defRPr>
                <a:latin typeface="Dosis" pitchFamily="2" charset="0"/>
                <a:ea typeface="Asana" panose="02000603000000000000" pitchFamily="2" charset="0"/>
              </a:defRPr>
            </a:lvl1pPr>
          </a:lstStyle>
          <a:p>
            <a:fld id="{6FC7B32C-BCDB-467B-AAD1-D0D29C12FD8E}" type="slidenum">
              <a:rPr lang="en-US" smtClean="0"/>
              <a:pPr/>
              <a:t>‹#›</a:t>
            </a:fld>
            <a:endParaRPr lang="en-US"/>
          </a:p>
        </p:txBody>
      </p:sp>
    </p:spTree>
    <p:extLst>
      <p:ext uri="{BB962C8B-B14F-4D97-AF65-F5344CB8AC3E}">
        <p14:creationId xmlns:p14="http://schemas.microsoft.com/office/powerpoint/2010/main" val="2962300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758" y="365128"/>
            <a:ext cx="8543925"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82759" y="1681163"/>
            <a:ext cx="419113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759" y="2505075"/>
            <a:ext cx="4191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014913" y="1681163"/>
            <a:ext cx="421177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77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000D2C7-3A3E-4B56-A242-025A9BBF22A6}" type="datetime1">
              <a:rPr lang="en-US" smtClean="0"/>
              <a:t>4/4/2025</a:t>
            </a:fld>
            <a:endParaRPr lang="en-US"/>
          </a:p>
        </p:txBody>
      </p:sp>
      <p:sp>
        <p:nvSpPr>
          <p:cNvPr id="8" name="Footer Placeholder 7"/>
          <p:cNvSpPr>
            <a:spLocks noGrp="1"/>
          </p:cNvSpPr>
          <p:nvPr>
            <p:ph type="ftr" sz="quarter" idx="11"/>
          </p:nvPr>
        </p:nvSpPr>
        <p:spPr/>
        <p:txBody>
          <a:bodyPr/>
          <a:lstStyle/>
          <a:p>
            <a:r>
              <a:rPr lang="en-US"/>
              <a:t>EVSELab brief introduction</a:t>
            </a:r>
          </a:p>
        </p:txBody>
      </p:sp>
      <p:sp>
        <p:nvSpPr>
          <p:cNvPr id="9" name="Slide Number Placeholder 8"/>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414121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894AC71-9848-405B-9B91-B93C22A55D1B}" type="datetime1">
              <a:rPr lang="en-US" smtClean="0"/>
              <a:t>4/4/2025</a:t>
            </a:fld>
            <a:endParaRPr lang="en-US"/>
          </a:p>
        </p:txBody>
      </p:sp>
      <p:sp>
        <p:nvSpPr>
          <p:cNvPr id="4" name="Footer Placeholder 3"/>
          <p:cNvSpPr>
            <a:spLocks noGrp="1"/>
          </p:cNvSpPr>
          <p:nvPr>
            <p:ph type="ftr" sz="quarter" idx="11"/>
          </p:nvPr>
        </p:nvSpPr>
        <p:spPr/>
        <p:txBody>
          <a:bodyPr/>
          <a:lstStyle/>
          <a:p>
            <a:r>
              <a:rPr lang="en-US"/>
              <a:t>EVSELab brief introduction</a:t>
            </a:r>
          </a:p>
        </p:txBody>
      </p:sp>
      <p:sp>
        <p:nvSpPr>
          <p:cNvPr id="5" name="Slide Number Placeholder 4"/>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084241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18E4F-76C1-4D35-A79B-A1015E85895A}" type="datetime1">
              <a:rPr lang="en-US" smtClean="0"/>
              <a:t>4/4/2025</a:t>
            </a:fld>
            <a:endParaRPr lang="en-US"/>
          </a:p>
        </p:txBody>
      </p:sp>
      <p:sp>
        <p:nvSpPr>
          <p:cNvPr id="3" name="Footer Placeholder 2"/>
          <p:cNvSpPr>
            <a:spLocks noGrp="1"/>
          </p:cNvSpPr>
          <p:nvPr>
            <p:ph type="ftr" sz="quarter" idx="11"/>
          </p:nvPr>
        </p:nvSpPr>
        <p:spPr/>
        <p:txBody>
          <a:bodyPr/>
          <a:lstStyle/>
          <a:p>
            <a:r>
              <a:rPr lang="en-US"/>
              <a:t>EVSELab brief introduction</a:t>
            </a:r>
          </a:p>
        </p:txBody>
      </p:sp>
      <p:sp>
        <p:nvSpPr>
          <p:cNvPr id="4" name="Slide Number Placeholder 3"/>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3830480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759" y="457200"/>
            <a:ext cx="3195373"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4211770" y="987428"/>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82759" y="2057400"/>
            <a:ext cx="319537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9EAA2D-9D1F-4CB2-9106-8A6C2678C1D1}" type="datetime1">
              <a:rPr lang="en-US" smtClean="0"/>
              <a:t>4/4/2025</a:t>
            </a:fld>
            <a:endParaRPr lang="en-US"/>
          </a:p>
        </p:txBody>
      </p:sp>
      <p:sp>
        <p:nvSpPr>
          <p:cNvPr id="6" name="Footer Placeholder 5"/>
          <p:cNvSpPr>
            <a:spLocks noGrp="1"/>
          </p:cNvSpPr>
          <p:nvPr>
            <p:ph type="ftr" sz="quarter" idx="11"/>
          </p:nvPr>
        </p:nvSpPr>
        <p:spPr/>
        <p:txBody>
          <a:bodyPr/>
          <a:lstStyle/>
          <a:p>
            <a:r>
              <a:rPr lang="en-US"/>
              <a:t>EVSELab brief introduction</a:t>
            </a:r>
          </a:p>
        </p:txBody>
      </p:sp>
      <p:sp>
        <p:nvSpPr>
          <p:cNvPr id="7" name="Slide Number Placeholder 6"/>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945084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759" y="457200"/>
            <a:ext cx="3195373"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4211770" y="987428"/>
            <a:ext cx="501491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682759" y="2057400"/>
            <a:ext cx="319537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B6C926-791A-477A-B2A2-9226E1CB11C1}" type="datetime1">
              <a:rPr lang="en-US" smtClean="0"/>
              <a:t>4/4/2025</a:t>
            </a:fld>
            <a:endParaRPr lang="en-US"/>
          </a:p>
        </p:txBody>
      </p:sp>
      <p:sp>
        <p:nvSpPr>
          <p:cNvPr id="6" name="Footer Placeholder 5"/>
          <p:cNvSpPr>
            <a:spLocks noGrp="1"/>
          </p:cNvSpPr>
          <p:nvPr>
            <p:ph type="ftr" sz="quarter" idx="11"/>
          </p:nvPr>
        </p:nvSpPr>
        <p:spPr/>
        <p:txBody>
          <a:bodyPr/>
          <a:lstStyle/>
          <a:p>
            <a:r>
              <a:rPr lang="en-US"/>
              <a:t>EVSELab brief introduction</a:t>
            </a:r>
          </a:p>
        </p:txBody>
      </p:sp>
      <p:sp>
        <p:nvSpPr>
          <p:cNvPr id="7" name="Slide Number Placeholder 6"/>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319704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A8DEDCC-E10C-4C4B-B8FB-8C75F28E78C3}" type="datetime1">
              <a:rPr lang="en-US" smtClean="0"/>
              <a:t>4/4/2025</a:t>
            </a:fld>
            <a:endParaRPr lang="en-US"/>
          </a:p>
        </p:txBody>
      </p:sp>
      <p:sp>
        <p:nvSpPr>
          <p:cNvPr id="5" name="Footer Placeholder 4"/>
          <p:cNvSpPr>
            <a:spLocks noGrp="1"/>
          </p:cNvSpPr>
          <p:nvPr>
            <p:ph type="ftr" sz="quarter" idx="11"/>
          </p:nvPr>
        </p:nvSpPr>
        <p:spPr/>
        <p:txBody>
          <a:bodyPr/>
          <a:lstStyle/>
          <a:p>
            <a:r>
              <a:rPr lang="en-US"/>
              <a:t>EVSELab brief introduction</a:t>
            </a:r>
          </a:p>
        </p:txBody>
      </p:sp>
      <p:sp>
        <p:nvSpPr>
          <p:cNvPr id="6" name="Slide Number Placeholder 5"/>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260038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3" y="365125"/>
            <a:ext cx="2135981"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1039" y="365125"/>
            <a:ext cx="624284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97940C4-A1F9-4C45-8027-9FEC331E6005}" type="datetime1">
              <a:rPr lang="en-US" smtClean="0"/>
              <a:t>4/4/2025</a:t>
            </a:fld>
            <a:endParaRPr lang="en-US"/>
          </a:p>
        </p:txBody>
      </p:sp>
      <p:sp>
        <p:nvSpPr>
          <p:cNvPr id="5" name="Footer Placeholder 4"/>
          <p:cNvSpPr>
            <a:spLocks noGrp="1"/>
          </p:cNvSpPr>
          <p:nvPr>
            <p:ph type="ftr" sz="quarter" idx="11"/>
          </p:nvPr>
        </p:nvSpPr>
        <p:spPr/>
        <p:txBody>
          <a:bodyPr/>
          <a:lstStyle/>
          <a:p>
            <a:r>
              <a:rPr lang="en-US"/>
              <a:t>EVSELab brief introduction</a:t>
            </a:r>
          </a:p>
        </p:txBody>
      </p:sp>
      <p:sp>
        <p:nvSpPr>
          <p:cNvPr id="6" name="Slide Number Placeholder 5"/>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090043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8"/>
            <a:ext cx="8543925"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1200">
                <a:solidFill>
                  <a:schemeClr val="tx1">
                    <a:tint val="75000"/>
                  </a:schemeClr>
                </a:solidFill>
                <a:latin typeface="Asana" panose="02000603000000000000"/>
              </a:defRPr>
            </a:lvl1pPr>
          </a:lstStyle>
          <a:p>
            <a:fld id="{6B1036F8-06E0-4557-8645-2D4F4EB94467}" type="datetime1">
              <a:rPr lang="en-US" smtClean="0"/>
              <a:t>4/4/2025</a:t>
            </a:fld>
            <a:endParaRPr lang="en-US"/>
          </a:p>
        </p:txBody>
      </p:sp>
      <p:sp>
        <p:nvSpPr>
          <p:cNvPr id="5" name="Footer Placeholder 4"/>
          <p:cNvSpPr>
            <a:spLocks noGrp="1"/>
          </p:cNvSpPr>
          <p:nvPr>
            <p:ph type="ftr" sz="quarter" idx="3"/>
          </p:nvPr>
        </p:nvSpPr>
        <p:spPr>
          <a:xfrm>
            <a:off x="3281363" y="6356353"/>
            <a:ext cx="3343275" cy="365125"/>
          </a:xfrm>
          <a:prstGeom prst="rect">
            <a:avLst/>
          </a:prstGeom>
        </p:spPr>
        <p:txBody>
          <a:bodyPr vert="horz" lIns="91440" tIns="45720" rIns="91440" bIns="45720" rtlCol="0" anchor="ctr"/>
          <a:lstStyle>
            <a:lvl1pPr algn="ctr">
              <a:defRPr sz="1200">
                <a:solidFill>
                  <a:schemeClr val="tx1">
                    <a:tint val="75000"/>
                  </a:schemeClr>
                </a:solidFill>
                <a:latin typeface="Asana" panose="02000603000000000000"/>
              </a:defRPr>
            </a:lvl1pPr>
          </a:lstStyle>
          <a:p>
            <a:r>
              <a:rPr lang="en-US"/>
              <a:t>EVSELab brief introduction</a:t>
            </a:r>
          </a:p>
        </p:txBody>
      </p:sp>
      <p:sp>
        <p:nvSpPr>
          <p:cNvPr id="6" name="Slide Number Placeholder 5"/>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1200">
                <a:solidFill>
                  <a:schemeClr val="tx1">
                    <a:tint val="75000"/>
                  </a:schemeClr>
                </a:solidFill>
                <a:latin typeface="Asana" panose="02000603000000000000"/>
              </a:defRPr>
            </a:lvl1pPr>
          </a:lstStyle>
          <a:p>
            <a:fld id="{6FC7B32C-BCDB-467B-AAD1-D0D29C12FD8E}" type="slidenum">
              <a:rPr lang="en-US" smtClean="0"/>
              <a:t>‹#›</a:t>
            </a:fld>
            <a:endParaRPr lang="en-US"/>
          </a:p>
        </p:txBody>
      </p:sp>
    </p:spTree>
    <p:extLst>
      <p:ext uri="{BB962C8B-B14F-4D97-AF65-F5344CB8AC3E}">
        <p14:creationId xmlns:p14="http://schemas.microsoft.com/office/powerpoint/2010/main" val="20047989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Asana" panose="0200060300000000000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ana" panose="0200060300000000000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ana" panose="0200060300000000000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ana" panose="0200060300000000000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ana" panose="0200060300000000000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ana" panose="0200060300000000000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husteduvn-my.sharepoint.com/:f:/g/personal/hoang_hh222538_sis_hust_edu_vn/Ej-aCQasRZBGvKZgxqjR3z4BUnIb2nVgD6triSvkVeAUeg?e=wEVDhU"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husteduvn-my.sharepoint.com/:x:/g/personal/hoang_hh222538_sis_hust_edu_vn/EempzkPexNFPnmX7xe_M9RoBZLM0Lo0wy89ElanFHqx4hw?e=hCdUka" TargetMode="External"/><Relationship Id="rId4" Type="http://schemas.openxmlformats.org/officeDocument/2006/relationships/hyperlink" Target="https://husteduvn-my.sharepoint.com/:u:/g/personal/hoang_hh222538_sis_hust_edu_vn/EXoVpoV7Tj5HldDtYooh0IYB4q7qSaMa1QlYsMNFjxc8WQ?e=wVUsf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54FAB818-6B30-A7C5-7D4E-1D98E2B32425}"/>
              </a:ext>
            </a:extLst>
          </p:cNvPr>
          <p:cNvSpPr>
            <a:spLocks noGrp="1"/>
          </p:cNvSpPr>
          <p:nvPr>
            <p:ph type="ctrTitle"/>
          </p:nvPr>
        </p:nvSpPr>
        <p:spPr>
          <a:xfrm>
            <a:off x="856081" y="1775281"/>
            <a:ext cx="8205541" cy="3122034"/>
          </a:xfrm>
        </p:spPr>
        <p:txBody>
          <a:bodyPr>
            <a:normAutofit/>
          </a:bodyPr>
          <a:lstStyle/>
          <a:p>
            <a:r>
              <a:rPr lang="en-US" sz="4500">
                <a:solidFill>
                  <a:srgbClr val="262626"/>
                </a:solidFill>
              </a:rPr>
              <a:t>BÀI BÁO CÁO :</a:t>
            </a:r>
            <a:br>
              <a:rPr lang="en-US" sz="4500">
                <a:solidFill>
                  <a:srgbClr val="262626"/>
                </a:solidFill>
              </a:rPr>
            </a:br>
            <a:r>
              <a:rPr lang="en-US" sz="4500">
                <a:solidFill>
                  <a:srgbClr val="262626"/>
                </a:solidFill>
              </a:rPr>
              <a:t>Tính toán thời gian sạc CCCV</a:t>
            </a:r>
            <a:endParaRPr lang="en-US" sz="4200">
              <a:solidFill>
                <a:srgbClr val="262626"/>
              </a:solidFill>
            </a:endParaRPr>
          </a:p>
        </p:txBody>
      </p:sp>
      <p:sp>
        <p:nvSpPr>
          <p:cNvPr id="18" name="Subtitle 2">
            <a:extLst>
              <a:ext uri="{FF2B5EF4-FFF2-40B4-BE49-F238E27FC236}">
                <a16:creationId xmlns:a16="http://schemas.microsoft.com/office/drawing/2014/main" id="{265D6D1F-DA43-4175-DF4B-854E11B5EC0E}"/>
              </a:ext>
            </a:extLst>
          </p:cNvPr>
          <p:cNvSpPr>
            <a:spLocks noGrp="1"/>
          </p:cNvSpPr>
          <p:nvPr>
            <p:ph type="subTitle" idx="1"/>
          </p:nvPr>
        </p:nvSpPr>
        <p:spPr>
          <a:xfrm>
            <a:off x="627036" y="4897315"/>
            <a:ext cx="3100165" cy="1337406"/>
          </a:xfrm>
        </p:spPr>
        <p:txBody>
          <a:bodyPr>
            <a:normAutofit fontScale="85000" lnSpcReduction="10000"/>
          </a:bodyPr>
          <a:lstStyle/>
          <a:p>
            <a:pPr algn="l">
              <a:spcBef>
                <a:spcPts val="300"/>
              </a:spcBef>
            </a:pPr>
            <a:r>
              <a:rPr lang="en-US" sz="2900">
                <a:solidFill>
                  <a:srgbClr val="262626"/>
                </a:solidFill>
                <a:latin typeface="Dosis ExtraBold"/>
                <a:cs typeface="Lato"/>
              </a:rPr>
              <a:t>Hua Huy Hoang </a:t>
            </a:r>
          </a:p>
          <a:p>
            <a:pPr algn="l">
              <a:spcBef>
                <a:spcPts val="300"/>
              </a:spcBef>
            </a:pPr>
            <a:r>
              <a:rPr lang="en-US" sz="1800" err="1">
                <a:solidFill>
                  <a:srgbClr val="262626"/>
                </a:solidFill>
                <a:latin typeface="Dosis"/>
                <a:cs typeface="Lato"/>
              </a:rPr>
              <a:t>EVSELab</a:t>
            </a:r>
            <a:r>
              <a:rPr lang="en-US" sz="1800">
                <a:solidFill>
                  <a:srgbClr val="262626"/>
                </a:solidFill>
                <a:latin typeface="Dosis"/>
                <a:cs typeface="Lato"/>
              </a:rPr>
              <a:t> Co., Ltd., </a:t>
            </a:r>
            <a:endParaRPr lang="en-US" sz="1800">
              <a:solidFill>
                <a:srgbClr val="262626"/>
              </a:solidFill>
            </a:endParaRPr>
          </a:p>
          <a:p>
            <a:pPr algn="l">
              <a:spcBef>
                <a:spcPts val="300"/>
              </a:spcBef>
            </a:pPr>
            <a:r>
              <a:rPr lang="en-US" sz="1800">
                <a:solidFill>
                  <a:srgbClr val="262626"/>
                </a:solidFill>
                <a:latin typeface="Dosis"/>
                <a:cs typeface="Lato"/>
              </a:rPr>
              <a:t>410-C1B bldg., No. 01, Dai Co Viet Street, </a:t>
            </a:r>
            <a:endParaRPr lang="en-US" sz="1800">
              <a:solidFill>
                <a:srgbClr val="262626"/>
              </a:solidFill>
            </a:endParaRPr>
          </a:p>
          <a:p>
            <a:pPr algn="l">
              <a:spcBef>
                <a:spcPts val="300"/>
              </a:spcBef>
            </a:pPr>
            <a:r>
              <a:rPr lang="en-US" sz="1800">
                <a:solidFill>
                  <a:srgbClr val="262626"/>
                </a:solidFill>
                <a:latin typeface="Dosis"/>
                <a:cs typeface="Lato"/>
              </a:rPr>
              <a:t>Hai Ba Trung, Hanoi, Vietnam 100000</a:t>
            </a:r>
          </a:p>
          <a:p>
            <a:pPr algn="l">
              <a:spcBef>
                <a:spcPts val="300"/>
              </a:spcBef>
            </a:pPr>
            <a:r>
              <a:rPr lang="en-US" sz="1800">
                <a:solidFill>
                  <a:srgbClr val="262626"/>
                </a:solidFill>
                <a:latin typeface="Dosis"/>
                <a:cs typeface="Lato"/>
              </a:rPr>
              <a:t>Email: huahoang220504@gmail.com</a:t>
            </a:r>
            <a:endParaRPr lang="en-US" sz="1800" u="sng">
              <a:solidFill>
                <a:srgbClr val="262626"/>
              </a:solidFill>
            </a:endParaRPr>
          </a:p>
        </p:txBody>
      </p:sp>
      <p:sp>
        <p:nvSpPr>
          <p:cNvPr id="2" name="Title 15">
            <a:extLst>
              <a:ext uri="{FF2B5EF4-FFF2-40B4-BE49-F238E27FC236}">
                <a16:creationId xmlns:a16="http://schemas.microsoft.com/office/drawing/2014/main" id="{A2FBC851-2E5D-7DB8-43F1-114212A9F939}"/>
              </a:ext>
            </a:extLst>
          </p:cNvPr>
          <p:cNvSpPr txBox="1">
            <a:spLocks/>
          </p:cNvSpPr>
          <p:nvPr/>
        </p:nvSpPr>
        <p:spPr>
          <a:xfrm>
            <a:off x="3065733" y="4251248"/>
            <a:ext cx="3774534" cy="104676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b="0" kern="1200">
                <a:solidFill>
                  <a:schemeClr val="tx1">
                    <a:lumMod val="85000"/>
                    <a:lumOff val="15000"/>
                  </a:schemeClr>
                </a:solidFill>
                <a:latin typeface="Dosis ExtraBold" pitchFamily="2" charset="0"/>
                <a:ea typeface="+mj-ea"/>
                <a:cs typeface="Lato Black" panose="020F0A02020204030203" pitchFamily="34" charset="0"/>
              </a:defRPr>
            </a:lvl1pPr>
          </a:lstStyle>
          <a:p>
            <a:r>
              <a:rPr lang="en-US" sz="3500">
                <a:solidFill>
                  <a:srgbClr val="262626"/>
                </a:solidFill>
              </a:rPr>
              <a:t>29/03/2025</a:t>
            </a:r>
          </a:p>
        </p:txBody>
      </p:sp>
    </p:spTree>
    <p:extLst>
      <p:ext uri="{BB962C8B-B14F-4D97-AF65-F5344CB8AC3E}">
        <p14:creationId xmlns:p14="http://schemas.microsoft.com/office/powerpoint/2010/main" val="3211947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15AB1-0153-9053-88F6-8348999A6E5D}"/>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0B9A75F4-36A2-9241-DD9F-F920DEEEE064}"/>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2</a:t>
            </a:fld>
            <a:r>
              <a:rPr lang="en-US"/>
              <a:t> 	</a:t>
            </a:r>
          </a:p>
        </p:txBody>
      </p:sp>
      <p:sp>
        <p:nvSpPr>
          <p:cNvPr id="20" name="Date Placeholder 3">
            <a:extLst>
              <a:ext uri="{FF2B5EF4-FFF2-40B4-BE49-F238E27FC236}">
                <a16:creationId xmlns:a16="http://schemas.microsoft.com/office/drawing/2014/main" id="{C0279912-E027-0298-919A-52F556625443}"/>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CB09E010-F171-CD5D-8A77-FB818AEDDC0D}"/>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5" name="Title 4">
            <a:extLst>
              <a:ext uri="{FF2B5EF4-FFF2-40B4-BE49-F238E27FC236}">
                <a16:creationId xmlns:a16="http://schemas.microsoft.com/office/drawing/2014/main" id="{5CBC5009-B4DA-B2D3-1DA2-11D0025EF9E1}"/>
              </a:ext>
            </a:extLst>
          </p:cNvPr>
          <p:cNvSpPr>
            <a:spLocks noGrp="1"/>
          </p:cNvSpPr>
          <p:nvPr>
            <p:ph type="title"/>
          </p:nvPr>
        </p:nvSpPr>
        <p:spPr/>
        <p:txBody>
          <a:bodyPr/>
          <a:lstStyle/>
          <a:p>
            <a:r>
              <a:rPr lang="en-US"/>
              <a:t>Outline</a:t>
            </a:r>
          </a:p>
        </p:txBody>
      </p:sp>
      <p:sp>
        <p:nvSpPr>
          <p:cNvPr id="2" name="TextBox 1">
            <a:extLst>
              <a:ext uri="{FF2B5EF4-FFF2-40B4-BE49-F238E27FC236}">
                <a16:creationId xmlns:a16="http://schemas.microsoft.com/office/drawing/2014/main" id="{912A53BA-4116-B770-0DF7-F78A70857F91}"/>
              </a:ext>
            </a:extLst>
          </p:cNvPr>
          <p:cNvSpPr txBox="1"/>
          <p:nvPr/>
        </p:nvSpPr>
        <p:spPr>
          <a:xfrm>
            <a:off x="263804" y="987188"/>
            <a:ext cx="9372995" cy="3325526"/>
          </a:xfrm>
          <a:prstGeom prst="rect">
            <a:avLst/>
          </a:prstGeom>
          <a:noFill/>
        </p:spPr>
        <p:txBody>
          <a:bodyPr wrap="square">
            <a:spAutoFit/>
          </a:bodyPr>
          <a:lstStyle/>
          <a:p>
            <a:pPr marL="857250" indent="-857250">
              <a:lnSpc>
                <a:spcPct val="150000"/>
              </a:lnSpc>
              <a:buFont typeface="+mj-lt"/>
              <a:buAutoNum type="romanUcPeriod"/>
            </a:pPr>
            <a:r>
              <a:rPr lang="en-US" sz="3600"/>
              <a:t>Đưa ra yêu cầu bài toán  </a:t>
            </a:r>
          </a:p>
          <a:p>
            <a:pPr marL="857250" indent="-857250">
              <a:lnSpc>
                <a:spcPct val="150000"/>
              </a:lnSpc>
              <a:buFont typeface="+mj-lt"/>
              <a:buAutoNum type="romanUcPeriod"/>
            </a:pPr>
            <a:r>
              <a:rPr lang="en-US" sz="3600">
                <a:solidFill>
                  <a:srgbClr val="262626"/>
                </a:solidFill>
                <a:latin typeface="Inter"/>
              </a:rPr>
              <a:t>Tính thời gian sạc CCCV dựa vào công thức toán trên code matlab </a:t>
            </a:r>
          </a:p>
          <a:p>
            <a:pPr marL="857250" indent="-857250">
              <a:lnSpc>
                <a:spcPct val="150000"/>
              </a:lnSpc>
              <a:buFont typeface="+mj-lt"/>
              <a:buAutoNum type="romanUcPeriod"/>
            </a:pPr>
            <a:r>
              <a:rPr lang="en-US" sz="3600">
                <a:solidFill>
                  <a:srgbClr val="262626"/>
                </a:solidFill>
                <a:latin typeface="Inter"/>
              </a:rPr>
              <a:t>Mô phỏng và so sánh kết quả </a:t>
            </a:r>
            <a:endParaRPr lang="en-US" sz="3000">
              <a:solidFill>
                <a:srgbClr val="262626"/>
              </a:solidFill>
            </a:endParaRPr>
          </a:p>
        </p:txBody>
      </p:sp>
    </p:spTree>
    <p:extLst>
      <p:ext uri="{BB962C8B-B14F-4D97-AF65-F5344CB8AC3E}">
        <p14:creationId xmlns:p14="http://schemas.microsoft.com/office/powerpoint/2010/main" val="238613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CC679-6E6E-EEE3-BBC1-D628EBDD38F3}"/>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BA3EE4F3-C7AB-6951-3D42-FE76596AE4DE}"/>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3</a:t>
            </a:fld>
            <a:r>
              <a:rPr lang="en-US"/>
              <a:t> 	</a:t>
            </a:r>
          </a:p>
        </p:txBody>
      </p:sp>
      <p:sp>
        <p:nvSpPr>
          <p:cNvPr id="20" name="Date Placeholder 3">
            <a:extLst>
              <a:ext uri="{FF2B5EF4-FFF2-40B4-BE49-F238E27FC236}">
                <a16:creationId xmlns:a16="http://schemas.microsoft.com/office/drawing/2014/main" id="{AD859660-E024-A0FD-567E-0727D9C0AC5D}"/>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38270C15-8976-3611-6042-3D85E95055E0}"/>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2" name="Title 4">
            <a:extLst>
              <a:ext uri="{FF2B5EF4-FFF2-40B4-BE49-F238E27FC236}">
                <a16:creationId xmlns:a16="http://schemas.microsoft.com/office/drawing/2014/main" id="{9416D620-291B-96D3-85E6-753A70E6BA91}"/>
              </a:ext>
            </a:extLst>
          </p:cNvPr>
          <p:cNvSpPr>
            <a:spLocks noGrp="1"/>
          </p:cNvSpPr>
          <p:nvPr>
            <p:ph type="title"/>
          </p:nvPr>
        </p:nvSpPr>
        <p:spPr>
          <a:xfrm>
            <a:off x="466887" y="89570"/>
            <a:ext cx="9766931" cy="548731"/>
          </a:xfrm>
        </p:spPr>
        <p:txBody>
          <a:bodyPr/>
          <a:lstStyle/>
          <a:p>
            <a:r>
              <a:rPr lang="en-US" sz="3600">
                <a:solidFill>
                  <a:srgbClr val="262626"/>
                </a:solidFill>
              </a:rPr>
              <a:t>I. Đề tài bài toán </a:t>
            </a:r>
            <a:endParaRPr lang="en-US" sz="3600"/>
          </a:p>
        </p:txBody>
      </p:sp>
      <p:sp>
        <p:nvSpPr>
          <p:cNvPr id="2" name="TextBox 1">
            <a:extLst>
              <a:ext uri="{FF2B5EF4-FFF2-40B4-BE49-F238E27FC236}">
                <a16:creationId xmlns:a16="http://schemas.microsoft.com/office/drawing/2014/main" id="{5ED19D02-CC60-513F-264E-5A0569524449}"/>
              </a:ext>
            </a:extLst>
          </p:cNvPr>
          <p:cNvSpPr txBox="1"/>
          <p:nvPr/>
        </p:nvSpPr>
        <p:spPr>
          <a:xfrm>
            <a:off x="0" y="893554"/>
            <a:ext cx="10306050" cy="907941"/>
          </a:xfrm>
          <a:prstGeom prst="rect">
            <a:avLst/>
          </a:prstGeom>
          <a:noFill/>
        </p:spPr>
        <p:txBody>
          <a:bodyPr wrap="square">
            <a:spAutoFit/>
          </a:bodyPr>
          <a:lstStyle/>
          <a:p>
            <a:pPr marL="342900" indent="-342900">
              <a:buFont typeface="Wingdings" panose="05000000000000000000" pitchFamily="2" charset="2"/>
              <a:buChar char="v"/>
            </a:pPr>
            <a:r>
              <a:rPr lang="en-US" sz="2800" b="1">
                <a:solidFill>
                  <a:srgbClr val="262626"/>
                </a:solidFill>
              </a:rPr>
              <a:t>Đề bài </a:t>
            </a:r>
            <a:r>
              <a:rPr lang="en-US" sz="2500" b="1">
                <a:solidFill>
                  <a:srgbClr val="262626"/>
                </a:solidFill>
              </a:rPr>
              <a:t>: </a:t>
            </a:r>
            <a:r>
              <a:rPr lang="en-US" sz="2500">
                <a:solidFill>
                  <a:srgbClr val="262626"/>
                </a:solidFill>
              </a:rPr>
              <a:t>Tính thời gian sạc pin cho pin </a:t>
            </a:r>
            <a:r>
              <a:rPr lang="en-US" sz="2500"/>
              <a:t>Lithium-Ion LS LR1860LA của hãng Lishen bằng phương pháp CCCV thông qua mô hình Thevenin </a:t>
            </a:r>
            <a:endParaRPr lang="en-US" sz="2500">
              <a:solidFill>
                <a:srgbClr val="262626"/>
              </a:solidFill>
            </a:endParaRPr>
          </a:p>
        </p:txBody>
      </p:sp>
      <p:sp>
        <p:nvSpPr>
          <p:cNvPr id="6" name="TextBox 5">
            <a:extLst>
              <a:ext uri="{FF2B5EF4-FFF2-40B4-BE49-F238E27FC236}">
                <a16:creationId xmlns:a16="http://schemas.microsoft.com/office/drawing/2014/main" id="{755BC2D2-2FBA-1E17-CBB8-A4CF9ABE07D4}"/>
              </a:ext>
            </a:extLst>
          </p:cNvPr>
          <p:cNvSpPr txBox="1"/>
          <p:nvPr/>
        </p:nvSpPr>
        <p:spPr>
          <a:xfrm>
            <a:off x="0" y="1724026"/>
            <a:ext cx="5212079" cy="523220"/>
          </a:xfrm>
          <a:prstGeom prst="rect">
            <a:avLst/>
          </a:prstGeom>
          <a:noFill/>
        </p:spPr>
        <p:txBody>
          <a:bodyPr wrap="square">
            <a:spAutoFit/>
          </a:bodyPr>
          <a:lstStyle/>
          <a:p>
            <a:pPr marL="457200" indent="-457200">
              <a:buFont typeface="Wingdings" panose="05000000000000000000" pitchFamily="2" charset="2"/>
              <a:buChar char="q"/>
            </a:pPr>
            <a:r>
              <a:rPr lang="en-US" sz="2800" b="1">
                <a:solidFill>
                  <a:srgbClr val="262626"/>
                </a:solidFill>
              </a:rPr>
              <a:t>Input : </a:t>
            </a:r>
            <a:endParaRPr lang="en-US" sz="2800">
              <a:solidFill>
                <a:srgbClr val="262626"/>
              </a:solidFill>
            </a:endParaRPr>
          </a:p>
        </p:txBody>
      </p:sp>
      <p:sp>
        <p:nvSpPr>
          <p:cNvPr id="14" name="TextBox 13">
            <a:extLst>
              <a:ext uri="{FF2B5EF4-FFF2-40B4-BE49-F238E27FC236}">
                <a16:creationId xmlns:a16="http://schemas.microsoft.com/office/drawing/2014/main" id="{31B38BA1-555B-7AD8-E97A-ADBD990847BA}"/>
              </a:ext>
            </a:extLst>
          </p:cNvPr>
          <p:cNvSpPr txBox="1"/>
          <p:nvPr/>
        </p:nvSpPr>
        <p:spPr>
          <a:xfrm>
            <a:off x="70104" y="2192383"/>
            <a:ext cx="5212079" cy="461665"/>
          </a:xfrm>
          <a:prstGeom prst="rect">
            <a:avLst/>
          </a:prstGeom>
          <a:noFill/>
        </p:spPr>
        <p:txBody>
          <a:bodyPr wrap="square">
            <a:spAutoFit/>
          </a:bodyPr>
          <a:lstStyle/>
          <a:p>
            <a:pPr marL="457200" indent="-457200">
              <a:buFont typeface="Wingdings" panose="05000000000000000000" pitchFamily="2" charset="2"/>
              <a:buChar char="ü"/>
            </a:pPr>
            <a:r>
              <a:rPr lang="en-US" sz="2400" b="1">
                <a:solidFill>
                  <a:srgbClr val="262626"/>
                </a:solidFill>
              </a:rPr>
              <a:t>Thông số pin và pp sạc  : </a:t>
            </a:r>
            <a:endParaRPr lang="en-US" sz="2400">
              <a:solidFill>
                <a:srgbClr val="262626"/>
              </a:solidFill>
            </a:endParaRPr>
          </a:p>
        </p:txBody>
      </p:sp>
      <p:pic>
        <p:nvPicPr>
          <p:cNvPr id="15" name="Picture 14">
            <a:extLst>
              <a:ext uri="{FF2B5EF4-FFF2-40B4-BE49-F238E27FC236}">
                <a16:creationId xmlns:a16="http://schemas.microsoft.com/office/drawing/2014/main" id="{2CA7EAFC-C52A-46A1-42C1-13FEED626014}"/>
              </a:ext>
            </a:extLst>
          </p:cNvPr>
          <p:cNvPicPr>
            <a:picLocks noChangeAspect="1"/>
          </p:cNvPicPr>
          <p:nvPr/>
        </p:nvPicPr>
        <p:blipFill>
          <a:blip r:embed="rId3"/>
          <a:srcRect l="75681"/>
          <a:stretch/>
        </p:blipFill>
        <p:spPr>
          <a:xfrm>
            <a:off x="6786119" y="3070351"/>
            <a:ext cx="1762125" cy="2056087"/>
          </a:xfrm>
          <a:prstGeom prst="rect">
            <a:avLst/>
          </a:prstGeom>
        </p:spPr>
      </p:pic>
      <p:sp>
        <p:nvSpPr>
          <p:cNvPr id="16" name="TextBox 15">
            <a:extLst>
              <a:ext uri="{FF2B5EF4-FFF2-40B4-BE49-F238E27FC236}">
                <a16:creationId xmlns:a16="http://schemas.microsoft.com/office/drawing/2014/main" id="{029C5C6A-D13B-2711-C158-96CAF0F284BF}"/>
              </a:ext>
            </a:extLst>
          </p:cNvPr>
          <p:cNvSpPr txBox="1"/>
          <p:nvPr/>
        </p:nvSpPr>
        <p:spPr>
          <a:xfrm>
            <a:off x="4373450" y="2202308"/>
            <a:ext cx="5462446" cy="830997"/>
          </a:xfrm>
          <a:prstGeom prst="rect">
            <a:avLst/>
          </a:prstGeom>
          <a:noFill/>
        </p:spPr>
        <p:txBody>
          <a:bodyPr wrap="square">
            <a:spAutoFit/>
          </a:bodyPr>
          <a:lstStyle/>
          <a:p>
            <a:pPr marL="457200" indent="-457200">
              <a:buFont typeface="Wingdings" panose="05000000000000000000" pitchFamily="2" charset="2"/>
              <a:buChar char="ü"/>
            </a:pPr>
            <a:r>
              <a:rPr lang="en-US" sz="2400" b="1">
                <a:solidFill>
                  <a:srgbClr val="262626"/>
                </a:solidFill>
              </a:rPr>
              <a:t>Bảng giá mqh của SOC, OCV, R, Rp, Cp đo từ thực ngh HPPC</a:t>
            </a:r>
            <a:endParaRPr lang="en-US" sz="2400">
              <a:solidFill>
                <a:srgbClr val="262626"/>
              </a:solidFill>
            </a:endParaRPr>
          </a:p>
        </p:txBody>
      </p:sp>
      <p:sp>
        <p:nvSpPr>
          <p:cNvPr id="17" name="TextBox 16">
            <a:extLst>
              <a:ext uri="{FF2B5EF4-FFF2-40B4-BE49-F238E27FC236}">
                <a16:creationId xmlns:a16="http://schemas.microsoft.com/office/drawing/2014/main" id="{A3D77246-65F0-7738-CFE2-C5A475B820CA}"/>
              </a:ext>
            </a:extLst>
          </p:cNvPr>
          <p:cNvSpPr txBox="1"/>
          <p:nvPr/>
        </p:nvSpPr>
        <p:spPr>
          <a:xfrm>
            <a:off x="70104" y="5159970"/>
            <a:ext cx="5462446" cy="1261884"/>
          </a:xfrm>
          <a:prstGeom prst="rect">
            <a:avLst/>
          </a:prstGeom>
          <a:noFill/>
        </p:spPr>
        <p:txBody>
          <a:bodyPr wrap="square">
            <a:spAutoFit/>
          </a:bodyPr>
          <a:lstStyle/>
          <a:p>
            <a:pPr marL="457200" indent="-457200">
              <a:buFont typeface="Wingdings" panose="05000000000000000000" pitchFamily="2" charset="2"/>
              <a:buChar char="q"/>
            </a:pPr>
            <a:r>
              <a:rPr lang="en-US" sz="2600" b="1">
                <a:solidFill>
                  <a:srgbClr val="262626"/>
                </a:solidFill>
              </a:rPr>
              <a:t>Output : </a:t>
            </a:r>
            <a:r>
              <a:rPr lang="en-US" sz="2800">
                <a:solidFill>
                  <a:srgbClr val="262626"/>
                </a:solidFill>
              </a:rPr>
              <a:t>Thời gian sạc t_char </a:t>
            </a:r>
            <a:endParaRPr lang="en-US" sz="2600" b="1">
              <a:solidFill>
                <a:srgbClr val="262626"/>
              </a:solidFill>
            </a:endParaRPr>
          </a:p>
          <a:p>
            <a:pPr marL="914400" lvl="1" indent="-457200">
              <a:buFont typeface="Courier New" panose="02070309020205020404" pitchFamily="49" charset="0"/>
              <a:buChar char="o"/>
            </a:pPr>
            <a:r>
              <a:rPr lang="en-US" sz="2400">
                <a:solidFill>
                  <a:srgbClr val="262626"/>
                </a:solidFill>
              </a:rPr>
              <a:t>Thời gian sạc CC</a:t>
            </a:r>
          </a:p>
          <a:p>
            <a:pPr marL="914400" lvl="1" indent="-457200">
              <a:buFont typeface="Courier New" panose="02070309020205020404" pitchFamily="49" charset="0"/>
              <a:buChar char="o"/>
            </a:pPr>
            <a:r>
              <a:rPr lang="en-US" sz="2400">
                <a:solidFill>
                  <a:srgbClr val="262626"/>
                </a:solidFill>
              </a:rPr>
              <a:t>Thời gian sạc CV </a:t>
            </a:r>
          </a:p>
        </p:txBody>
      </p:sp>
      <p:pic>
        <p:nvPicPr>
          <p:cNvPr id="3" name="Picture 2">
            <a:extLst>
              <a:ext uri="{FF2B5EF4-FFF2-40B4-BE49-F238E27FC236}">
                <a16:creationId xmlns:a16="http://schemas.microsoft.com/office/drawing/2014/main" id="{EE0140EB-E95B-B3C5-8BEB-D01FFED1B2AC}"/>
              </a:ext>
            </a:extLst>
          </p:cNvPr>
          <p:cNvPicPr>
            <a:picLocks noChangeAspect="1"/>
          </p:cNvPicPr>
          <p:nvPr/>
        </p:nvPicPr>
        <p:blipFill>
          <a:blip r:embed="rId3"/>
          <a:srcRect r="91733"/>
          <a:stretch/>
        </p:blipFill>
        <p:spPr>
          <a:xfrm>
            <a:off x="6187117" y="3070350"/>
            <a:ext cx="599002" cy="2056087"/>
          </a:xfrm>
          <a:prstGeom prst="rect">
            <a:avLst/>
          </a:prstGeom>
        </p:spPr>
      </p:pic>
      <p:graphicFrame>
        <p:nvGraphicFramePr>
          <p:cNvPr id="4" name="Table 3">
            <a:extLst>
              <a:ext uri="{FF2B5EF4-FFF2-40B4-BE49-F238E27FC236}">
                <a16:creationId xmlns:a16="http://schemas.microsoft.com/office/drawing/2014/main" id="{C0C70B34-ACB9-679F-8AC4-61727B65CC07}"/>
              </a:ext>
            </a:extLst>
          </p:cNvPr>
          <p:cNvGraphicFramePr>
            <a:graphicFrameLocks noGrp="1"/>
          </p:cNvGraphicFramePr>
          <p:nvPr>
            <p:extLst>
              <p:ext uri="{D42A27DB-BD31-4B8C-83A1-F6EECF244321}">
                <p14:modId xmlns:p14="http://schemas.microsoft.com/office/powerpoint/2010/main" val="3312209082"/>
              </p:ext>
            </p:extLst>
          </p:nvPr>
        </p:nvGraphicFramePr>
        <p:xfrm>
          <a:off x="414368" y="2900010"/>
          <a:ext cx="3817500" cy="1965735"/>
        </p:xfrm>
        <a:graphic>
          <a:graphicData uri="http://schemas.openxmlformats.org/drawingml/2006/table">
            <a:tbl>
              <a:tblPr firstRow="1" bandRow="1">
                <a:tableStyleId>{5C22544A-7EE6-4342-B048-85BDC9FD1C3A}</a:tableStyleId>
              </a:tblPr>
              <a:tblGrid>
                <a:gridCol w="1683900">
                  <a:extLst>
                    <a:ext uri="{9D8B030D-6E8A-4147-A177-3AD203B41FA5}">
                      <a16:colId xmlns:a16="http://schemas.microsoft.com/office/drawing/2014/main" val="111786794"/>
                    </a:ext>
                  </a:extLst>
                </a:gridCol>
                <a:gridCol w="1168400">
                  <a:extLst>
                    <a:ext uri="{9D8B030D-6E8A-4147-A177-3AD203B41FA5}">
                      <a16:colId xmlns:a16="http://schemas.microsoft.com/office/drawing/2014/main" val="2211643415"/>
                    </a:ext>
                  </a:extLst>
                </a:gridCol>
                <a:gridCol w="965200">
                  <a:extLst>
                    <a:ext uri="{9D8B030D-6E8A-4147-A177-3AD203B41FA5}">
                      <a16:colId xmlns:a16="http://schemas.microsoft.com/office/drawing/2014/main" val="2004219718"/>
                    </a:ext>
                  </a:extLst>
                </a:gridCol>
              </a:tblGrid>
              <a:tr h="309805">
                <a:tc>
                  <a:txBody>
                    <a:bodyPr/>
                    <a:lstStyle/>
                    <a:p>
                      <a:pPr algn="ctr"/>
                      <a:r>
                        <a:rPr lang="en-US" sz="1400">
                          <a:solidFill>
                            <a:schemeClr val="tx1"/>
                          </a:solidFill>
                        </a:rPr>
                        <a:t>Thông số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Giá trị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Đơn vị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2609806"/>
                  </a:ext>
                </a:extLst>
              </a:tr>
              <a:tr h="309805">
                <a:tc>
                  <a:txBody>
                    <a:bodyPr/>
                    <a:lstStyle/>
                    <a:p>
                      <a:pPr algn="ctr"/>
                      <a:r>
                        <a:rPr lang="en-US" sz="1400">
                          <a:solidFill>
                            <a:schemeClr val="tx1"/>
                          </a:solidFill>
                        </a:rPr>
                        <a:t>Dung lượng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mAh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4625707"/>
                  </a:ext>
                </a:extLst>
              </a:tr>
              <a:tr h="309805">
                <a:tc>
                  <a:txBody>
                    <a:bodyPr/>
                    <a:lstStyle/>
                    <a:p>
                      <a:pPr algn="ctr"/>
                      <a:r>
                        <a:rPr lang="en-US" sz="1400">
                          <a:solidFill>
                            <a:schemeClr val="tx1"/>
                          </a:solidFill>
                        </a:rPr>
                        <a:t>Điện áp sạc ngưỡng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4963746"/>
                  </a:ext>
                </a:extLst>
              </a:tr>
              <a:tr h="309805">
                <a:tc>
                  <a:txBody>
                    <a:bodyPr/>
                    <a:lstStyle/>
                    <a:p>
                      <a:pPr algn="ctr"/>
                      <a:r>
                        <a:rPr lang="en-US" sz="1400">
                          <a:solidFill>
                            <a:schemeClr val="tx1"/>
                          </a:solidFill>
                        </a:rPr>
                        <a:t>Dòng sạc tối đa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1799872"/>
                  </a:ext>
                </a:extLst>
              </a:tr>
              <a:tr h="309805">
                <a:tc>
                  <a:txBody>
                    <a:bodyPr/>
                    <a:lstStyle/>
                    <a:p>
                      <a:pPr algn="ctr"/>
                      <a:r>
                        <a:rPr lang="en-US" sz="1400">
                          <a:solidFill>
                            <a:schemeClr val="tx1"/>
                          </a:solidFill>
                        </a:rPr>
                        <a:t>Dòng điện ngưỡng sạc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9895280"/>
                  </a:ext>
                </a:extLst>
              </a:tr>
            </a:tbl>
          </a:graphicData>
        </a:graphic>
      </p:graphicFrame>
      <p:sp>
        <p:nvSpPr>
          <p:cNvPr id="5" name="TextBox 4">
            <a:extLst>
              <a:ext uri="{FF2B5EF4-FFF2-40B4-BE49-F238E27FC236}">
                <a16:creationId xmlns:a16="http://schemas.microsoft.com/office/drawing/2014/main" id="{259B0830-2B76-35C6-6270-1A46613479F6}"/>
              </a:ext>
            </a:extLst>
          </p:cNvPr>
          <p:cNvSpPr txBox="1"/>
          <p:nvPr/>
        </p:nvSpPr>
        <p:spPr>
          <a:xfrm>
            <a:off x="1090096" y="4898062"/>
            <a:ext cx="2466043" cy="292388"/>
          </a:xfrm>
          <a:prstGeom prst="rect">
            <a:avLst/>
          </a:prstGeom>
          <a:noFill/>
        </p:spPr>
        <p:txBody>
          <a:bodyPr wrap="square">
            <a:spAutoFit/>
          </a:bodyPr>
          <a:lstStyle/>
          <a:p>
            <a:r>
              <a:rPr lang="en-US" sz="1300"/>
              <a:t>H1 :Bảng giá trị thông số sạc </a:t>
            </a:r>
          </a:p>
        </p:txBody>
      </p:sp>
      <p:sp>
        <p:nvSpPr>
          <p:cNvPr id="7" name="TextBox 6">
            <a:extLst>
              <a:ext uri="{FF2B5EF4-FFF2-40B4-BE49-F238E27FC236}">
                <a16:creationId xmlns:a16="http://schemas.microsoft.com/office/drawing/2014/main" id="{64B43CD2-7E45-2601-94F3-4091754D47B6}"/>
              </a:ext>
            </a:extLst>
          </p:cNvPr>
          <p:cNvSpPr txBox="1"/>
          <p:nvPr/>
        </p:nvSpPr>
        <p:spPr>
          <a:xfrm>
            <a:off x="6187117" y="5240936"/>
            <a:ext cx="3126304" cy="292388"/>
          </a:xfrm>
          <a:prstGeom prst="rect">
            <a:avLst/>
          </a:prstGeom>
          <a:noFill/>
        </p:spPr>
        <p:txBody>
          <a:bodyPr wrap="square">
            <a:spAutoFit/>
          </a:bodyPr>
          <a:lstStyle/>
          <a:p>
            <a:r>
              <a:rPr lang="en-US" sz="1300"/>
              <a:t>H2 :Kết quả thực nghiệm HPPC</a:t>
            </a:r>
          </a:p>
        </p:txBody>
      </p:sp>
    </p:spTree>
    <p:extLst>
      <p:ext uri="{BB962C8B-B14F-4D97-AF65-F5344CB8AC3E}">
        <p14:creationId xmlns:p14="http://schemas.microsoft.com/office/powerpoint/2010/main" val="312089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56B1F-2209-96C8-F738-7EB8A2C11481}"/>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BB46C474-F04A-C2E0-E23F-257CBA92CB6A}"/>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4</a:t>
            </a:fld>
            <a:r>
              <a:rPr lang="en-US"/>
              <a:t> 	</a:t>
            </a:r>
          </a:p>
        </p:txBody>
      </p:sp>
      <p:sp>
        <p:nvSpPr>
          <p:cNvPr id="20" name="Date Placeholder 3">
            <a:extLst>
              <a:ext uri="{FF2B5EF4-FFF2-40B4-BE49-F238E27FC236}">
                <a16:creationId xmlns:a16="http://schemas.microsoft.com/office/drawing/2014/main" id="{6312FF02-A615-7555-E6B0-BC8F8F1E23D1}"/>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5D430F41-5056-BFCA-153D-EF4D27F9054D}"/>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3" name="TextBox 2">
            <a:extLst>
              <a:ext uri="{FF2B5EF4-FFF2-40B4-BE49-F238E27FC236}">
                <a16:creationId xmlns:a16="http://schemas.microsoft.com/office/drawing/2014/main" id="{1DEF2169-48EB-E5A4-70DF-E697387117CE}"/>
              </a:ext>
            </a:extLst>
          </p:cNvPr>
          <p:cNvSpPr txBox="1"/>
          <p:nvPr/>
        </p:nvSpPr>
        <p:spPr>
          <a:xfrm>
            <a:off x="0" y="927062"/>
            <a:ext cx="9648825" cy="523220"/>
          </a:xfrm>
          <a:prstGeom prst="rect">
            <a:avLst/>
          </a:prstGeom>
          <a:noFill/>
        </p:spPr>
        <p:txBody>
          <a:bodyPr wrap="square">
            <a:spAutoFit/>
          </a:bodyPr>
          <a:lstStyle/>
          <a:p>
            <a:pPr marL="457200" indent="-457200">
              <a:buFont typeface="Wingdings" panose="05000000000000000000" pitchFamily="2" charset="2"/>
              <a:buChar char="q"/>
            </a:pPr>
            <a:r>
              <a:rPr lang="en-US" sz="2800" b="1">
                <a:solidFill>
                  <a:srgbClr val="262626"/>
                </a:solidFill>
              </a:rPr>
              <a:t>Biểu diễn thông số Rp, Cp,Ro, OCV theo SOC </a:t>
            </a:r>
            <a:endParaRPr lang="en-US" sz="2800">
              <a:solidFill>
                <a:srgbClr val="262626"/>
              </a:solidFill>
            </a:endParaRPr>
          </a:p>
        </p:txBody>
      </p:sp>
      <p:sp>
        <p:nvSpPr>
          <p:cNvPr id="22" name="Title 4">
            <a:extLst>
              <a:ext uri="{FF2B5EF4-FFF2-40B4-BE49-F238E27FC236}">
                <a16:creationId xmlns:a16="http://schemas.microsoft.com/office/drawing/2014/main" id="{83AB7793-7807-B060-6E11-1F18DA402299}"/>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D967F59-EC86-D77D-236A-B24FCA26AD45}"/>
                  </a:ext>
                </a:extLst>
              </p:cNvPr>
              <p:cNvSpPr txBox="1"/>
              <p:nvPr/>
            </p:nvSpPr>
            <p:spPr>
              <a:xfrm>
                <a:off x="0" y="1450282"/>
                <a:ext cx="9906000" cy="1631216"/>
              </a:xfrm>
              <a:prstGeom prst="rect">
                <a:avLst/>
              </a:prstGeom>
              <a:noFill/>
            </p:spPr>
            <p:txBody>
              <a:bodyPr wrap="square">
                <a:spAutoFit/>
              </a:bodyPr>
              <a:lstStyle/>
              <a:p>
                <a:pPr marL="342900" indent="-342900">
                  <a:buFont typeface="Courier New" panose="02070309020205020404" pitchFamily="49" charset="0"/>
                  <a:buChar char="o"/>
                </a:pPr>
                <a:r>
                  <a:rPr lang="en-US" sz="2500">
                    <a:solidFill>
                      <a:srgbClr val="262626"/>
                    </a:solidFill>
                  </a:rPr>
                  <a:t>Từ điểm đo được (bảng trên) ta có thể biểu diễn các các thông số Rp(SOC), Cp(SOC), R0(SOC), OCV(SOC) theo dạng bậc 7  : </a:t>
                </a:r>
              </a:p>
              <a:p>
                <a:pPr/>
                <a14:m>
                  <m:oMathPara xmlns:m="http://schemas.openxmlformats.org/officeDocument/2006/math">
                    <m:oMathParaPr>
                      <m:jc m:val="center"/>
                    </m:oMathParaPr>
                    <m:oMath xmlns:m="http://schemas.openxmlformats.org/officeDocument/2006/math">
                      <m:r>
                        <a:rPr lang="en-US" sz="2500" b="0" i="1" smtClean="0">
                          <a:solidFill>
                            <a:srgbClr val="262626"/>
                          </a:solidFill>
                          <a:latin typeface="Cambria Math" panose="02040503050406030204" pitchFamily="18" charset="0"/>
                        </a:rPr>
                        <m:t>𝑓</m:t>
                      </m:r>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0</m:t>
                          </m:r>
                        </m:sub>
                      </m:sSub>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1</m:t>
                          </m:r>
                        </m:sub>
                      </m:sSub>
                      <m:r>
                        <a:rPr lang="en-US" sz="2500" b="0" i="1" smtClean="0">
                          <a:solidFill>
                            <a:srgbClr val="262626"/>
                          </a:solidFill>
                          <a:latin typeface="Cambria Math" panose="02040503050406030204" pitchFamily="18" charset="0"/>
                        </a:rPr>
                        <m:t>𝑥</m:t>
                      </m:r>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2</m:t>
                          </m:r>
                        </m:sub>
                      </m:sSub>
                      <m:sSup>
                        <m:sSupPr>
                          <m:ctrlPr>
                            <a:rPr lang="en-US" sz="2500" b="0" i="1" smtClean="0">
                              <a:solidFill>
                                <a:srgbClr val="262626"/>
                              </a:solidFill>
                              <a:latin typeface="Cambria Math" panose="02040503050406030204" pitchFamily="18" charset="0"/>
                            </a:rPr>
                          </m:ctrlPr>
                        </m:sSupPr>
                        <m:e>
                          <m:r>
                            <a:rPr lang="en-US" sz="2500" b="0" i="1" smtClean="0">
                              <a:solidFill>
                                <a:srgbClr val="262626"/>
                              </a:solidFill>
                              <a:latin typeface="Cambria Math" panose="02040503050406030204" pitchFamily="18" charset="0"/>
                            </a:rPr>
                            <m:t>𝑥</m:t>
                          </m:r>
                        </m:e>
                        <m:sup>
                          <m:r>
                            <a:rPr lang="en-US" sz="2500" b="0" i="1" smtClean="0">
                              <a:solidFill>
                                <a:srgbClr val="262626"/>
                              </a:solidFill>
                              <a:latin typeface="Cambria Math" panose="02040503050406030204" pitchFamily="18" charset="0"/>
                            </a:rPr>
                            <m:t>2</m:t>
                          </m:r>
                        </m:sup>
                      </m:sSup>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3</m:t>
                          </m:r>
                        </m:sub>
                      </m:sSub>
                      <m:sSup>
                        <m:sSupPr>
                          <m:ctrlPr>
                            <a:rPr lang="en-US" sz="2500" b="0" i="1" smtClean="0">
                              <a:solidFill>
                                <a:srgbClr val="262626"/>
                              </a:solidFill>
                              <a:latin typeface="Cambria Math" panose="02040503050406030204" pitchFamily="18" charset="0"/>
                            </a:rPr>
                          </m:ctrlPr>
                        </m:sSupPr>
                        <m:e>
                          <m:r>
                            <a:rPr lang="en-US" sz="2500" b="0" i="1" smtClean="0">
                              <a:solidFill>
                                <a:srgbClr val="262626"/>
                              </a:solidFill>
                              <a:latin typeface="Cambria Math" panose="02040503050406030204" pitchFamily="18" charset="0"/>
                            </a:rPr>
                            <m:t>𝑥</m:t>
                          </m:r>
                        </m:e>
                        <m:sup>
                          <m:r>
                            <a:rPr lang="en-US" sz="2500" b="0" i="1" smtClean="0">
                              <a:solidFill>
                                <a:srgbClr val="262626"/>
                              </a:solidFill>
                              <a:latin typeface="Cambria Math" panose="02040503050406030204" pitchFamily="18" charset="0"/>
                            </a:rPr>
                            <m:t>3</m:t>
                          </m:r>
                        </m:sup>
                      </m:sSup>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4</m:t>
                          </m:r>
                        </m:sub>
                      </m:sSub>
                      <m:sSup>
                        <m:sSupPr>
                          <m:ctrlPr>
                            <a:rPr lang="en-US" sz="2500" b="0" i="1" smtClean="0">
                              <a:solidFill>
                                <a:srgbClr val="262626"/>
                              </a:solidFill>
                              <a:latin typeface="Cambria Math" panose="02040503050406030204" pitchFamily="18" charset="0"/>
                            </a:rPr>
                          </m:ctrlPr>
                        </m:sSupPr>
                        <m:e>
                          <m:r>
                            <a:rPr lang="en-US" sz="2500" b="0" i="1" smtClean="0">
                              <a:solidFill>
                                <a:srgbClr val="262626"/>
                              </a:solidFill>
                              <a:latin typeface="Cambria Math" panose="02040503050406030204" pitchFamily="18" charset="0"/>
                            </a:rPr>
                            <m:t>𝑥</m:t>
                          </m:r>
                        </m:e>
                        <m:sup>
                          <m:r>
                            <a:rPr lang="en-US" sz="2500" b="0" i="1" smtClean="0">
                              <a:solidFill>
                                <a:srgbClr val="262626"/>
                              </a:solidFill>
                              <a:latin typeface="Cambria Math" panose="02040503050406030204" pitchFamily="18" charset="0"/>
                            </a:rPr>
                            <m:t>4</m:t>
                          </m:r>
                        </m:sup>
                      </m:sSup>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5</m:t>
                          </m:r>
                        </m:sub>
                      </m:sSub>
                      <m:sSup>
                        <m:sSupPr>
                          <m:ctrlPr>
                            <a:rPr lang="en-US" sz="2500" b="0" i="1" smtClean="0">
                              <a:solidFill>
                                <a:srgbClr val="262626"/>
                              </a:solidFill>
                              <a:latin typeface="Cambria Math" panose="02040503050406030204" pitchFamily="18" charset="0"/>
                            </a:rPr>
                          </m:ctrlPr>
                        </m:sSupPr>
                        <m:e>
                          <m:r>
                            <a:rPr lang="en-US" sz="2500" b="0" i="1" smtClean="0">
                              <a:solidFill>
                                <a:srgbClr val="262626"/>
                              </a:solidFill>
                              <a:latin typeface="Cambria Math" panose="02040503050406030204" pitchFamily="18" charset="0"/>
                            </a:rPr>
                            <m:t>𝑥</m:t>
                          </m:r>
                        </m:e>
                        <m:sup>
                          <m:r>
                            <a:rPr lang="en-US" sz="2500" b="0" i="1" smtClean="0">
                              <a:solidFill>
                                <a:srgbClr val="262626"/>
                              </a:solidFill>
                              <a:latin typeface="Cambria Math" panose="02040503050406030204" pitchFamily="18" charset="0"/>
                            </a:rPr>
                            <m:t>5</m:t>
                          </m:r>
                        </m:sup>
                      </m:sSup>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6</m:t>
                          </m:r>
                        </m:sub>
                      </m:sSub>
                      <m:sSup>
                        <m:sSupPr>
                          <m:ctrlPr>
                            <a:rPr lang="en-US" sz="2500" b="0" i="1" smtClean="0">
                              <a:solidFill>
                                <a:srgbClr val="262626"/>
                              </a:solidFill>
                              <a:latin typeface="Cambria Math" panose="02040503050406030204" pitchFamily="18" charset="0"/>
                            </a:rPr>
                          </m:ctrlPr>
                        </m:sSupPr>
                        <m:e>
                          <m:r>
                            <a:rPr lang="en-US" sz="2500" b="0" i="1" smtClean="0">
                              <a:solidFill>
                                <a:srgbClr val="262626"/>
                              </a:solidFill>
                              <a:latin typeface="Cambria Math" panose="02040503050406030204" pitchFamily="18" charset="0"/>
                            </a:rPr>
                            <m:t>𝑥</m:t>
                          </m:r>
                        </m:e>
                        <m:sup>
                          <m:r>
                            <a:rPr lang="en-US" sz="2500" b="0" i="1" smtClean="0">
                              <a:solidFill>
                                <a:srgbClr val="262626"/>
                              </a:solidFill>
                              <a:latin typeface="Cambria Math" panose="02040503050406030204" pitchFamily="18" charset="0"/>
                            </a:rPr>
                            <m:t>6</m:t>
                          </m:r>
                        </m:sup>
                      </m:sSup>
                      <m:r>
                        <a:rPr lang="en-US" sz="2500" b="0" i="1" smtClean="0">
                          <a:solidFill>
                            <a:srgbClr val="262626"/>
                          </a:solidFill>
                          <a:latin typeface="Cambria Math" panose="02040503050406030204" pitchFamily="18" charset="0"/>
                        </a:rPr>
                        <m:t>+</m:t>
                      </m:r>
                      <m:sSub>
                        <m:sSubPr>
                          <m:ctrlPr>
                            <a:rPr lang="en-US" sz="2500" b="0" i="1" smtClean="0">
                              <a:solidFill>
                                <a:srgbClr val="262626"/>
                              </a:solidFill>
                              <a:latin typeface="Cambria Math" panose="02040503050406030204" pitchFamily="18" charset="0"/>
                            </a:rPr>
                          </m:ctrlPr>
                        </m:sSubPr>
                        <m:e>
                          <m:r>
                            <a:rPr lang="en-US" sz="2500" b="0" i="1" smtClean="0">
                              <a:solidFill>
                                <a:srgbClr val="262626"/>
                              </a:solidFill>
                              <a:latin typeface="Cambria Math" panose="02040503050406030204" pitchFamily="18" charset="0"/>
                            </a:rPr>
                            <m:t>𝑎</m:t>
                          </m:r>
                        </m:e>
                        <m:sub>
                          <m:r>
                            <a:rPr lang="en-US" sz="2500" b="0" i="1" smtClean="0">
                              <a:solidFill>
                                <a:srgbClr val="262626"/>
                              </a:solidFill>
                              <a:latin typeface="Cambria Math" panose="02040503050406030204" pitchFamily="18" charset="0"/>
                            </a:rPr>
                            <m:t>7</m:t>
                          </m:r>
                        </m:sub>
                      </m:sSub>
                      <m:sSup>
                        <m:sSupPr>
                          <m:ctrlPr>
                            <a:rPr lang="en-US" sz="2500" b="0" i="1" smtClean="0">
                              <a:solidFill>
                                <a:srgbClr val="262626"/>
                              </a:solidFill>
                              <a:latin typeface="Cambria Math" panose="02040503050406030204" pitchFamily="18" charset="0"/>
                            </a:rPr>
                          </m:ctrlPr>
                        </m:sSupPr>
                        <m:e>
                          <m:r>
                            <a:rPr lang="en-US" sz="2500" b="0" i="1" smtClean="0">
                              <a:solidFill>
                                <a:srgbClr val="262626"/>
                              </a:solidFill>
                              <a:latin typeface="Cambria Math" panose="02040503050406030204" pitchFamily="18" charset="0"/>
                            </a:rPr>
                            <m:t>𝑥</m:t>
                          </m:r>
                        </m:e>
                        <m:sup>
                          <m:r>
                            <a:rPr lang="en-US" sz="2500" b="0" i="1" smtClean="0">
                              <a:solidFill>
                                <a:srgbClr val="262626"/>
                              </a:solidFill>
                              <a:latin typeface="Cambria Math" panose="02040503050406030204" pitchFamily="18" charset="0"/>
                            </a:rPr>
                            <m:t>7</m:t>
                          </m:r>
                        </m:sup>
                      </m:sSup>
                    </m:oMath>
                  </m:oMathPara>
                </a14:m>
                <a:endParaRPr lang="en-US" sz="2500">
                  <a:solidFill>
                    <a:srgbClr val="262626"/>
                  </a:solidFill>
                </a:endParaRPr>
              </a:p>
              <a:p>
                <a:r>
                  <a:rPr lang="en-US" sz="2500">
                    <a:solidFill>
                      <a:srgbClr val="262626"/>
                    </a:solidFill>
                    <a:sym typeface="Wingdings" panose="05000000000000000000" pitchFamily="2" charset="2"/>
                  </a:rPr>
                  <a:t>     Sử dụng công cụ “</a:t>
                </a:r>
                <a:r>
                  <a:rPr lang="en-US" sz="2500" i="1">
                    <a:solidFill>
                      <a:srgbClr val="262626"/>
                    </a:solidFill>
                    <a:sym typeface="Wingdings" panose="05000000000000000000" pitchFamily="2" charset="2"/>
                  </a:rPr>
                  <a:t>profit” trên matlab </a:t>
                </a:r>
                <a:r>
                  <a:rPr lang="en-US" sz="2500">
                    <a:solidFill>
                      <a:srgbClr val="262626"/>
                    </a:solidFill>
                    <a:sym typeface="Wingdings" panose="05000000000000000000" pitchFamily="2" charset="2"/>
                  </a:rPr>
                  <a:t> </a:t>
                </a:r>
                <a:r>
                  <a:rPr lang="en-US" sz="2500">
                    <a:solidFill>
                      <a:srgbClr val="262626"/>
                    </a:solidFill>
                  </a:rPr>
                  <a:t>   </a:t>
                </a:r>
              </a:p>
            </p:txBody>
          </p:sp>
        </mc:Choice>
        <mc:Fallback xmlns="">
          <p:sp>
            <p:nvSpPr>
              <p:cNvPr id="14" name="TextBox 13">
                <a:extLst>
                  <a:ext uri="{FF2B5EF4-FFF2-40B4-BE49-F238E27FC236}">
                    <a16:creationId xmlns:a16="http://schemas.microsoft.com/office/drawing/2014/main" id="{8D967F59-EC86-D77D-236A-B24FCA26AD45}"/>
                  </a:ext>
                </a:extLst>
              </p:cNvPr>
              <p:cNvSpPr txBox="1">
                <a:spLocks noRot="1" noChangeAspect="1" noMove="1" noResize="1" noEditPoints="1" noAdjustHandles="1" noChangeArrowheads="1" noChangeShapeType="1" noTextEdit="1"/>
              </p:cNvSpPr>
              <p:nvPr/>
            </p:nvSpPr>
            <p:spPr>
              <a:xfrm>
                <a:off x="0" y="1450282"/>
                <a:ext cx="9906000" cy="1631216"/>
              </a:xfrm>
              <a:prstGeom prst="rect">
                <a:avLst/>
              </a:prstGeom>
              <a:blipFill>
                <a:blip r:embed="rId3"/>
                <a:stretch>
                  <a:fillRect l="-923" t="-2996" b="-861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C7C7AA9-3F59-8CA3-590A-78AD4DD63E51}"/>
              </a:ext>
            </a:extLst>
          </p:cNvPr>
          <p:cNvSpPr txBox="1"/>
          <p:nvPr/>
        </p:nvSpPr>
        <p:spPr>
          <a:xfrm>
            <a:off x="88490" y="3144691"/>
            <a:ext cx="5162550" cy="369332"/>
          </a:xfrm>
          <a:prstGeom prst="rect">
            <a:avLst/>
          </a:prstGeom>
          <a:noFill/>
        </p:spPr>
        <p:txBody>
          <a:bodyPr wrap="square">
            <a:spAutoFit/>
          </a:bodyPr>
          <a:lstStyle/>
          <a:p>
            <a:pPr marL="285750" indent="-285750">
              <a:buFont typeface="Wingdings" panose="05000000000000000000" pitchFamily="2" charset="2"/>
              <a:buChar char="q"/>
            </a:pPr>
            <a:r>
              <a:rPr lang="en-US" sz="1800" b="1">
                <a:solidFill>
                  <a:srgbClr val="262626"/>
                </a:solidFill>
              </a:rPr>
              <a:t>C=f(soc) :</a:t>
            </a:r>
            <a:endParaRPr lang="en-US"/>
          </a:p>
        </p:txBody>
      </p:sp>
      <p:pic>
        <p:nvPicPr>
          <p:cNvPr id="16" name="Picture 15">
            <a:extLst>
              <a:ext uri="{FF2B5EF4-FFF2-40B4-BE49-F238E27FC236}">
                <a16:creationId xmlns:a16="http://schemas.microsoft.com/office/drawing/2014/main" id="{3CF77D14-4942-F4EB-CD68-36E1887A2F89}"/>
              </a:ext>
            </a:extLst>
          </p:cNvPr>
          <p:cNvPicPr>
            <a:picLocks noChangeAspect="1"/>
          </p:cNvPicPr>
          <p:nvPr/>
        </p:nvPicPr>
        <p:blipFill>
          <a:blip r:embed="rId4"/>
          <a:stretch>
            <a:fillRect/>
          </a:stretch>
        </p:blipFill>
        <p:spPr>
          <a:xfrm>
            <a:off x="1922785" y="3253966"/>
            <a:ext cx="5657622" cy="2231175"/>
          </a:xfrm>
          <a:prstGeom prst="rect">
            <a:avLst/>
          </a:prstGeom>
        </p:spPr>
        <p:style>
          <a:lnRef idx="2">
            <a:schemeClr val="dk1"/>
          </a:lnRef>
          <a:fillRef idx="1">
            <a:schemeClr val="lt1"/>
          </a:fillRef>
          <a:effectRef idx="0">
            <a:schemeClr val="dk1"/>
          </a:effectRef>
          <a:fontRef idx="minor">
            <a:schemeClr val="dk1"/>
          </a:fontRef>
        </p:style>
      </p:pic>
      <p:pic>
        <p:nvPicPr>
          <p:cNvPr id="17" name="Picture 16">
            <a:extLst>
              <a:ext uri="{FF2B5EF4-FFF2-40B4-BE49-F238E27FC236}">
                <a16:creationId xmlns:a16="http://schemas.microsoft.com/office/drawing/2014/main" id="{3AEC1733-C367-9DC5-CFE0-71A0B9374EBD}"/>
              </a:ext>
            </a:extLst>
          </p:cNvPr>
          <p:cNvPicPr>
            <a:picLocks noChangeAspect="1"/>
          </p:cNvPicPr>
          <p:nvPr/>
        </p:nvPicPr>
        <p:blipFill>
          <a:blip r:embed="rId5"/>
          <a:stretch>
            <a:fillRect/>
          </a:stretch>
        </p:blipFill>
        <p:spPr>
          <a:xfrm>
            <a:off x="1258497" y="5564392"/>
            <a:ext cx="6986198" cy="73499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824495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A4B6-4E84-C623-4721-68C97C01AA6E}"/>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3EC5E952-43E8-22AB-553C-77BCBCC3D046}"/>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5</a:t>
            </a:fld>
            <a:r>
              <a:rPr lang="en-US"/>
              <a:t> 	</a:t>
            </a:r>
          </a:p>
        </p:txBody>
      </p:sp>
      <p:sp>
        <p:nvSpPr>
          <p:cNvPr id="20" name="Date Placeholder 3">
            <a:extLst>
              <a:ext uri="{FF2B5EF4-FFF2-40B4-BE49-F238E27FC236}">
                <a16:creationId xmlns:a16="http://schemas.microsoft.com/office/drawing/2014/main" id="{F83FFB76-6251-8C37-47FC-3CA7C7EC7433}"/>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AC3732E6-EBBA-63CC-E174-5C8186DD0CB4}"/>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3" name="TextBox 2">
            <a:extLst>
              <a:ext uri="{FF2B5EF4-FFF2-40B4-BE49-F238E27FC236}">
                <a16:creationId xmlns:a16="http://schemas.microsoft.com/office/drawing/2014/main" id="{6AA7FCC1-103D-6C90-52E0-5285F6BFA02B}"/>
              </a:ext>
            </a:extLst>
          </p:cNvPr>
          <p:cNvSpPr txBox="1"/>
          <p:nvPr/>
        </p:nvSpPr>
        <p:spPr>
          <a:xfrm>
            <a:off x="0" y="927062"/>
            <a:ext cx="9648825" cy="523220"/>
          </a:xfrm>
          <a:prstGeom prst="rect">
            <a:avLst/>
          </a:prstGeom>
          <a:noFill/>
        </p:spPr>
        <p:txBody>
          <a:bodyPr wrap="square">
            <a:spAutoFit/>
          </a:bodyPr>
          <a:lstStyle/>
          <a:p>
            <a:pPr marL="457200" indent="-457200">
              <a:buFont typeface="Wingdings" panose="05000000000000000000" pitchFamily="2" charset="2"/>
              <a:buChar char="q"/>
            </a:pPr>
            <a:r>
              <a:rPr lang="en-US" sz="2800" b="1">
                <a:solidFill>
                  <a:srgbClr val="262626"/>
                </a:solidFill>
              </a:rPr>
              <a:t>Biểu diễn thông số Rp, Cp,Ro, OCV theo SOC </a:t>
            </a:r>
            <a:endParaRPr lang="en-US" sz="2800">
              <a:solidFill>
                <a:srgbClr val="262626"/>
              </a:solidFill>
            </a:endParaRPr>
          </a:p>
        </p:txBody>
      </p:sp>
      <p:sp>
        <p:nvSpPr>
          <p:cNvPr id="22" name="Title 4">
            <a:extLst>
              <a:ext uri="{FF2B5EF4-FFF2-40B4-BE49-F238E27FC236}">
                <a16:creationId xmlns:a16="http://schemas.microsoft.com/office/drawing/2014/main" id="{2D0EB985-4D9F-5027-F103-FE859CB174CA}"/>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p:pic>
        <p:nvPicPr>
          <p:cNvPr id="4" name="Picture 3">
            <a:extLst>
              <a:ext uri="{FF2B5EF4-FFF2-40B4-BE49-F238E27FC236}">
                <a16:creationId xmlns:a16="http://schemas.microsoft.com/office/drawing/2014/main" id="{6C164171-6FC7-C3DF-FC86-49117988AA0F}"/>
              </a:ext>
            </a:extLst>
          </p:cNvPr>
          <p:cNvPicPr>
            <a:picLocks noChangeAspect="1"/>
          </p:cNvPicPr>
          <p:nvPr/>
        </p:nvPicPr>
        <p:blipFill>
          <a:blip r:embed="rId3"/>
          <a:stretch>
            <a:fillRect/>
          </a:stretch>
        </p:blipFill>
        <p:spPr>
          <a:xfrm>
            <a:off x="605472" y="2493637"/>
            <a:ext cx="8810308" cy="178080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BB42A9D-558E-B146-9F4C-3C1DB48CD647}"/>
                  </a:ext>
                </a:extLst>
              </p:cNvPr>
              <p:cNvSpPr txBox="1"/>
              <p:nvPr/>
            </p:nvSpPr>
            <p:spPr>
              <a:xfrm>
                <a:off x="928052" y="1739043"/>
                <a:ext cx="8165148" cy="465833"/>
              </a:xfrm>
              <a:prstGeom prst="rect">
                <a:avLst/>
              </a:prstGeom>
              <a:noFill/>
              <a:ln w="19050">
                <a:solidFill>
                  <a:srgbClr val="FF0000"/>
                </a:solidFill>
              </a:ln>
            </p:spPr>
            <p:txBody>
              <a:bodyPr wrap="square">
                <a:spAutoFit/>
              </a:bodyPr>
              <a:lstStyle/>
              <a:p>
                <a:pPr/>
                <a14:m>
                  <m:oMathPara xmlns:m="http://schemas.openxmlformats.org/officeDocument/2006/math">
                    <m:oMathParaPr>
                      <m:jc m:val="center"/>
                    </m:oMathParaPr>
                    <m:oMath xmlns:m="http://schemas.openxmlformats.org/officeDocument/2006/math">
                      <m:r>
                        <a:rPr lang="en-US" sz="2400" b="0" i="1" smtClean="0">
                          <a:solidFill>
                            <a:srgbClr val="262626"/>
                          </a:solidFill>
                          <a:latin typeface="Cambria Math" panose="02040503050406030204" pitchFamily="18" charset="0"/>
                        </a:rPr>
                        <m:t>𝑓</m:t>
                      </m:r>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0</m:t>
                          </m:r>
                        </m:sub>
                      </m:sSub>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1</m:t>
                          </m:r>
                        </m:sub>
                      </m:sSub>
                      <m:r>
                        <a:rPr lang="en-US" sz="2400" b="0" i="1" smtClean="0">
                          <a:solidFill>
                            <a:srgbClr val="262626"/>
                          </a:solidFill>
                          <a:latin typeface="Cambria Math" panose="02040503050406030204" pitchFamily="18" charset="0"/>
                        </a:rPr>
                        <m:t>𝑥</m:t>
                      </m:r>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2</m:t>
                          </m:r>
                        </m:sub>
                      </m:sSub>
                      <m:sSup>
                        <m:sSupPr>
                          <m:ctrlPr>
                            <a:rPr lang="en-US" sz="2400" b="0" i="1" smtClean="0">
                              <a:solidFill>
                                <a:srgbClr val="262626"/>
                              </a:solidFill>
                              <a:latin typeface="Cambria Math" panose="02040503050406030204" pitchFamily="18" charset="0"/>
                            </a:rPr>
                          </m:ctrlPr>
                        </m:sSupPr>
                        <m:e>
                          <m:r>
                            <a:rPr lang="en-US" sz="2400" b="0" i="1" smtClean="0">
                              <a:solidFill>
                                <a:srgbClr val="262626"/>
                              </a:solidFill>
                              <a:latin typeface="Cambria Math" panose="02040503050406030204" pitchFamily="18" charset="0"/>
                            </a:rPr>
                            <m:t>𝑥</m:t>
                          </m:r>
                        </m:e>
                        <m:sup>
                          <m:r>
                            <a:rPr lang="en-US" sz="2400" b="0" i="1" smtClean="0">
                              <a:solidFill>
                                <a:srgbClr val="262626"/>
                              </a:solidFill>
                              <a:latin typeface="Cambria Math" panose="02040503050406030204" pitchFamily="18" charset="0"/>
                            </a:rPr>
                            <m:t>2</m:t>
                          </m:r>
                        </m:sup>
                      </m:sSup>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3</m:t>
                          </m:r>
                        </m:sub>
                      </m:sSub>
                      <m:sSup>
                        <m:sSupPr>
                          <m:ctrlPr>
                            <a:rPr lang="en-US" sz="2400" b="0" i="1" smtClean="0">
                              <a:solidFill>
                                <a:srgbClr val="262626"/>
                              </a:solidFill>
                              <a:latin typeface="Cambria Math" panose="02040503050406030204" pitchFamily="18" charset="0"/>
                            </a:rPr>
                          </m:ctrlPr>
                        </m:sSupPr>
                        <m:e>
                          <m:r>
                            <a:rPr lang="en-US" sz="2400" b="0" i="1" smtClean="0">
                              <a:solidFill>
                                <a:srgbClr val="262626"/>
                              </a:solidFill>
                              <a:latin typeface="Cambria Math" panose="02040503050406030204" pitchFamily="18" charset="0"/>
                            </a:rPr>
                            <m:t>𝑥</m:t>
                          </m:r>
                        </m:e>
                        <m:sup>
                          <m:r>
                            <a:rPr lang="en-US" sz="2400" b="0" i="1" smtClean="0">
                              <a:solidFill>
                                <a:srgbClr val="262626"/>
                              </a:solidFill>
                              <a:latin typeface="Cambria Math" panose="02040503050406030204" pitchFamily="18" charset="0"/>
                            </a:rPr>
                            <m:t>3</m:t>
                          </m:r>
                        </m:sup>
                      </m:sSup>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4</m:t>
                          </m:r>
                        </m:sub>
                      </m:sSub>
                      <m:sSup>
                        <m:sSupPr>
                          <m:ctrlPr>
                            <a:rPr lang="en-US" sz="2400" b="0" i="1" smtClean="0">
                              <a:solidFill>
                                <a:srgbClr val="262626"/>
                              </a:solidFill>
                              <a:latin typeface="Cambria Math" panose="02040503050406030204" pitchFamily="18" charset="0"/>
                            </a:rPr>
                          </m:ctrlPr>
                        </m:sSupPr>
                        <m:e>
                          <m:r>
                            <a:rPr lang="en-US" sz="2400" b="0" i="1" smtClean="0">
                              <a:solidFill>
                                <a:srgbClr val="262626"/>
                              </a:solidFill>
                              <a:latin typeface="Cambria Math" panose="02040503050406030204" pitchFamily="18" charset="0"/>
                            </a:rPr>
                            <m:t>𝑥</m:t>
                          </m:r>
                        </m:e>
                        <m:sup>
                          <m:r>
                            <a:rPr lang="en-US" sz="2400" b="0" i="1" smtClean="0">
                              <a:solidFill>
                                <a:srgbClr val="262626"/>
                              </a:solidFill>
                              <a:latin typeface="Cambria Math" panose="02040503050406030204" pitchFamily="18" charset="0"/>
                            </a:rPr>
                            <m:t>4</m:t>
                          </m:r>
                        </m:sup>
                      </m:sSup>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5</m:t>
                          </m:r>
                        </m:sub>
                      </m:sSub>
                      <m:sSup>
                        <m:sSupPr>
                          <m:ctrlPr>
                            <a:rPr lang="en-US" sz="2400" b="0" i="1" smtClean="0">
                              <a:solidFill>
                                <a:srgbClr val="262626"/>
                              </a:solidFill>
                              <a:latin typeface="Cambria Math" panose="02040503050406030204" pitchFamily="18" charset="0"/>
                            </a:rPr>
                          </m:ctrlPr>
                        </m:sSupPr>
                        <m:e>
                          <m:r>
                            <a:rPr lang="en-US" sz="2400" b="0" i="1" smtClean="0">
                              <a:solidFill>
                                <a:srgbClr val="262626"/>
                              </a:solidFill>
                              <a:latin typeface="Cambria Math" panose="02040503050406030204" pitchFamily="18" charset="0"/>
                            </a:rPr>
                            <m:t>𝑥</m:t>
                          </m:r>
                        </m:e>
                        <m:sup>
                          <m:r>
                            <a:rPr lang="en-US" sz="2400" b="0" i="1" smtClean="0">
                              <a:solidFill>
                                <a:srgbClr val="262626"/>
                              </a:solidFill>
                              <a:latin typeface="Cambria Math" panose="02040503050406030204" pitchFamily="18" charset="0"/>
                            </a:rPr>
                            <m:t>5</m:t>
                          </m:r>
                        </m:sup>
                      </m:sSup>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6</m:t>
                          </m:r>
                        </m:sub>
                      </m:sSub>
                      <m:sSup>
                        <m:sSupPr>
                          <m:ctrlPr>
                            <a:rPr lang="en-US" sz="2400" b="0" i="1" smtClean="0">
                              <a:solidFill>
                                <a:srgbClr val="262626"/>
                              </a:solidFill>
                              <a:latin typeface="Cambria Math" panose="02040503050406030204" pitchFamily="18" charset="0"/>
                            </a:rPr>
                          </m:ctrlPr>
                        </m:sSupPr>
                        <m:e>
                          <m:r>
                            <a:rPr lang="en-US" sz="2400" b="0" i="1" smtClean="0">
                              <a:solidFill>
                                <a:srgbClr val="262626"/>
                              </a:solidFill>
                              <a:latin typeface="Cambria Math" panose="02040503050406030204" pitchFamily="18" charset="0"/>
                            </a:rPr>
                            <m:t>𝑥</m:t>
                          </m:r>
                        </m:e>
                        <m:sup>
                          <m:r>
                            <a:rPr lang="en-US" sz="2400" b="0" i="1" smtClean="0">
                              <a:solidFill>
                                <a:srgbClr val="262626"/>
                              </a:solidFill>
                              <a:latin typeface="Cambria Math" panose="02040503050406030204" pitchFamily="18" charset="0"/>
                            </a:rPr>
                            <m:t>6</m:t>
                          </m:r>
                        </m:sup>
                      </m:sSup>
                      <m:r>
                        <a:rPr lang="en-US" sz="2400" b="0" i="1" smtClean="0">
                          <a:solidFill>
                            <a:srgbClr val="262626"/>
                          </a:solidFill>
                          <a:latin typeface="Cambria Math" panose="02040503050406030204" pitchFamily="18" charset="0"/>
                        </a:rPr>
                        <m:t>+</m:t>
                      </m:r>
                      <m:sSub>
                        <m:sSubPr>
                          <m:ctrlPr>
                            <a:rPr lang="en-US" sz="2400" b="0" i="1" smtClean="0">
                              <a:solidFill>
                                <a:srgbClr val="262626"/>
                              </a:solidFill>
                              <a:latin typeface="Cambria Math" panose="02040503050406030204" pitchFamily="18" charset="0"/>
                            </a:rPr>
                          </m:ctrlPr>
                        </m:sSubPr>
                        <m:e>
                          <m:r>
                            <a:rPr lang="en-US" sz="2400" b="0" i="1" smtClean="0">
                              <a:solidFill>
                                <a:srgbClr val="262626"/>
                              </a:solidFill>
                              <a:latin typeface="Cambria Math" panose="02040503050406030204" pitchFamily="18" charset="0"/>
                            </a:rPr>
                            <m:t>𝑎</m:t>
                          </m:r>
                        </m:e>
                        <m:sub>
                          <m:r>
                            <a:rPr lang="en-US" sz="2400" b="0" i="1" smtClean="0">
                              <a:solidFill>
                                <a:srgbClr val="262626"/>
                              </a:solidFill>
                              <a:latin typeface="Cambria Math" panose="02040503050406030204" pitchFamily="18" charset="0"/>
                            </a:rPr>
                            <m:t>7</m:t>
                          </m:r>
                        </m:sub>
                      </m:sSub>
                      <m:sSup>
                        <m:sSupPr>
                          <m:ctrlPr>
                            <a:rPr lang="en-US" sz="2400" b="0" i="1" smtClean="0">
                              <a:solidFill>
                                <a:srgbClr val="262626"/>
                              </a:solidFill>
                              <a:latin typeface="Cambria Math" panose="02040503050406030204" pitchFamily="18" charset="0"/>
                            </a:rPr>
                          </m:ctrlPr>
                        </m:sSupPr>
                        <m:e>
                          <m:r>
                            <a:rPr lang="en-US" sz="2400" b="0" i="1" smtClean="0">
                              <a:solidFill>
                                <a:srgbClr val="262626"/>
                              </a:solidFill>
                              <a:latin typeface="Cambria Math" panose="02040503050406030204" pitchFamily="18" charset="0"/>
                            </a:rPr>
                            <m:t>𝑥</m:t>
                          </m:r>
                        </m:e>
                        <m:sup>
                          <m:r>
                            <a:rPr lang="en-US" sz="2400" b="0" i="1" smtClean="0">
                              <a:solidFill>
                                <a:srgbClr val="262626"/>
                              </a:solidFill>
                              <a:latin typeface="Cambria Math" panose="02040503050406030204" pitchFamily="18" charset="0"/>
                            </a:rPr>
                            <m:t>7</m:t>
                          </m:r>
                        </m:sup>
                      </m:sSup>
                    </m:oMath>
                  </m:oMathPara>
                </a14:m>
                <a:endParaRPr lang="en-US" sz="2400">
                  <a:solidFill>
                    <a:srgbClr val="262626"/>
                  </a:solidFill>
                </a:endParaRPr>
              </a:p>
            </p:txBody>
          </p:sp>
        </mc:Choice>
        <mc:Fallback xmlns="">
          <p:sp>
            <p:nvSpPr>
              <p:cNvPr id="5" name="TextBox 4">
                <a:extLst>
                  <a:ext uri="{FF2B5EF4-FFF2-40B4-BE49-F238E27FC236}">
                    <a16:creationId xmlns:a16="http://schemas.microsoft.com/office/drawing/2014/main" id="{2BB42A9D-558E-B146-9F4C-3C1DB48CD647}"/>
                  </a:ext>
                </a:extLst>
              </p:cNvPr>
              <p:cNvSpPr txBox="1">
                <a:spLocks noRot="1" noChangeAspect="1" noMove="1" noResize="1" noEditPoints="1" noAdjustHandles="1" noChangeArrowheads="1" noChangeShapeType="1" noTextEdit="1"/>
              </p:cNvSpPr>
              <p:nvPr/>
            </p:nvSpPr>
            <p:spPr>
              <a:xfrm>
                <a:off x="928052" y="1739043"/>
                <a:ext cx="8165148" cy="465833"/>
              </a:xfrm>
              <a:prstGeom prst="rect">
                <a:avLst/>
              </a:prstGeom>
              <a:blipFill>
                <a:blip r:embed="rId4"/>
                <a:stretch>
                  <a:fillRect b="-15000"/>
                </a:stretch>
              </a:blipFill>
              <a:ln w="19050">
                <a:solidFill>
                  <a:srgbClr val="FF0000"/>
                </a:solidFill>
              </a:ln>
            </p:spPr>
            <p:txBody>
              <a:bodyPr/>
              <a:lstStyle/>
              <a:p>
                <a:r>
                  <a:rPr lang="en-US">
                    <a:noFill/>
                  </a:rPr>
                  <a:t> </a:t>
                </a:r>
              </a:p>
            </p:txBody>
          </p:sp>
        </mc:Fallback>
      </mc:AlternateContent>
      <p:sp>
        <p:nvSpPr>
          <p:cNvPr id="6" name="TextBox 5">
            <a:extLst>
              <a:ext uri="{FF2B5EF4-FFF2-40B4-BE49-F238E27FC236}">
                <a16:creationId xmlns:a16="http://schemas.microsoft.com/office/drawing/2014/main" id="{CE4998AE-A899-4949-B82D-14CF0D554E4A}"/>
              </a:ext>
            </a:extLst>
          </p:cNvPr>
          <p:cNvSpPr txBox="1"/>
          <p:nvPr/>
        </p:nvSpPr>
        <p:spPr>
          <a:xfrm>
            <a:off x="605471" y="4456025"/>
            <a:ext cx="8619491" cy="861774"/>
          </a:xfrm>
          <a:prstGeom prst="rect">
            <a:avLst/>
          </a:prstGeom>
          <a:noFill/>
        </p:spPr>
        <p:txBody>
          <a:bodyPr wrap="square">
            <a:spAutoFit/>
          </a:bodyPr>
          <a:lstStyle/>
          <a:p>
            <a:r>
              <a:rPr lang="en-US" sz="2500">
                <a:solidFill>
                  <a:srgbClr val="262626"/>
                </a:solidFill>
                <a:sym typeface="Wingdings" panose="05000000000000000000" pitchFamily="2" charset="2"/>
              </a:rPr>
              <a:t> Có thể biểu diễn được các thông số trên để tính toán thời gian sạc, thông số sạc  </a:t>
            </a:r>
            <a:endParaRPr lang="en-US" sz="2500">
              <a:solidFill>
                <a:srgbClr val="262626"/>
              </a:solidFill>
            </a:endParaRPr>
          </a:p>
        </p:txBody>
      </p:sp>
    </p:spTree>
    <p:extLst>
      <p:ext uri="{BB962C8B-B14F-4D97-AF65-F5344CB8AC3E}">
        <p14:creationId xmlns:p14="http://schemas.microsoft.com/office/powerpoint/2010/main" val="2781305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7FE3F-CF8E-3D48-0BD6-D761070214AB}"/>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D36A457C-B838-C198-A734-57F3B543D9BF}"/>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6</a:t>
            </a:fld>
            <a:r>
              <a:rPr lang="en-US"/>
              <a:t> 	</a:t>
            </a:r>
          </a:p>
        </p:txBody>
      </p:sp>
      <p:sp>
        <p:nvSpPr>
          <p:cNvPr id="20" name="Date Placeholder 3">
            <a:extLst>
              <a:ext uri="{FF2B5EF4-FFF2-40B4-BE49-F238E27FC236}">
                <a16:creationId xmlns:a16="http://schemas.microsoft.com/office/drawing/2014/main" id="{64E8FFE8-8E5F-7D2E-8815-2D73ED630B77}"/>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32C4E24D-0A96-5F27-5F8C-916574DEA77A}"/>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3" name="TextBox 2">
            <a:extLst>
              <a:ext uri="{FF2B5EF4-FFF2-40B4-BE49-F238E27FC236}">
                <a16:creationId xmlns:a16="http://schemas.microsoft.com/office/drawing/2014/main" id="{20EC1E37-D127-C347-0595-0B440139992C}"/>
              </a:ext>
            </a:extLst>
          </p:cNvPr>
          <p:cNvSpPr txBox="1"/>
          <p:nvPr/>
        </p:nvSpPr>
        <p:spPr>
          <a:xfrm>
            <a:off x="0" y="927062"/>
            <a:ext cx="9648825" cy="523220"/>
          </a:xfrm>
          <a:prstGeom prst="rect">
            <a:avLst/>
          </a:prstGeom>
          <a:noFill/>
        </p:spPr>
        <p:txBody>
          <a:bodyPr wrap="square">
            <a:spAutoFit/>
          </a:bodyPr>
          <a:lstStyle/>
          <a:p>
            <a:pPr marL="457200" indent="-457200">
              <a:buFont typeface="Wingdings" panose="05000000000000000000" pitchFamily="2" charset="2"/>
              <a:buChar char="q"/>
            </a:pPr>
            <a:r>
              <a:rPr lang="en-US" sz="2800" b="1">
                <a:solidFill>
                  <a:srgbClr val="262626"/>
                </a:solidFill>
              </a:rPr>
              <a:t>Công thức toán học</a:t>
            </a:r>
            <a:endParaRPr lang="en-US" sz="2800">
              <a:solidFill>
                <a:srgbClr val="262626"/>
              </a:solidFill>
            </a:endParaRPr>
          </a:p>
        </p:txBody>
      </p:sp>
      <p:sp>
        <p:nvSpPr>
          <p:cNvPr id="22" name="Title 4">
            <a:extLst>
              <a:ext uri="{FF2B5EF4-FFF2-40B4-BE49-F238E27FC236}">
                <a16:creationId xmlns:a16="http://schemas.microsoft.com/office/drawing/2014/main" id="{F8023EE7-3988-69C0-F778-A080596AFEAF}"/>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p:pic>
        <p:nvPicPr>
          <p:cNvPr id="2" name="Picture 1">
            <a:extLst>
              <a:ext uri="{FF2B5EF4-FFF2-40B4-BE49-F238E27FC236}">
                <a16:creationId xmlns:a16="http://schemas.microsoft.com/office/drawing/2014/main" id="{1CF1EB74-E364-107C-CEAB-B9D2F061AD67}"/>
              </a:ext>
            </a:extLst>
          </p:cNvPr>
          <p:cNvPicPr>
            <a:picLocks noChangeAspect="1"/>
          </p:cNvPicPr>
          <p:nvPr/>
        </p:nvPicPr>
        <p:blipFill>
          <a:blip r:embed="rId3"/>
          <a:stretch>
            <a:fillRect/>
          </a:stretch>
        </p:blipFill>
        <p:spPr>
          <a:xfrm>
            <a:off x="6286866" y="2183890"/>
            <a:ext cx="3192449" cy="2626406"/>
          </a:xfrm>
          <a:prstGeom prst="rect">
            <a:avLst/>
          </a:prstGeom>
        </p:spPr>
      </p:pic>
      <p:sp>
        <p:nvSpPr>
          <p:cNvPr id="4" name="TextBox 3">
            <a:extLst>
              <a:ext uri="{FF2B5EF4-FFF2-40B4-BE49-F238E27FC236}">
                <a16:creationId xmlns:a16="http://schemas.microsoft.com/office/drawing/2014/main" id="{6C73AD66-9241-3A3D-2D85-5FA76768CBAA}"/>
              </a:ext>
            </a:extLst>
          </p:cNvPr>
          <p:cNvSpPr txBox="1"/>
          <p:nvPr/>
        </p:nvSpPr>
        <p:spPr>
          <a:xfrm>
            <a:off x="6724400" y="5036986"/>
            <a:ext cx="2466043" cy="292388"/>
          </a:xfrm>
          <a:prstGeom prst="rect">
            <a:avLst/>
          </a:prstGeom>
          <a:noFill/>
        </p:spPr>
        <p:txBody>
          <a:bodyPr wrap="square">
            <a:spAutoFit/>
          </a:bodyPr>
          <a:lstStyle/>
          <a:p>
            <a:r>
              <a:rPr lang="en-US" sz="1300"/>
              <a:t>H3 :Quá trình sạc mh Thevenin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BA381BF-E611-7F09-05C9-8D6C9CA25933}"/>
                  </a:ext>
                </a:extLst>
              </p:cNvPr>
              <p:cNvSpPr txBox="1"/>
              <p:nvPr/>
            </p:nvSpPr>
            <p:spPr>
              <a:xfrm>
                <a:off x="142860" y="1430516"/>
                <a:ext cx="7635270" cy="1783822"/>
              </a:xfrm>
              <a:prstGeom prst="rect">
                <a:avLst/>
              </a:prstGeom>
              <a:noFill/>
            </p:spPr>
            <p:txBody>
              <a:bodyPr wrap="square">
                <a:spAutoFit/>
              </a:bodyPr>
              <a:lstStyle/>
              <a:p>
                <a:pPr marL="285750" indent="-285750">
                  <a:buFont typeface="Courier New" panose="02070309020205020404" pitchFamily="49" charset="0"/>
                  <a:buChar char="o"/>
                </a:pPr>
                <a:r>
                  <a:rPr lang="en-US">
                    <a:solidFill>
                      <a:srgbClr val="262626"/>
                    </a:solidFill>
                  </a:rPr>
                  <a:t>ĐL Kirchhoff 1 : </a:t>
                </a:r>
              </a:p>
              <a:p>
                <a:pPr marL="742950" lvl="1" indent="-285750">
                  <a:buFont typeface="Courier New" panose="02070309020205020404" pitchFamily="49" charset="0"/>
                  <a:buChar char="o"/>
                </a:pPr>
                <a14:m>
                  <m:oMath xmlns:m="http://schemas.openxmlformats.org/officeDocument/2006/math">
                    <m:r>
                      <a:rPr lang="en-US" b="0" i="1" smtClean="0">
                        <a:solidFill>
                          <a:srgbClr val="262626"/>
                        </a:solidFill>
                        <a:latin typeface="Cambria Math" panose="02040503050406030204" pitchFamily="18" charset="0"/>
                      </a:rPr>
                      <m:t>𝑖</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𝑡</m:t>
                        </m:r>
                      </m:e>
                    </m:d>
                    <m:r>
                      <a:rPr lang="en-US" b="0" i="1"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𝑖</m:t>
                        </m:r>
                      </m:e>
                      <m:sub>
                        <m:r>
                          <a:rPr lang="en-US" b="0" i="1" smtClean="0">
                            <a:solidFill>
                              <a:srgbClr val="262626"/>
                            </a:solidFill>
                            <a:latin typeface="Cambria Math" panose="02040503050406030204" pitchFamily="18" charset="0"/>
                          </a:rPr>
                          <m:t>𝑅𝑝</m:t>
                        </m:r>
                      </m:sub>
                    </m:sSub>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𝑡</m:t>
                        </m:r>
                      </m:e>
                    </m:d>
                    <m:r>
                      <a:rPr lang="en-US" b="0" i="1"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𝑖</m:t>
                        </m:r>
                      </m:e>
                      <m:sub>
                        <m:r>
                          <a:rPr lang="en-US" b="0" i="1" smtClean="0">
                            <a:solidFill>
                              <a:srgbClr val="262626"/>
                            </a:solidFill>
                            <a:latin typeface="Cambria Math" panose="02040503050406030204" pitchFamily="18" charset="0"/>
                          </a:rPr>
                          <m:t>𝐶𝑝</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𝑖</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𝑡</m:t>
                        </m:r>
                      </m:e>
                    </m:d>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𝑈</m:t>
                            </m:r>
                          </m:e>
                          <m:sub>
                            <m:r>
                              <a:rPr lang="en-US" b="0" i="1" smtClean="0">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sub>
                        </m:sSub>
                      </m:num>
                      <m:den>
                        <m:r>
                          <a:rPr lang="en-US" b="0" i="1" smtClean="0">
                            <a:solidFill>
                              <a:srgbClr val="262626"/>
                            </a:solidFill>
                            <a:latin typeface="Cambria Math" panose="02040503050406030204" pitchFamily="18" charset="0"/>
                          </a:rPr>
                          <m:t>𝑅𝑝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𝑆𝑜𝑐</m:t>
                        </m:r>
                        <m:r>
                          <a:rPr lang="en-US" b="0" i="1" smtClean="0">
                            <a:solidFill>
                              <a:srgbClr val="262626"/>
                            </a:solidFill>
                            <a:latin typeface="Cambria Math" panose="02040503050406030204" pitchFamily="18" charset="0"/>
                          </a:rPr>
                          <m:t>)</m:t>
                        </m:r>
                      </m:den>
                    </m:f>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𝑑</m:t>
                            </m:r>
                          </m:e>
                          <m:sub>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 </m:t>
                                </m:r>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sub>
                        </m:sSub>
                      </m:num>
                      <m:den>
                        <m:r>
                          <a:rPr lang="en-US" b="0" i="1" smtClean="0">
                            <a:solidFill>
                              <a:srgbClr val="262626"/>
                            </a:solidFill>
                            <a:latin typeface="Cambria Math" panose="02040503050406030204" pitchFamily="18" charset="0"/>
                          </a:rPr>
                          <m:t>𝑑𝑡</m:t>
                        </m:r>
                      </m:den>
                    </m:f>
                    <m:r>
                      <a:rPr lang="en-US" b="0" i="1" smtClean="0">
                        <a:solidFill>
                          <a:srgbClr val="262626"/>
                        </a:solidFill>
                        <a:latin typeface="Cambria Math" panose="02040503050406030204" pitchFamily="18" charset="0"/>
                      </a:rPr>
                      <m:t> </m:t>
                    </m:r>
                  </m:oMath>
                </a14:m>
                <a:endParaRPr lang="en-US" b="0" i="1">
                  <a:solidFill>
                    <a:srgbClr val="262626"/>
                  </a:solidFill>
                  <a:latin typeface="Cambria Math" panose="02040503050406030204" pitchFamily="18" charset="0"/>
                </a:endParaRPr>
              </a:p>
              <a:p>
                <a:pPr lvl="1">
                  <a:lnSpc>
                    <a:spcPct val="150000"/>
                  </a:lnSpc>
                </a:pPr>
                <a14:m>
                  <m:oMathPara xmlns:m="http://schemas.openxmlformats.org/officeDocument/2006/math">
                    <m:oMathParaPr>
                      <m:jc m:val="left"/>
                    </m:oMathParaPr>
                    <m:oMath xmlns:m="http://schemas.openxmlformats.org/officeDocument/2006/math">
                      <m:r>
                        <a:rPr lang="en-US" i="1">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    </m:t>
                      </m:r>
                      <m:f>
                        <m:fPr>
                          <m:ctrlPr>
                            <a:rPr lang="en-US" b="0" i="1" smtClean="0">
                              <a:solidFill>
                                <a:srgbClr val="262626"/>
                              </a:solidFill>
                              <a:latin typeface="Cambria Math" panose="02040503050406030204" pitchFamily="18" charset="0"/>
                            </a:rPr>
                          </m:ctrlPr>
                        </m:fPr>
                        <m:num>
                          <m:r>
                            <a:rPr lang="en-US" i="1">
                              <a:solidFill>
                                <a:srgbClr val="262626"/>
                              </a:solidFill>
                              <a:latin typeface="Cambria Math" panose="02040503050406030204" pitchFamily="18" charset="0"/>
                            </a:rPr>
                            <m:t>𝑖</m:t>
                          </m:r>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𝑡</m:t>
                              </m:r>
                            </m:e>
                          </m:d>
                        </m:num>
                        <m:den>
                          <m:r>
                            <a:rPr lang="en-US" i="1">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𝑆𝑜𝑐</m:t>
                          </m:r>
                          <m:r>
                            <a:rPr lang="en-US" b="0" i="1" smtClean="0">
                              <a:solidFill>
                                <a:srgbClr val="262626"/>
                              </a:solidFill>
                              <a:latin typeface="Cambria Math" panose="02040503050406030204" pitchFamily="18" charset="0"/>
                            </a:rPr>
                            <m:t>)</m:t>
                          </m:r>
                        </m:den>
                      </m:f>
                      <m:r>
                        <a:rPr lang="en-US" i="1">
                          <a:solidFill>
                            <a:srgbClr val="262626"/>
                          </a:solidFill>
                          <a:latin typeface="Cambria Math" panose="02040503050406030204" pitchFamily="18" charset="0"/>
                        </a:rPr>
                        <m:t>=</m:t>
                      </m:r>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sub>
                          </m:sSub>
                        </m:num>
                        <m:den>
                          <m:r>
                            <a:rPr lang="en-US" i="1">
                              <a:solidFill>
                                <a:srgbClr val="262626"/>
                              </a:solidFill>
                              <a:latin typeface="Cambria Math" panose="02040503050406030204" pitchFamily="18" charset="0"/>
                            </a:rPr>
                            <m:t>𝑅𝑝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𝑆𝑜𝐶</m:t>
                          </m:r>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𝑆𝑜𝑐</m:t>
                          </m:r>
                          <m:r>
                            <a:rPr lang="en-US" b="0" i="1" smtClean="0">
                              <a:solidFill>
                                <a:srgbClr val="262626"/>
                              </a:solidFill>
                              <a:latin typeface="Cambria Math" panose="02040503050406030204" pitchFamily="18" charset="0"/>
                            </a:rPr>
                            <m:t>)</m:t>
                          </m:r>
                        </m:den>
                      </m:f>
                      <m:r>
                        <a:rPr lang="en-US" i="1">
                          <a:solidFill>
                            <a:srgbClr val="262626"/>
                          </a:solidFill>
                          <a:latin typeface="Cambria Math" panose="02040503050406030204" pitchFamily="18" charset="0"/>
                        </a:rPr>
                        <m:t>+</m:t>
                      </m:r>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𝑑</m:t>
                              </m:r>
                            </m:e>
                            <m:sub>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 </m:t>
                                  </m:r>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sub>
                          </m:sSub>
                        </m:num>
                        <m:den>
                          <m:r>
                            <a:rPr lang="en-US" i="1">
                              <a:solidFill>
                                <a:srgbClr val="262626"/>
                              </a:solidFill>
                              <a:latin typeface="Cambria Math" panose="02040503050406030204" pitchFamily="18" charset="0"/>
                            </a:rPr>
                            <m:t>𝑑𝑡</m:t>
                          </m:r>
                        </m:den>
                      </m:f>
                    </m:oMath>
                  </m:oMathPara>
                </a14:m>
                <a:endParaRPr lang="en-US">
                  <a:solidFill>
                    <a:srgbClr val="262626"/>
                  </a:solidFill>
                </a:endParaRPr>
              </a:p>
            </p:txBody>
          </p:sp>
        </mc:Choice>
        <mc:Fallback xmlns="">
          <p:sp>
            <p:nvSpPr>
              <p:cNvPr id="5" name="TextBox 4">
                <a:extLst>
                  <a:ext uri="{FF2B5EF4-FFF2-40B4-BE49-F238E27FC236}">
                    <a16:creationId xmlns:a16="http://schemas.microsoft.com/office/drawing/2014/main" id="{CBA381BF-E611-7F09-05C9-8D6C9CA25933}"/>
                  </a:ext>
                </a:extLst>
              </p:cNvPr>
              <p:cNvSpPr txBox="1">
                <a:spLocks noRot="1" noChangeAspect="1" noMove="1" noResize="1" noEditPoints="1" noAdjustHandles="1" noChangeArrowheads="1" noChangeShapeType="1" noTextEdit="1"/>
              </p:cNvSpPr>
              <p:nvPr/>
            </p:nvSpPr>
            <p:spPr>
              <a:xfrm>
                <a:off x="142860" y="1430516"/>
                <a:ext cx="7635270" cy="1783822"/>
              </a:xfrm>
              <a:prstGeom prst="rect">
                <a:avLst/>
              </a:prstGeom>
              <a:blipFill>
                <a:blip r:embed="rId4"/>
                <a:stretch>
                  <a:fillRect l="-559" t="-1712"/>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4F389F8C-6C25-7C80-F36E-F25CF17BCC77}"/>
              </a:ext>
            </a:extLst>
          </p:cNvPr>
          <p:cNvSpPr/>
          <p:nvPr/>
        </p:nvSpPr>
        <p:spPr>
          <a:xfrm flipH="1">
            <a:off x="1100929" y="2421141"/>
            <a:ext cx="4086225" cy="742036"/>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6D82154-DFAE-5ABA-3CEF-9DC6990304B7}"/>
              </a:ext>
            </a:extLst>
          </p:cNvPr>
          <p:cNvSpPr txBox="1"/>
          <p:nvPr/>
        </p:nvSpPr>
        <p:spPr>
          <a:xfrm>
            <a:off x="5368454" y="2596862"/>
            <a:ext cx="610370" cy="400110"/>
          </a:xfrm>
          <a:prstGeom prst="rect">
            <a:avLst/>
          </a:prstGeom>
          <a:noFill/>
        </p:spPr>
        <p:txBody>
          <a:bodyPr wrap="square">
            <a:spAutoFit/>
          </a:bodyPr>
          <a:lstStyle/>
          <a:p>
            <a:r>
              <a:rPr lang="en-US" sz="2000">
                <a:solidFill>
                  <a:srgbClr val="FF0000"/>
                </a:solidFill>
                <a:highlight>
                  <a:srgbClr val="FFFF00"/>
                </a:highlight>
              </a:rPr>
              <a:t>(1)</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506254-0F10-AB44-5C82-BEE05E2998B7}"/>
                  </a:ext>
                </a:extLst>
              </p:cNvPr>
              <p:cNvSpPr txBox="1"/>
              <p:nvPr/>
            </p:nvSpPr>
            <p:spPr>
              <a:xfrm>
                <a:off x="142860" y="3225826"/>
                <a:ext cx="7635270" cy="1574855"/>
              </a:xfrm>
              <a:prstGeom prst="rect">
                <a:avLst/>
              </a:prstGeom>
              <a:noFill/>
            </p:spPr>
            <p:txBody>
              <a:bodyPr wrap="square">
                <a:spAutoFit/>
              </a:bodyPr>
              <a:lstStyle/>
              <a:p>
                <a:pPr marL="285750" indent="-285750">
                  <a:buFont typeface="Courier New" panose="02070309020205020404" pitchFamily="49" charset="0"/>
                  <a:buChar char="o"/>
                </a:pPr>
                <a:r>
                  <a:rPr lang="en-US">
                    <a:solidFill>
                      <a:srgbClr val="262626"/>
                    </a:solidFill>
                  </a:rPr>
                  <a:t>ĐL Kirchhoff 2 : </a:t>
                </a:r>
              </a:p>
              <a:p>
                <a:pPr marL="742950" lvl="1" indent="-285750">
                  <a:lnSpc>
                    <a:spcPct val="150000"/>
                  </a:lnSpc>
                  <a:buFont typeface="Courier New" panose="02070309020205020404" pitchFamily="49" charset="0"/>
                  <a:buChar char="o"/>
                </a:pPr>
                <a14:m>
                  <m:oMath xmlns:m="http://schemas.openxmlformats.org/officeDocument/2006/math">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𝑉</m:t>
                        </m:r>
                      </m:e>
                      <m:sub>
                        <m:r>
                          <a:rPr lang="en-US" sz="2000" b="0" i="1" smtClean="0">
                            <a:solidFill>
                              <a:srgbClr val="262626"/>
                            </a:solidFill>
                            <a:latin typeface="Cambria Math" panose="02040503050406030204" pitchFamily="18" charset="0"/>
                          </a:rPr>
                          <m:t>𝑏𝑎𝑡</m:t>
                        </m:r>
                      </m:sub>
                    </m:sSub>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𝑡</m:t>
                        </m:r>
                      </m:e>
                    </m:d>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𝑖</m:t>
                    </m:r>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𝑡</m:t>
                        </m:r>
                      </m:e>
                    </m:d>
                    <m:r>
                      <a:rPr lang="en-US" sz="2000" b="0" i="1" smtClean="0">
                        <a:solidFill>
                          <a:srgbClr val="262626"/>
                        </a:solidFill>
                        <a:latin typeface="Cambria Math" panose="02040503050406030204" pitchFamily="18" charset="0"/>
                      </a:rPr>
                      <m:t>.</m:t>
                    </m:r>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𝑅</m:t>
                        </m:r>
                      </m:e>
                      <m:sub>
                        <m:r>
                          <a:rPr lang="en-US" sz="2000" b="0" i="1" smtClean="0">
                            <a:solidFill>
                              <a:srgbClr val="262626"/>
                            </a:solidFill>
                            <a:latin typeface="Cambria Math" panose="02040503050406030204" pitchFamily="18" charset="0"/>
                          </a:rPr>
                          <m:t>0</m:t>
                        </m:r>
                      </m:sub>
                    </m:sSub>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𝑆𝑜𝐶</m:t>
                        </m:r>
                      </m:e>
                    </m:d>
                    <m:r>
                      <a:rPr lang="en-US" sz="2000" b="0" i="1" smtClean="0">
                        <a:solidFill>
                          <a:srgbClr val="262626"/>
                        </a:solidFill>
                        <a:latin typeface="Cambria Math" panose="02040503050406030204" pitchFamily="18" charset="0"/>
                      </a:rPr>
                      <m:t>+</m:t>
                    </m:r>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𝑈</m:t>
                        </m:r>
                      </m:e>
                      <m:sub>
                        <m:r>
                          <a:rPr lang="en-US" sz="2000" b="0" i="1" smtClean="0">
                            <a:solidFill>
                              <a:srgbClr val="262626"/>
                            </a:solidFill>
                            <a:latin typeface="Cambria Math" panose="02040503050406030204" pitchFamily="18" charset="0"/>
                          </a:rPr>
                          <m:t>𝑐𝑝</m:t>
                        </m:r>
                      </m:sub>
                    </m:sSub>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𝑡</m:t>
                        </m:r>
                      </m:e>
                    </m:d>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𝑂𝐶𝑉</m:t>
                    </m:r>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𝑆𝑜𝐶</m:t>
                        </m:r>
                      </m:e>
                    </m:d>
                  </m:oMath>
                </a14:m>
                <a:endParaRPr lang="en-US" sz="2000" b="0">
                  <a:solidFill>
                    <a:srgbClr val="262626"/>
                  </a:solidFill>
                </a:endParaRPr>
              </a:p>
              <a:p>
                <a:pPr lvl="1">
                  <a:lnSpc>
                    <a:spcPct val="150000"/>
                  </a:lnSpc>
                </a:pPr>
                <a14:m>
                  <m:oMath xmlns:m="http://schemas.openxmlformats.org/officeDocument/2006/math">
                    <m:r>
                      <a:rPr lang="en-US" sz="2000" i="1" smtClean="0">
                        <a:solidFill>
                          <a:srgbClr val="262626"/>
                        </a:solidFill>
                        <a:latin typeface="Cambria Math" panose="02040503050406030204" pitchFamily="18" charset="0"/>
                      </a:rPr>
                      <m:t>⇔</m:t>
                    </m:r>
                  </m:oMath>
                </a14:m>
                <a:r>
                  <a:rPr lang="en-US" sz="2000" b="0">
                    <a:solidFill>
                      <a:srgbClr val="262626"/>
                    </a:solidFill>
                  </a:rPr>
                  <a:t> </a:t>
                </a:r>
                <a14:m>
                  <m:oMath xmlns:m="http://schemas.openxmlformats.org/officeDocument/2006/math">
                    <m:r>
                      <a:rPr lang="en-US" sz="2000" b="0" i="0" smtClean="0">
                        <a:solidFill>
                          <a:srgbClr val="262626"/>
                        </a:solidFill>
                        <a:latin typeface="Cambria Math" panose="02040503050406030204" pitchFamily="18" charset="0"/>
                      </a:rPr>
                      <m:t> </m:t>
                    </m:r>
                    <m:r>
                      <a:rPr lang="en-US" sz="2000" i="1">
                        <a:solidFill>
                          <a:srgbClr val="262626"/>
                        </a:solidFill>
                        <a:latin typeface="Cambria Math" panose="02040503050406030204" pitchFamily="18" charset="0"/>
                      </a:rPr>
                      <m:t>𝑖</m:t>
                    </m:r>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𝑡</m:t>
                        </m:r>
                      </m:e>
                    </m:d>
                    <m:r>
                      <a:rPr lang="en-US" sz="2000" b="0" i="1" smtClean="0">
                        <a:solidFill>
                          <a:srgbClr val="262626"/>
                        </a:solidFill>
                        <a:latin typeface="Cambria Math" panose="02040503050406030204" pitchFamily="18" charset="0"/>
                      </a:rPr>
                      <m:t>=</m:t>
                    </m:r>
                    <m:f>
                      <m:fPr>
                        <m:ctrlPr>
                          <a:rPr lang="en-US" sz="2000" i="1">
                            <a:solidFill>
                              <a:srgbClr val="262626"/>
                            </a:solidFill>
                            <a:latin typeface="Cambria Math" panose="02040503050406030204" pitchFamily="18" charset="0"/>
                          </a:rPr>
                        </m:ctrlPr>
                      </m:fPr>
                      <m:num>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𝑉</m:t>
                            </m:r>
                          </m:e>
                          <m:sub>
                            <m:r>
                              <a:rPr lang="en-US" sz="2000" i="1">
                                <a:solidFill>
                                  <a:srgbClr val="262626"/>
                                </a:solidFill>
                                <a:latin typeface="Cambria Math" panose="02040503050406030204" pitchFamily="18" charset="0"/>
                              </a:rPr>
                              <m:t>𝑏𝑎𝑡</m:t>
                            </m:r>
                          </m:sub>
                        </m:sSub>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𝑡</m:t>
                            </m:r>
                          </m:e>
                        </m:d>
                        <m:r>
                          <a:rPr lang="en-US" sz="2000" i="1">
                            <a:solidFill>
                              <a:srgbClr val="262626"/>
                            </a:solidFill>
                            <a:latin typeface="Cambria Math" panose="02040503050406030204" pitchFamily="18" charset="0"/>
                          </a:rPr>
                          <m:t>−</m:t>
                        </m:r>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𝑈</m:t>
                            </m:r>
                          </m:e>
                          <m:sub>
                            <m:r>
                              <a:rPr lang="en-US" sz="2000" i="1">
                                <a:solidFill>
                                  <a:srgbClr val="262626"/>
                                </a:solidFill>
                                <a:latin typeface="Cambria Math" panose="02040503050406030204" pitchFamily="18" charset="0"/>
                              </a:rPr>
                              <m:t>𝐶𝑝</m:t>
                            </m:r>
                          </m:sub>
                        </m:sSub>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𝑡</m:t>
                            </m:r>
                          </m:e>
                        </m:d>
                        <m:r>
                          <a:rPr lang="en-US" sz="2000" i="1">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𝑂𝐶𝑉</m:t>
                        </m:r>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𝑆𝑜𝐶</m:t>
                            </m:r>
                          </m:e>
                        </m:d>
                      </m:num>
                      <m:den>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𝑅</m:t>
                            </m:r>
                          </m:e>
                          <m:sub>
                            <m:r>
                              <a:rPr lang="en-US" sz="2000" i="1">
                                <a:solidFill>
                                  <a:srgbClr val="262626"/>
                                </a:solidFill>
                                <a:latin typeface="Cambria Math" panose="02040503050406030204" pitchFamily="18" charset="0"/>
                              </a:rPr>
                              <m:t>0</m:t>
                            </m:r>
                          </m:sub>
                        </m:sSub>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𝑆𝑜𝐶</m:t>
                            </m:r>
                          </m:e>
                        </m:d>
                        <m:r>
                          <a:rPr lang="en-US" sz="2000" i="1">
                            <a:solidFill>
                              <a:srgbClr val="262626"/>
                            </a:solidFill>
                            <a:latin typeface="Cambria Math" panose="02040503050406030204" pitchFamily="18" charset="0"/>
                          </a:rPr>
                          <m:t> </m:t>
                        </m:r>
                      </m:den>
                    </m:f>
                  </m:oMath>
                </a14:m>
                <a:endParaRPr lang="en-US" sz="2000" b="0">
                  <a:solidFill>
                    <a:srgbClr val="262626"/>
                  </a:solidFill>
                </a:endParaRPr>
              </a:p>
            </p:txBody>
          </p:sp>
        </mc:Choice>
        <mc:Fallback xmlns="">
          <p:sp>
            <p:nvSpPr>
              <p:cNvPr id="8" name="TextBox 7">
                <a:extLst>
                  <a:ext uri="{FF2B5EF4-FFF2-40B4-BE49-F238E27FC236}">
                    <a16:creationId xmlns:a16="http://schemas.microsoft.com/office/drawing/2014/main" id="{B4506254-0F10-AB44-5C82-BEE05E2998B7}"/>
                  </a:ext>
                </a:extLst>
              </p:cNvPr>
              <p:cNvSpPr txBox="1">
                <a:spLocks noRot="1" noChangeAspect="1" noMove="1" noResize="1" noEditPoints="1" noAdjustHandles="1" noChangeArrowheads="1" noChangeShapeType="1" noTextEdit="1"/>
              </p:cNvSpPr>
              <p:nvPr/>
            </p:nvSpPr>
            <p:spPr>
              <a:xfrm>
                <a:off x="142860" y="3225826"/>
                <a:ext cx="7635270" cy="1574855"/>
              </a:xfrm>
              <a:prstGeom prst="rect">
                <a:avLst/>
              </a:prstGeom>
              <a:blipFill>
                <a:blip r:embed="rId5"/>
                <a:stretch>
                  <a:fillRect l="-559" t="-1544"/>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A0B1B1E2-D3C5-B8C5-AA68-BA30655538BD}"/>
              </a:ext>
            </a:extLst>
          </p:cNvPr>
          <p:cNvSpPr/>
          <p:nvPr/>
        </p:nvSpPr>
        <p:spPr>
          <a:xfrm flipH="1">
            <a:off x="993049" y="4173452"/>
            <a:ext cx="3476756" cy="636844"/>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7DE8C06-2400-E3AC-AE2A-62EC0AB5CADA}"/>
              </a:ext>
            </a:extLst>
          </p:cNvPr>
          <p:cNvSpPr txBox="1"/>
          <p:nvPr/>
        </p:nvSpPr>
        <p:spPr>
          <a:xfrm>
            <a:off x="4801731" y="4270800"/>
            <a:ext cx="610370" cy="400110"/>
          </a:xfrm>
          <a:prstGeom prst="rect">
            <a:avLst/>
          </a:prstGeom>
          <a:noFill/>
        </p:spPr>
        <p:txBody>
          <a:bodyPr wrap="square">
            <a:spAutoFit/>
          </a:bodyPr>
          <a:lstStyle/>
          <a:p>
            <a:r>
              <a:rPr lang="en-US" sz="2000">
                <a:solidFill>
                  <a:srgbClr val="FF0000"/>
                </a:solidFill>
                <a:highlight>
                  <a:srgbClr val="FFFF00"/>
                </a:highlight>
              </a:rPr>
              <a:t>(2)</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953747-4E18-F896-7B5D-8485D142CDF7}"/>
                  </a:ext>
                </a:extLst>
              </p:cNvPr>
              <p:cNvSpPr txBox="1"/>
              <p:nvPr/>
            </p:nvSpPr>
            <p:spPr>
              <a:xfrm>
                <a:off x="142860" y="4873269"/>
                <a:ext cx="5074119" cy="1023485"/>
              </a:xfrm>
              <a:prstGeom prst="rect">
                <a:avLst/>
              </a:prstGeom>
              <a:noFill/>
            </p:spPr>
            <p:txBody>
              <a:bodyPr wrap="square">
                <a:spAutoFit/>
              </a:bodyPr>
              <a:lstStyle/>
              <a:p>
                <a:pPr marL="285750" indent="-285750">
                  <a:buFont typeface="Courier New" panose="02070309020205020404" pitchFamily="49" charset="0"/>
                  <a:buChar char="o"/>
                </a:pPr>
                <a:r>
                  <a:rPr lang="en-US">
                    <a:solidFill>
                      <a:srgbClr val="262626"/>
                    </a:solidFill>
                  </a:rPr>
                  <a:t>ĐL Coulomb Counting : </a:t>
                </a:r>
              </a:p>
              <a:p>
                <a:pPr marL="742950" lvl="1" indent="-285750">
                  <a:lnSpc>
                    <a:spcPct val="150000"/>
                  </a:lnSpc>
                  <a:buFont typeface="Courier New" panose="02070309020205020404" pitchFamily="49" charset="0"/>
                  <a:buChar char="o"/>
                </a:pPr>
                <a14:m>
                  <m:oMath xmlns:m="http://schemas.openxmlformats.org/officeDocument/2006/math">
                    <m:r>
                      <a:rPr lang="en-US" sz="2000" b="0" i="1" smtClean="0">
                        <a:solidFill>
                          <a:srgbClr val="262626"/>
                        </a:solidFill>
                        <a:latin typeface="Cambria Math" panose="02040503050406030204" pitchFamily="18" charset="0"/>
                      </a:rPr>
                      <m:t>𝑆𝑜𝐶</m:t>
                    </m:r>
                    <m:d>
                      <m:dPr>
                        <m:ctrlPr>
                          <a:rPr lang="en-US" sz="2000" b="0" i="1" smtClean="0">
                            <a:solidFill>
                              <a:srgbClr val="262626"/>
                            </a:solidFill>
                            <a:latin typeface="Cambria Math" panose="02040503050406030204" pitchFamily="18" charset="0"/>
                          </a:rPr>
                        </m:ctrlPr>
                      </m:dPr>
                      <m:e>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𝑡</m:t>
                            </m:r>
                          </m:e>
                          <m:sub>
                            <m:r>
                              <a:rPr lang="en-US" sz="2000" b="0" i="1" smtClean="0">
                                <a:solidFill>
                                  <a:srgbClr val="262626"/>
                                </a:solidFill>
                                <a:latin typeface="Cambria Math" panose="02040503050406030204" pitchFamily="18" charset="0"/>
                              </a:rPr>
                              <m:t>2</m:t>
                            </m:r>
                          </m:sub>
                        </m:sSub>
                      </m:e>
                    </m:d>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𝑆𝑜𝐶</m:t>
                    </m:r>
                    <m:d>
                      <m:dPr>
                        <m:ctrlPr>
                          <a:rPr lang="en-US" sz="2000" b="0" i="1" smtClean="0">
                            <a:solidFill>
                              <a:srgbClr val="262626"/>
                            </a:solidFill>
                            <a:latin typeface="Cambria Math" panose="02040503050406030204" pitchFamily="18" charset="0"/>
                          </a:rPr>
                        </m:ctrlPr>
                      </m:dPr>
                      <m:e>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𝑡</m:t>
                            </m:r>
                          </m:e>
                          <m:sub>
                            <m:r>
                              <a:rPr lang="en-US" sz="2000" b="0" i="1" smtClean="0">
                                <a:solidFill>
                                  <a:srgbClr val="262626"/>
                                </a:solidFill>
                                <a:latin typeface="Cambria Math" panose="02040503050406030204" pitchFamily="18" charset="0"/>
                              </a:rPr>
                              <m:t>1</m:t>
                            </m:r>
                          </m:sub>
                        </m:sSub>
                      </m:e>
                    </m:d>
                    <m:r>
                      <a:rPr lang="en-US" sz="2000" b="0" i="1" smtClean="0">
                        <a:solidFill>
                          <a:srgbClr val="262626"/>
                        </a:solidFill>
                        <a:latin typeface="Cambria Math" panose="02040503050406030204" pitchFamily="18" charset="0"/>
                      </a:rPr>
                      <m:t>=</m:t>
                    </m:r>
                    <m:f>
                      <m:fPr>
                        <m:ctrlPr>
                          <a:rPr lang="en-US" sz="2000" b="0" i="1" smtClean="0">
                            <a:solidFill>
                              <a:srgbClr val="262626"/>
                            </a:solidFill>
                            <a:latin typeface="Cambria Math" panose="02040503050406030204" pitchFamily="18" charset="0"/>
                          </a:rPr>
                        </m:ctrlPr>
                      </m:fPr>
                      <m:num>
                        <m:r>
                          <a:rPr lang="en-US" sz="2000" b="0" i="1" smtClean="0">
                            <a:solidFill>
                              <a:srgbClr val="262626"/>
                            </a:solidFill>
                            <a:latin typeface="Cambria Math" panose="02040503050406030204" pitchFamily="18" charset="0"/>
                          </a:rPr>
                          <m:t>1</m:t>
                        </m:r>
                      </m:num>
                      <m:den>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𝑄</m:t>
                            </m:r>
                          </m:e>
                          <m:sub>
                            <m:r>
                              <a:rPr lang="en-US" sz="2000" b="0" i="1" smtClean="0">
                                <a:solidFill>
                                  <a:srgbClr val="262626"/>
                                </a:solidFill>
                                <a:latin typeface="Cambria Math" panose="02040503050406030204" pitchFamily="18" charset="0"/>
                              </a:rPr>
                              <m:t>0</m:t>
                            </m:r>
                          </m:sub>
                        </m:sSub>
                      </m:den>
                    </m:f>
                    <m:r>
                      <a:rPr lang="en-US" sz="2000" b="0" i="1" smtClean="0">
                        <a:solidFill>
                          <a:srgbClr val="262626"/>
                        </a:solidFill>
                        <a:latin typeface="Cambria Math" panose="02040503050406030204" pitchFamily="18" charset="0"/>
                      </a:rPr>
                      <m:t>.</m:t>
                    </m:r>
                    <m:nary>
                      <m:naryPr>
                        <m:limLoc m:val="undOvr"/>
                        <m:grow m:val="on"/>
                        <m:ctrlPr>
                          <a:rPr lang="en-US" sz="2000" b="0" i="1" smtClean="0">
                            <a:solidFill>
                              <a:srgbClr val="262626"/>
                            </a:solidFill>
                            <a:latin typeface="Cambria Math" panose="02040503050406030204" pitchFamily="18" charset="0"/>
                          </a:rPr>
                        </m:ctrlPr>
                      </m:naryPr>
                      <m:sub>
                        <m:sSub>
                          <m:sSubPr>
                            <m:ctrlPr>
                              <a:rPr lang="en-US" sz="2000" b="0" i="1" smtClean="0">
                                <a:solidFill>
                                  <a:srgbClr val="262626"/>
                                </a:solidFill>
                                <a:latin typeface="Cambria Math" panose="02040503050406030204" pitchFamily="18" charset="0"/>
                              </a:rPr>
                            </m:ctrlPr>
                          </m:sSubPr>
                          <m:e>
                            <m:r>
                              <a:rPr lang="en-US" sz="2000" b="0" i="1">
                                <a:solidFill>
                                  <a:srgbClr val="262626"/>
                                </a:solidFill>
                                <a:latin typeface="Cambria Math" panose="02040503050406030204" pitchFamily="18" charset="0"/>
                              </a:rPr>
                              <m:t>𝑡</m:t>
                            </m:r>
                          </m:e>
                          <m:sub>
                            <m:r>
                              <a:rPr lang="en-US" sz="2000" b="0" i="1" smtClean="0">
                                <a:solidFill>
                                  <a:srgbClr val="262626"/>
                                </a:solidFill>
                                <a:latin typeface="Cambria Math" panose="02040503050406030204" pitchFamily="18" charset="0"/>
                              </a:rPr>
                              <m:t>1</m:t>
                            </m:r>
                          </m:sub>
                        </m:sSub>
                      </m:sub>
                      <m:sup>
                        <m:sSub>
                          <m:sSubPr>
                            <m:ctrlPr>
                              <a:rPr lang="en-US" sz="2000" b="0" i="1" smtClean="0">
                                <a:solidFill>
                                  <a:srgbClr val="262626"/>
                                </a:solidFill>
                                <a:latin typeface="Cambria Math" panose="02040503050406030204" pitchFamily="18" charset="0"/>
                              </a:rPr>
                            </m:ctrlPr>
                          </m:sSubPr>
                          <m:e>
                            <m:r>
                              <a:rPr lang="en-US" sz="2000" b="0" i="1">
                                <a:solidFill>
                                  <a:srgbClr val="262626"/>
                                </a:solidFill>
                                <a:latin typeface="Cambria Math" panose="02040503050406030204" pitchFamily="18" charset="0"/>
                              </a:rPr>
                              <m:t>𝑡</m:t>
                            </m:r>
                          </m:e>
                          <m:sub>
                            <m:r>
                              <a:rPr lang="en-US" sz="2000" b="0" i="1" smtClean="0">
                                <a:solidFill>
                                  <a:srgbClr val="262626"/>
                                </a:solidFill>
                                <a:latin typeface="Cambria Math" panose="02040503050406030204" pitchFamily="18" charset="0"/>
                              </a:rPr>
                              <m:t>2</m:t>
                            </m:r>
                          </m:sub>
                        </m:sSub>
                      </m:sup>
                      <m:e>
                        <m:r>
                          <a:rPr lang="en-US" sz="2000" b="0" i="1" smtClean="0">
                            <a:solidFill>
                              <a:srgbClr val="262626"/>
                            </a:solidFill>
                            <a:latin typeface="Cambria Math" panose="02040503050406030204" pitchFamily="18" charset="0"/>
                          </a:rPr>
                          <m:t>𝑖</m:t>
                        </m:r>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𝑡</m:t>
                            </m:r>
                          </m:e>
                        </m:d>
                        <m:r>
                          <a:rPr lang="en-US" sz="2000" b="0" i="1" smtClean="0">
                            <a:solidFill>
                              <a:srgbClr val="262626"/>
                            </a:solidFill>
                            <a:latin typeface="Cambria Math" panose="02040503050406030204" pitchFamily="18" charset="0"/>
                          </a:rPr>
                          <m:t>𝑑𝑡</m:t>
                        </m:r>
                        <m:r>
                          <a:rPr lang="en-US" sz="2000" b="0" i="1" smtClean="0">
                            <a:solidFill>
                              <a:srgbClr val="262626"/>
                            </a:solidFill>
                            <a:latin typeface="Cambria Math" panose="02040503050406030204" pitchFamily="18" charset="0"/>
                          </a:rPr>
                          <m:t> </m:t>
                        </m:r>
                      </m:e>
                    </m:nary>
                  </m:oMath>
                </a14:m>
                <a:endParaRPr lang="en-US" sz="2000" b="0">
                  <a:solidFill>
                    <a:srgbClr val="262626"/>
                  </a:solidFill>
                </a:endParaRPr>
              </a:p>
            </p:txBody>
          </p:sp>
        </mc:Choice>
        <mc:Fallback xmlns="">
          <p:sp>
            <p:nvSpPr>
              <p:cNvPr id="11" name="TextBox 10">
                <a:extLst>
                  <a:ext uri="{FF2B5EF4-FFF2-40B4-BE49-F238E27FC236}">
                    <a16:creationId xmlns:a16="http://schemas.microsoft.com/office/drawing/2014/main" id="{DC953747-4E18-F896-7B5D-8485D142CDF7}"/>
                  </a:ext>
                </a:extLst>
              </p:cNvPr>
              <p:cNvSpPr txBox="1">
                <a:spLocks noRot="1" noChangeAspect="1" noMove="1" noResize="1" noEditPoints="1" noAdjustHandles="1" noChangeArrowheads="1" noChangeShapeType="1" noTextEdit="1"/>
              </p:cNvSpPr>
              <p:nvPr/>
            </p:nvSpPr>
            <p:spPr>
              <a:xfrm>
                <a:off x="142860" y="4873269"/>
                <a:ext cx="5074119" cy="1023485"/>
              </a:xfrm>
              <a:prstGeom prst="rect">
                <a:avLst/>
              </a:prstGeom>
              <a:blipFill>
                <a:blip r:embed="rId6"/>
                <a:stretch>
                  <a:fillRect l="-840" t="-2381"/>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4460B990-337A-F027-0A6F-5C7D836B5778}"/>
              </a:ext>
            </a:extLst>
          </p:cNvPr>
          <p:cNvSpPr/>
          <p:nvPr/>
        </p:nvSpPr>
        <p:spPr>
          <a:xfrm flipH="1">
            <a:off x="886603" y="5298538"/>
            <a:ext cx="4066397" cy="598215"/>
          </a:xfrm>
          <a:prstGeom prst="rect">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1E34259-97CA-AD2E-9FA4-6E0DEBD56F48}"/>
              </a:ext>
            </a:extLst>
          </p:cNvPr>
          <p:cNvSpPr txBox="1"/>
          <p:nvPr/>
        </p:nvSpPr>
        <p:spPr>
          <a:xfrm>
            <a:off x="5203212" y="5377338"/>
            <a:ext cx="610370" cy="400110"/>
          </a:xfrm>
          <a:prstGeom prst="rect">
            <a:avLst/>
          </a:prstGeom>
          <a:noFill/>
        </p:spPr>
        <p:txBody>
          <a:bodyPr wrap="square">
            <a:spAutoFit/>
          </a:bodyPr>
          <a:lstStyle/>
          <a:p>
            <a:r>
              <a:rPr lang="en-US" sz="2000">
                <a:solidFill>
                  <a:srgbClr val="FF0000"/>
                </a:solidFill>
                <a:highlight>
                  <a:srgbClr val="FFFF00"/>
                </a:highlight>
              </a:rPr>
              <a:t>(3)</a:t>
            </a:r>
          </a:p>
        </p:txBody>
      </p:sp>
    </p:spTree>
    <p:extLst>
      <p:ext uri="{BB962C8B-B14F-4D97-AF65-F5344CB8AC3E}">
        <p14:creationId xmlns:p14="http://schemas.microsoft.com/office/powerpoint/2010/main" val="1956803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5BC33-4F25-A3AD-0626-7C46A256D112}"/>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98E84062-64FE-A807-8290-C0E0CDA9B603}"/>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7</a:t>
            </a:fld>
            <a:r>
              <a:rPr lang="en-US"/>
              <a:t> 	</a:t>
            </a:r>
          </a:p>
        </p:txBody>
      </p:sp>
      <p:sp>
        <p:nvSpPr>
          <p:cNvPr id="20" name="Date Placeholder 3">
            <a:extLst>
              <a:ext uri="{FF2B5EF4-FFF2-40B4-BE49-F238E27FC236}">
                <a16:creationId xmlns:a16="http://schemas.microsoft.com/office/drawing/2014/main" id="{B19D67AA-D53B-98CF-77AC-2C1D82663DC9}"/>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FC6FBB42-402F-8110-88BA-E16A04200EC2}"/>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B707F37-3686-19F7-60C6-2D3CB449F3DB}"/>
                  </a:ext>
                </a:extLst>
              </p:cNvPr>
              <p:cNvSpPr txBox="1"/>
              <p:nvPr/>
            </p:nvSpPr>
            <p:spPr>
              <a:xfrm>
                <a:off x="0" y="927062"/>
                <a:ext cx="9648825" cy="523220"/>
              </a:xfrm>
              <a:prstGeom prst="rect">
                <a:avLst/>
              </a:prstGeom>
              <a:noFill/>
            </p:spPr>
            <p:txBody>
              <a:bodyPr wrap="square">
                <a:spAutoFit/>
              </a:bodyPr>
              <a:lstStyle/>
              <a:p>
                <a:pPr marL="514350" indent="-514350">
                  <a:buFont typeface="+mj-lt"/>
                  <a:buAutoNum type="arabicPeriod"/>
                </a:pPr>
                <a:r>
                  <a:rPr lang="en-US" sz="2800" b="1">
                    <a:solidFill>
                      <a:srgbClr val="262626"/>
                    </a:solidFill>
                  </a:rPr>
                  <a:t>Xét quá trình CC (</a:t>
                </a:r>
                <a14:m>
                  <m:oMath xmlns:m="http://schemas.openxmlformats.org/officeDocument/2006/math">
                    <m:r>
                      <a:rPr lang="en-US" sz="2800" b="1" i="1" smtClean="0">
                        <a:solidFill>
                          <a:srgbClr val="262626"/>
                        </a:solidFill>
                        <a:latin typeface="Cambria Math" panose="02040503050406030204" pitchFamily="18" charset="0"/>
                      </a:rPr>
                      <m:t>𝒊</m:t>
                    </m:r>
                    <m:d>
                      <m:dPr>
                        <m:ctrlPr>
                          <a:rPr lang="en-US" sz="2800" b="1" i="1" smtClean="0">
                            <a:solidFill>
                              <a:srgbClr val="262626"/>
                            </a:solidFill>
                            <a:latin typeface="Cambria Math" panose="02040503050406030204" pitchFamily="18" charset="0"/>
                          </a:rPr>
                        </m:ctrlPr>
                      </m:dPr>
                      <m:e>
                        <m:r>
                          <a:rPr lang="en-US" sz="2800" b="1" i="1" smtClean="0">
                            <a:solidFill>
                              <a:srgbClr val="262626"/>
                            </a:solidFill>
                            <a:latin typeface="Cambria Math" panose="02040503050406030204" pitchFamily="18" charset="0"/>
                          </a:rPr>
                          <m:t>𝒕</m:t>
                        </m:r>
                      </m:e>
                    </m:d>
                    <m:r>
                      <a:rPr lang="en-US" sz="2800" b="1" i="1" smtClean="0">
                        <a:solidFill>
                          <a:srgbClr val="262626"/>
                        </a:solidFill>
                        <a:latin typeface="Cambria Math" panose="02040503050406030204" pitchFamily="18" charset="0"/>
                      </a:rPr>
                      <m:t>=</m:t>
                    </m:r>
                    <m:sSub>
                      <m:sSubPr>
                        <m:ctrlPr>
                          <a:rPr lang="en-US" sz="2800" b="1" i="1" smtClean="0">
                            <a:solidFill>
                              <a:srgbClr val="262626"/>
                            </a:solidFill>
                            <a:latin typeface="Cambria Math" panose="02040503050406030204" pitchFamily="18" charset="0"/>
                          </a:rPr>
                        </m:ctrlPr>
                      </m:sSubPr>
                      <m:e>
                        <m:r>
                          <a:rPr lang="en-US" sz="2800" b="1" i="1" smtClean="0">
                            <a:solidFill>
                              <a:srgbClr val="262626"/>
                            </a:solidFill>
                            <a:latin typeface="Cambria Math" panose="02040503050406030204" pitchFamily="18" charset="0"/>
                          </a:rPr>
                          <m:t>𝑰</m:t>
                        </m:r>
                      </m:e>
                      <m:sub>
                        <m:r>
                          <a:rPr lang="en-US" sz="2800" b="1" i="1" smtClean="0">
                            <a:solidFill>
                              <a:srgbClr val="262626"/>
                            </a:solidFill>
                            <a:latin typeface="Cambria Math" panose="02040503050406030204" pitchFamily="18" charset="0"/>
                          </a:rPr>
                          <m:t>𝒄𝒄</m:t>
                        </m:r>
                      </m:sub>
                    </m:sSub>
                    <m:r>
                      <a:rPr lang="en-US" sz="2800" b="1" i="1" smtClean="0">
                        <a:solidFill>
                          <a:srgbClr val="262626"/>
                        </a:solidFill>
                        <a:latin typeface="Cambria Math" panose="02040503050406030204" pitchFamily="18" charset="0"/>
                      </a:rPr>
                      <m:t>) </m:t>
                    </m:r>
                  </m:oMath>
                </a14:m>
                <a:r>
                  <a:rPr lang="en-US" sz="2800">
                    <a:solidFill>
                      <a:srgbClr val="262626"/>
                    </a:solidFill>
                  </a:rPr>
                  <a:t>:</a:t>
                </a:r>
              </a:p>
            </p:txBody>
          </p:sp>
        </mc:Choice>
        <mc:Fallback xmlns="">
          <p:sp>
            <p:nvSpPr>
              <p:cNvPr id="3" name="TextBox 2">
                <a:extLst>
                  <a:ext uri="{FF2B5EF4-FFF2-40B4-BE49-F238E27FC236}">
                    <a16:creationId xmlns:a16="http://schemas.microsoft.com/office/drawing/2014/main" id="{0B707F37-3686-19F7-60C6-2D3CB449F3DB}"/>
                  </a:ext>
                </a:extLst>
              </p:cNvPr>
              <p:cNvSpPr txBox="1">
                <a:spLocks noRot="1" noChangeAspect="1" noMove="1" noResize="1" noEditPoints="1" noAdjustHandles="1" noChangeArrowheads="1" noChangeShapeType="1" noTextEdit="1"/>
              </p:cNvSpPr>
              <p:nvPr/>
            </p:nvSpPr>
            <p:spPr>
              <a:xfrm>
                <a:off x="0" y="927062"/>
                <a:ext cx="9648825" cy="523220"/>
              </a:xfrm>
              <a:prstGeom prst="rect">
                <a:avLst/>
              </a:prstGeom>
              <a:blipFill>
                <a:blip r:embed="rId3"/>
                <a:stretch>
                  <a:fillRect l="-1516" t="-20930" b="-38372"/>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4664C727-FDAA-3B0C-1112-6C19837A5130}"/>
              </a:ext>
            </a:extLst>
          </p:cNvPr>
          <p:cNvPicPr>
            <a:picLocks noChangeAspect="1"/>
          </p:cNvPicPr>
          <p:nvPr/>
        </p:nvPicPr>
        <p:blipFill>
          <a:blip r:embed="rId4"/>
          <a:srcRect l="5825"/>
          <a:stretch/>
        </p:blipFill>
        <p:spPr>
          <a:xfrm>
            <a:off x="6412826" y="1071683"/>
            <a:ext cx="3264677" cy="2388346"/>
          </a:xfrm>
          <a:prstGeom prst="rect">
            <a:avLst/>
          </a:prstGeom>
        </p:spPr>
        <p:style>
          <a:lnRef idx="2">
            <a:schemeClr val="dk1"/>
          </a:lnRef>
          <a:fillRef idx="1">
            <a:schemeClr val="lt1"/>
          </a:fillRef>
          <a:effectRef idx="0">
            <a:schemeClr val="dk1"/>
          </a:effectRef>
          <a:fontRef idx="minor">
            <a:schemeClr val="dk1"/>
          </a:fontRef>
        </p:style>
      </p:pic>
      <p:sp>
        <p:nvSpPr>
          <p:cNvPr id="4" name="Rectangle 3">
            <a:extLst>
              <a:ext uri="{FF2B5EF4-FFF2-40B4-BE49-F238E27FC236}">
                <a16:creationId xmlns:a16="http://schemas.microsoft.com/office/drawing/2014/main" id="{96D06740-C35A-BC2A-A558-9EEFE17F716B}"/>
              </a:ext>
            </a:extLst>
          </p:cNvPr>
          <p:cNvSpPr/>
          <p:nvPr/>
        </p:nvSpPr>
        <p:spPr>
          <a:xfrm>
            <a:off x="7708825" y="1551934"/>
            <a:ext cx="1629739" cy="1606972"/>
          </a:xfrm>
          <a:prstGeom prst="rect">
            <a:avLst/>
          </a:prstGeom>
          <a:solidFill>
            <a:schemeClr val="bg2">
              <a:lumMod val="50000"/>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670E5B-EA11-B815-7CCE-8475D4ED9598}"/>
                  </a:ext>
                </a:extLst>
              </p:cNvPr>
              <p:cNvSpPr txBox="1"/>
              <p:nvPr/>
            </p:nvSpPr>
            <p:spPr>
              <a:xfrm>
                <a:off x="142859" y="1430516"/>
                <a:ext cx="9082103" cy="4882427"/>
              </a:xfrm>
              <a:prstGeom prst="rect">
                <a:avLst/>
              </a:prstGeom>
              <a:noFill/>
            </p:spPr>
            <p:txBody>
              <a:bodyPr wrap="square">
                <a:spAutoFit/>
              </a:bodyPr>
              <a:lstStyle/>
              <a:p>
                <a:pPr marL="285750" indent="-285750">
                  <a:buFont typeface="Courier New" panose="02070309020205020404" pitchFamily="49" charset="0"/>
                  <a:buChar char="o"/>
                </a:pPr>
                <a:r>
                  <a:rPr lang="en-US">
                    <a:solidFill>
                      <a:srgbClr val="262626"/>
                    </a:solidFill>
                  </a:rPr>
                  <a:t>Phương trình (3) trở thành (Với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1</m:t>
                        </m:r>
                      </m:sub>
                    </m:sSub>
                    <m:r>
                      <a:rPr lang="en-US" b="0" i="1" smtClean="0">
                        <a:solidFill>
                          <a:srgbClr val="262626"/>
                        </a:solidFill>
                        <a:latin typeface="Cambria Math" panose="02040503050406030204" pitchFamily="18" charset="0"/>
                      </a:rPr>
                      <m:t>=0;</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2=</m:t>
                    </m:r>
                    <m:r>
                      <a:rPr lang="en-US" b="0" i="1" smtClean="0">
                        <a:solidFill>
                          <a:srgbClr val="262626"/>
                        </a:solidFill>
                        <a:latin typeface="Cambria Math" panose="02040503050406030204" pitchFamily="18" charset="0"/>
                      </a:rPr>
                      <m:t>𝑡</m:t>
                    </m:r>
                  </m:oMath>
                </a14:m>
                <a:r>
                  <a:rPr lang="en-US">
                    <a:solidFill>
                      <a:srgbClr val="262626"/>
                    </a:solidFill>
                  </a:rPr>
                  <a:t>)</a:t>
                </a:r>
              </a:p>
              <a:p>
                <a:pPr marL="742950" lvl="1" indent="-285750">
                  <a:lnSpc>
                    <a:spcPct val="150000"/>
                  </a:lnSpc>
                  <a:buFont typeface="Courier New" panose="02070309020205020404" pitchFamily="49" charset="0"/>
                  <a:buChar char="o"/>
                </a:pPr>
                <a14:m>
                  <m:oMath xmlns:m="http://schemas.openxmlformats.org/officeDocument/2006/math">
                    <m:r>
                      <a:rPr lang="en-US" b="0" i="1" smtClean="0">
                        <a:solidFill>
                          <a:srgbClr val="262626"/>
                        </a:solidFill>
                        <a:latin typeface="Cambria Math" panose="02040503050406030204" pitchFamily="18" charset="0"/>
                      </a:rPr>
                      <m:t>𝑆𝑜𝐶</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𝑡</m:t>
                        </m:r>
                      </m:e>
                    </m:d>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𝑆𝑜𝐶</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0</m:t>
                        </m:r>
                      </m:e>
                    </m:d>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𝐼</m:t>
                            </m:r>
                          </m:e>
                          <m:sub>
                            <m:r>
                              <a:rPr lang="en-US" b="0" i="1" smtClean="0">
                                <a:solidFill>
                                  <a:srgbClr val="262626"/>
                                </a:solidFill>
                                <a:latin typeface="Cambria Math" panose="02040503050406030204" pitchFamily="18" charset="0"/>
                              </a:rPr>
                              <m:t>𝑐𝑐</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num>
                      <m:den>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𝑄</m:t>
                            </m:r>
                          </m:e>
                          <m:sub>
                            <m:r>
                              <a:rPr lang="en-US" b="0" i="1" smtClean="0">
                                <a:solidFill>
                                  <a:srgbClr val="262626"/>
                                </a:solidFill>
                                <a:latin typeface="Cambria Math" panose="02040503050406030204" pitchFamily="18" charset="0"/>
                              </a:rPr>
                              <m:t>0</m:t>
                            </m:r>
                          </m:sub>
                        </m:sSub>
                      </m:den>
                    </m:f>
                  </m:oMath>
                </a14:m>
                <a:endParaRPr lang="en-US">
                  <a:solidFill>
                    <a:srgbClr val="262626"/>
                  </a:solidFill>
                </a:endParaRPr>
              </a:p>
              <a:p>
                <a:pPr marL="285750" indent="-285750">
                  <a:buFont typeface="Courier New" panose="02070309020205020404" pitchFamily="49" charset="0"/>
                  <a:buChar char="o"/>
                </a:pPr>
                <a:r>
                  <a:rPr lang="en-US">
                    <a:solidFill>
                      <a:srgbClr val="262626"/>
                    </a:solidFill>
                  </a:rPr>
                  <a:t>Thay PT(2) vào PT(3) :</a:t>
                </a:r>
              </a:p>
              <a:p>
                <a:pPr marL="742950" lvl="1" indent="-285750">
                  <a:lnSpc>
                    <a:spcPct val="150000"/>
                  </a:lnSpc>
                  <a:buFont typeface="Courier New" panose="02070309020205020404" pitchFamily="49" charset="0"/>
                  <a:buChar char="o"/>
                </a:pPr>
                <a14:m>
                  <m:oMath xmlns:m="http://schemas.openxmlformats.org/officeDocument/2006/math">
                    <m:f>
                      <m:fPr>
                        <m:ctrlPr>
                          <a:rPr lang="en-US" sz="2000" i="1">
                            <a:solidFill>
                              <a:srgbClr val="262626"/>
                            </a:solidFill>
                            <a:latin typeface="Cambria Math" panose="02040503050406030204" pitchFamily="18" charset="0"/>
                          </a:rPr>
                        </m:ctrlPr>
                      </m:fPr>
                      <m:num>
                        <m:r>
                          <a:rPr lang="en-US" sz="2000" i="1">
                            <a:solidFill>
                              <a:srgbClr val="262626"/>
                            </a:solidFill>
                            <a:latin typeface="Cambria Math" panose="02040503050406030204" pitchFamily="18" charset="0"/>
                          </a:rPr>
                          <m:t>𝑖</m:t>
                        </m:r>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𝑡</m:t>
                            </m:r>
                          </m:e>
                        </m:d>
                      </m:num>
                      <m:den>
                        <m:r>
                          <a:rPr lang="en-US" sz="2000" i="1">
                            <a:solidFill>
                              <a:srgbClr val="262626"/>
                            </a:solidFill>
                            <a:latin typeface="Cambria Math" panose="02040503050406030204" pitchFamily="18" charset="0"/>
                          </a:rPr>
                          <m:t>𝐶𝑝</m:t>
                        </m:r>
                        <m:r>
                          <a:rPr lang="en-US" sz="2000" i="1">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𝑆𝑜𝑐</m:t>
                        </m:r>
                        <m:r>
                          <a:rPr lang="en-US" sz="2000" i="1">
                            <a:solidFill>
                              <a:srgbClr val="262626"/>
                            </a:solidFill>
                            <a:latin typeface="Cambria Math" panose="02040503050406030204" pitchFamily="18" charset="0"/>
                          </a:rPr>
                          <m:t>)</m:t>
                        </m:r>
                      </m:den>
                    </m:f>
                    <m:r>
                      <a:rPr lang="en-US" sz="2000" i="1">
                        <a:solidFill>
                          <a:srgbClr val="262626"/>
                        </a:solidFill>
                        <a:latin typeface="Cambria Math" panose="02040503050406030204" pitchFamily="18" charset="0"/>
                      </a:rPr>
                      <m:t>=</m:t>
                    </m:r>
                    <m:f>
                      <m:fPr>
                        <m:ctrlPr>
                          <a:rPr lang="en-US" sz="2000" i="1">
                            <a:solidFill>
                              <a:srgbClr val="262626"/>
                            </a:solidFill>
                            <a:latin typeface="Cambria Math" panose="02040503050406030204" pitchFamily="18" charset="0"/>
                          </a:rPr>
                        </m:ctrlPr>
                      </m:fPr>
                      <m:num>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𝑈</m:t>
                            </m:r>
                          </m:e>
                          <m:sub>
                            <m:r>
                              <a:rPr lang="en-US" sz="2000" i="1">
                                <a:solidFill>
                                  <a:srgbClr val="262626"/>
                                </a:solidFill>
                                <a:latin typeface="Cambria Math" panose="02040503050406030204" pitchFamily="18" charset="0"/>
                              </a:rPr>
                              <m:t>𝐶𝑝</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𝑡</m:t>
                            </m:r>
                            <m:r>
                              <a:rPr lang="en-US" sz="2000" b="0" i="1" smtClean="0">
                                <a:solidFill>
                                  <a:srgbClr val="262626"/>
                                </a:solidFill>
                                <a:latin typeface="Cambria Math" panose="02040503050406030204" pitchFamily="18" charset="0"/>
                              </a:rPr>
                              <m:t>)</m:t>
                            </m:r>
                          </m:sub>
                        </m:sSub>
                      </m:num>
                      <m:den>
                        <m:r>
                          <a:rPr lang="en-US" sz="2000" i="1">
                            <a:solidFill>
                              <a:srgbClr val="262626"/>
                            </a:solidFill>
                            <a:latin typeface="Cambria Math" panose="02040503050406030204" pitchFamily="18" charset="0"/>
                          </a:rPr>
                          <m:t>𝑅𝑝</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𝑆𝑜𝐶</m:t>
                        </m:r>
                        <m:r>
                          <a:rPr lang="en-US" sz="2000" b="0" i="1" smtClean="0">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𝐶𝑝</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𝑆𝑜𝑐</m:t>
                        </m:r>
                        <m:r>
                          <a:rPr lang="en-US" sz="2000" b="0" i="1" smtClean="0">
                            <a:solidFill>
                              <a:srgbClr val="262626"/>
                            </a:solidFill>
                            <a:latin typeface="Cambria Math" panose="02040503050406030204" pitchFamily="18" charset="0"/>
                          </a:rPr>
                          <m:t>)</m:t>
                        </m:r>
                      </m:den>
                    </m:f>
                    <m:r>
                      <a:rPr lang="en-US" sz="2000" i="1">
                        <a:solidFill>
                          <a:srgbClr val="262626"/>
                        </a:solidFill>
                        <a:latin typeface="Cambria Math" panose="02040503050406030204" pitchFamily="18" charset="0"/>
                      </a:rPr>
                      <m:t>+</m:t>
                    </m:r>
                    <m:f>
                      <m:fPr>
                        <m:ctrlPr>
                          <a:rPr lang="en-US" sz="2000" i="1">
                            <a:solidFill>
                              <a:srgbClr val="262626"/>
                            </a:solidFill>
                            <a:latin typeface="Cambria Math" panose="02040503050406030204" pitchFamily="18" charset="0"/>
                          </a:rPr>
                        </m:ctrlPr>
                      </m:fPr>
                      <m:num>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𝑑</m:t>
                            </m:r>
                          </m:e>
                          <m:sub>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 </m:t>
                                </m:r>
                                <m:r>
                                  <a:rPr lang="en-US" sz="2000" i="1">
                                    <a:solidFill>
                                      <a:srgbClr val="262626"/>
                                    </a:solidFill>
                                    <a:latin typeface="Cambria Math" panose="02040503050406030204" pitchFamily="18" charset="0"/>
                                  </a:rPr>
                                  <m:t>𝑈</m:t>
                                </m:r>
                              </m:e>
                              <m:sub>
                                <m:r>
                                  <a:rPr lang="en-US" sz="2000" i="1">
                                    <a:solidFill>
                                      <a:srgbClr val="262626"/>
                                    </a:solidFill>
                                    <a:latin typeface="Cambria Math" panose="02040503050406030204" pitchFamily="18" charset="0"/>
                                  </a:rPr>
                                  <m:t>𝐶𝑝</m:t>
                                </m:r>
                              </m:sub>
                            </m:sSub>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𝑡</m:t>
                            </m:r>
                            <m:r>
                              <a:rPr lang="en-US" sz="2000" b="0" i="1" smtClean="0">
                                <a:solidFill>
                                  <a:srgbClr val="262626"/>
                                </a:solidFill>
                                <a:latin typeface="Cambria Math" panose="02040503050406030204" pitchFamily="18" charset="0"/>
                              </a:rPr>
                              <m:t>)</m:t>
                            </m:r>
                          </m:sub>
                        </m:sSub>
                      </m:num>
                      <m:den>
                        <m:r>
                          <a:rPr lang="en-US" sz="2000" i="1">
                            <a:solidFill>
                              <a:srgbClr val="262626"/>
                            </a:solidFill>
                            <a:latin typeface="Cambria Math" panose="02040503050406030204" pitchFamily="18" charset="0"/>
                          </a:rPr>
                          <m:t>𝑑𝑡</m:t>
                        </m:r>
                      </m:den>
                    </m:f>
                  </m:oMath>
                </a14:m>
                <a:endParaRPr lang="en-US" sz="2000">
                  <a:solidFill>
                    <a:srgbClr val="262626"/>
                  </a:solidFill>
                </a:endParaRPr>
              </a:p>
              <a:p>
                <a:pPr marL="285750" indent="-285750">
                  <a:buFont typeface="Courier New" panose="02070309020205020404" pitchFamily="49" charset="0"/>
                  <a:buChar char="o"/>
                </a:pPr>
                <a:r>
                  <a:rPr lang="en-US" sz="2000">
                    <a:solidFill>
                      <a:srgbClr val="262626"/>
                    </a:solidFill>
                  </a:rPr>
                  <a:t>Thực hiện số hóa : </a:t>
                </a:r>
              </a:p>
              <a:p>
                <a:pPr marL="285750" indent="-285750">
                  <a:buFont typeface="Courier New" panose="02070309020205020404" pitchFamily="49" charset="0"/>
                  <a:buChar char="o"/>
                </a:pPr>
                <a:r>
                  <a:rPr lang="en-US" sz="2000">
                    <a:solidFill>
                      <a:srgbClr val="262626"/>
                    </a:solidFill>
                  </a:rPr>
                  <a:t>Với bước nhảy h; </a:t>
                </a:r>
                <a14:m>
                  <m:oMath xmlns:m="http://schemas.openxmlformats.org/officeDocument/2006/math">
                    <m:r>
                      <a:rPr lang="en-US" sz="2000" b="0" i="1" smtClean="0">
                        <a:solidFill>
                          <a:srgbClr val="262626"/>
                        </a:solidFill>
                        <a:latin typeface="Cambria Math" panose="02040503050406030204" pitchFamily="18" charset="0"/>
                      </a:rPr>
                      <m:t>𝑡</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𝑛</m:t>
                    </m:r>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 </m:t>
                        </m:r>
                        <m:r>
                          <a:rPr lang="en-US" sz="2000" b="0" i="1" smtClean="0">
                            <a:solidFill>
                              <a:srgbClr val="262626"/>
                            </a:solidFill>
                            <a:latin typeface="Cambria Math" panose="02040503050406030204" pitchFamily="18" charset="0"/>
                          </a:rPr>
                          <m:t>𝑠</m:t>
                        </m:r>
                        <m:r>
                          <a:rPr lang="en-US" sz="2000" b="0" i="1" smtClean="0">
                            <a:solidFill>
                              <a:srgbClr val="262626"/>
                            </a:solidFill>
                            <a:latin typeface="Cambria Math" panose="02040503050406030204" pitchFamily="18" charset="0"/>
                          </a:rPr>
                          <m:t>ô </m:t>
                        </m:r>
                        <m:r>
                          <a:rPr lang="en-US" sz="2000" b="0" i="1" smtClean="0">
                            <a:solidFill>
                              <a:srgbClr val="262626"/>
                            </a:solidFill>
                            <a:latin typeface="Cambria Math" panose="02040503050406030204" pitchFamily="18" charset="0"/>
                          </a:rPr>
                          <m:t>𝑏</m:t>
                        </m:r>
                        <m:r>
                          <a:rPr lang="en-US" sz="2000" b="0" i="1" smtClean="0">
                            <a:solidFill>
                              <a:srgbClr val="262626"/>
                            </a:solidFill>
                            <a:latin typeface="Cambria Math" panose="02040503050406030204" pitchFamily="18" charset="0"/>
                          </a:rPr>
                          <m:t>ướ</m:t>
                        </m:r>
                        <m:r>
                          <a:rPr lang="en-US" sz="2000" b="0" i="1" smtClean="0">
                            <a:solidFill>
                              <a:srgbClr val="262626"/>
                            </a:solidFill>
                            <a:latin typeface="Cambria Math" panose="02040503050406030204" pitchFamily="18" charset="0"/>
                          </a:rPr>
                          <m:t>𝑐</m:t>
                        </m:r>
                      </m:e>
                    </m:d>
                    <m:r>
                      <a:rPr lang="en-US" sz="2000" b="0" i="1" smtClean="0">
                        <a:solidFill>
                          <a:srgbClr val="262626"/>
                        </a:solidFill>
                        <a:latin typeface="Cambria Math" panose="02040503050406030204" pitchFamily="18" charset="0"/>
                      </a:rPr>
                      <m:t>. </m:t>
                    </m:r>
                    <m:r>
                      <a:rPr lang="en-US" sz="2000" b="0" i="1" smtClean="0">
                        <a:solidFill>
                          <a:srgbClr val="262626"/>
                        </a:solidFill>
                        <a:latin typeface="Cambria Math" panose="02040503050406030204" pitchFamily="18" charset="0"/>
                      </a:rPr>
                      <m:t>h</m:t>
                    </m:r>
                    <m:r>
                      <a:rPr lang="en-US" sz="2000" b="0" i="1" smtClean="0">
                        <a:solidFill>
                          <a:srgbClr val="262626"/>
                        </a:solidFill>
                        <a:latin typeface="Cambria Math" panose="02040503050406030204" pitchFamily="18" charset="0"/>
                      </a:rPr>
                      <m:t> </m:t>
                    </m:r>
                  </m:oMath>
                </a14:m>
                <a:r>
                  <a:rPr lang="en-US" sz="2000">
                    <a:solidFill>
                      <a:srgbClr val="262626"/>
                    </a:solidFill>
                  </a:rPr>
                  <a:t>;  </a:t>
                </a:r>
                <a14:m>
                  <m:oMath xmlns:m="http://schemas.openxmlformats.org/officeDocument/2006/math">
                    <m:f>
                      <m:fPr>
                        <m:ctrlPr>
                          <a:rPr lang="en-US" sz="2000" i="1" smtClean="0">
                            <a:solidFill>
                              <a:srgbClr val="262626"/>
                            </a:solidFill>
                            <a:latin typeface="Cambria Math" panose="02040503050406030204" pitchFamily="18" charset="0"/>
                          </a:rPr>
                        </m:ctrlPr>
                      </m:fPr>
                      <m:num>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𝑑</m:t>
                            </m:r>
                          </m:e>
                          <m:sub>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 </m:t>
                                </m:r>
                                <m:r>
                                  <a:rPr lang="en-US" sz="2000" i="1">
                                    <a:solidFill>
                                      <a:srgbClr val="262626"/>
                                    </a:solidFill>
                                    <a:latin typeface="Cambria Math" panose="02040503050406030204" pitchFamily="18" charset="0"/>
                                  </a:rPr>
                                  <m:t>𝑈</m:t>
                                </m:r>
                              </m:e>
                              <m:sub>
                                <m:r>
                                  <a:rPr lang="en-US" sz="2000" i="1">
                                    <a:solidFill>
                                      <a:srgbClr val="262626"/>
                                    </a:solidFill>
                                    <a:latin typeface="Cambria Math" panose="02040503050406030204" pitchFamily="18" charset="0"/>
                                  </a:rPr>
                                  <m:t>𝐶𝑝</m:t>
                                </m:r>
                              </m:sub>
                            </m:sSub>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𝑡</m:t>
                            </m:r>
                            <m:r>
                              <a:rPr lang="en-US" sz="2000" b="0" i="1" smtClean="0">
                                <a:solidFill>
                                  <a:srgbClr val="262626"/>
                                </a:solidFill>
                                <a:latin typeface="Cambria Math" panose="02040503050406030204" pitchFamily="18" charset="0"/>
                              </a:rPr>
                              <m:t>)</m:t>
                            </m:r>
                          </m:sub>
                        </m:sSub>
                      </m:num>
                      <m:den>
                        <m:r>
                          <a:rPr lang="en-US" sz="2000" i="1">
                            <a:solidFill>
                              <a:srgbClr val="262626"/>
                            </a:solidFill>
                            <a:latin typeface="Cambria Math" panose="02040503050406030204" pitchFamily="18" charset="0"/>
                          </a:rPr>
                          <m:t>𝑑𝑡</m:t>
                        </m:r>
                      </m:den>
                    </m:f>
                    <m:r>
                      <a:rPr lang="en-US" sz="2000" b="0" i="0" smtClean="0">
                        <a:solidFill>
                          <a:srgbClr val="262626"/>
                        </a:solidFill>
                        <a:latin typeface="Cambria Math" panose="02040503050406030204" pitchFamily="18" charset="0"/>
                      </a:rPr>
                      <m:t>=</m:t>
                    </m:r>
                    <m:f>
                      <m:fPr>
                        <m:ctrlPr>
                          <a:rPr lang="en-US" sz="2000" b="0" i="1" smtClean="0">
                            <a:solidFill>
                              <a:srgbClr val="262626"/>
                            </a:solidFill>
                            <a:latin typeface="Cambria Math" panose="02040503050406030204" pitchFamily="18" charset="0"/>
                          </a:rPr>
                        </m:ctrlPr>
                      </m:fPr>
                      <m:num>
                        <m:sSub>
                          <m:sSubPr>
                            <m:ctrlPr>
                              <a:rPr lang="en-US" sz="2000" b="0" i="1" smtClean="0">
                                <a:solidFill>
                                  <a:srgbClr val="262626"/>
                                </a:solidFill>
                                <a:latin typeface="Cambria Math" panose="02040503050406030204" pitchFamily="18" charset="0"/>
                              </a:rPr>
                            </m:ctrlPr>
                          </m:sSubPr>
                          <m:e>
                            <m:r>
                              <m:rPr>
                                <m:sty m:val="p"/>
                              </m:rPr>
                              <a:rPr lang="en-US" sz="2000" b="0" i="0" smtClean="0">
                                <a:solidFill>
                                  <a:srgbClr val="262626"/>
                                </a:solidFill>
                                <a:latin typeface="Cambria Math" panose="02040503050406030204" pitchFamily="18" charset="0"/>
                              </a:rPr>
                              <m:t>U</m:t>
                            </m:r>
                          </m:e>
                          <m:sub>
                            <m:r>
                              <a:rPr lang="en-US" sz="2000" b="0" i="1" smtClean="0">
                                <a:solidFill>
                                  <a:srgbClr val="262626"/>
                                </a:solidFill>
                                <a:latin typeface="Cambria Math" panose="02040503050406030204" pitchFamily="18" charset="0"/>
                              </a:rPr>
                              <m:t>𝑐𝑝</m:t>
                            </m:r>
                          </m:sub>
                        </m:sSub>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𝑘</m:t>
                            </m:r>
                            <m:r>
                              <a:rPr lang="en-US" sz="2000" b="0" i="1" smtClean="0">
                                <a:solidFill>
                                  <a:srgbClr val="262626"/>
                                </a:solidFill>
                                <a:latin typeface="Cambria Math" panose="02040503050406030204" pitchFamily="18" charset="0"/>
                              </a:rPr>
                              <m:t>+1</m:t>
                            </m:r>
                          </m:e>
                        </m:d>
                        <m:r>
                          <a:rPr lang="en-US" sz="2000" b="0" i="1" smtClean="0">
                            <a:solidFill>
                              <a:srgbClr val="262626"/>
                            </a:solidFill>
                            <a:latin typeface="Cambria Math" panose="02040503050406030204" pitchFamily="18" charset="0"/>
                          </a:rPr>
                          <m:t>−</m:t>
                        </m:r>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𝑈</m:t>
                            </m:r>
                          </m:e>
                          <m:sub>
                            <m:r>
                              <a:rPr lang="en-US" sz="2000" b="0" i="1" smtClean="0">
                                <a:solidFill>
                                  <a:srgbClr val="262626"/>
                                </a:solidFill>
                                <a:latin typeface="Cambria Math" panose="02040503050406030204" pitchFamily="18" charset="0"/>
                              </a:rPr>
                              <m:t>𝑐𝑝</m:t>
                            </m:r>
                          </m:sub>
                        </m:sSub>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r>
                          <a:rPr lang="en-US" sz="2000" b="0" i="1" smtClean="0">
                            <a:solidFill>
                              <a:srgbClr val="262626"/>
                            </a:solidFill>
                            <a:latin typeface="Cambria Math" panose="02040503050406030204" pitchFamily="18" charset="0"/>
                          </a:rPr>
                          <m:t>)</m:t>
                        </m:r>
                      </m:num>
                      <m:den>
                        <m:r>
                          <a:rPr lang="en-US" sz="2000" b="0" i="1" smtClean="0">
                            <a:solidFill>
                              <a:srgbClr val="262626"/>
                            </a:solidFill>
                            <a:latin typeface="Cambria Math" panose="02040503050406030204" pitchFamily="18" charset="0"/>
                          </a:rPr>
                          <m:t>h</m:t>
                        </m:r>
                      </m:den>
                    </m:f>
                    <m:r>
                      <a:rPr lang="en-US" sz="2000" b="0" i="0" smtClean="0">
                        <a:solidFill>
                          <a:srgbClr val="262626"/>
                        </a:solidFill>
                        <a:latin typeface="Cambria Math" panose="02040503050406030204" pitchFamily="18" charset="0"/>
                      </a:rPr>
                      <m:t> ;</m:t>
                    </m:r>
                  </m:oMath>
                </a14:m>
                <a:endParaRPr lang="en-US" sz="2000">
                  <a:solidFill>
                    <a:srgbClr val="262626"/>
                  </a:solidFill>
                </a:endParaRPr>
              </a:p>
              <a:p>
                <a:pPr marL="285750" indent="-285750">
                  <a:lnSpc>
                    <a:spcPct val="150000"/>
                  </a:lnSpc>
                  <a:buFont typeface="Courier New" panose="02070309020205020404" pitchFamily="49" charset="0"/>
                  <a:buChar char="o"/>
                </a:pPr>
                <a:r>
                  <a:rPr lang="en-US" sz="2000">
                    <a:solidFill>
                      <a:srgbClr val="262626"/>
                    </a:solidFill>
                  </a:rPr>
                  <a:t>(1.1) </a:t>
                </a:r>
                <a14:m>
                  <m:oMath xmlns:m="http://schemas.openxmlformats.org/officeDocument/2006/math">
                    <m:r>
                      <a:rPr lang="en-US" sz="2000" i="1">
                        <a:solidFill>
                          <a:srgbClr val="262626"/>
                        </a:solidFill>
                        <a:latin typeface="Cambria Math" panose="02040503050406030204" pitchFamily="18" charset="0"/>
                      </a:rPr>
                      <m:t>⇔</m:t>
                    </m:r>
                  </m:oMath>
                </a14:m>
                <a:r>
                  <a:rPr lang="en-US" sz="2000">
                    <a:solidFill>
                      <a:srgbClr val="262626"/>
                    </a:solidFill>
                  </a:rPr>
                  <a:t> </a:t>
                </a:r>
                <a14:m>
                  <m:oMath xmlns:m="http://schemas.openxmlformats.org/officeDocument/2006/math">
                    <m:r>
                      <a:rPr lang="en-US" sz="2000" b="0" i="1" smtClean="0">
                        <a:solidFill>
                          <a:srgbClr val="262626"/>
                        </a:solidFill>
                        <a:latin typeface="Cambria Math" panose="02040503050406030204" pitchFamily="18" charset="0"/>
                      </a:rPr>
                      <m:t>𝑆𝑜𝐶</m:t>
                    </m:r>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𝑘</m:t>
                        </m:r>
                      </m:e>
                    </m:d>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𝑆𝑜𝐶</m:t>
                    </m:r>
                    <m:d>
                      <m:dPr>
                        <m:ctrlPr>
                          <a:rPr lang="en-US" sz="2000" b="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0</m:t>
                        </m:r>
                      </m:e>
                    </m:d>
                    <m:r>
                      <a:rPr lang="en-US" sz="2000" b="0" i="1" smtClean="0">
                        <a:solidFill>
                          <a:srgbClr val="262626"/>
                        </a:solidFill>
                        <a:latin typeface="Cambria Math" panose="02040503050406030204" pitchFamily="18" charset="0"/>
                      </a:rPr>
                      <m:t>+</m:t>
                    </m:r>
                    <m:f>
                      <m:fPr>
                        <m:ctrlPr>
                          <a:rPr lang="en-US" sz="2000" b="0" i="1" smtClean="0">
                            <a:solidFill>
                              <a:srgbClr val="262626"/>
                            </a:solidFill>
                            <a:latin typeface="Cambria Math" panose="02040503050406030204" pitchFamily="18" charset="0"/>
                          </a:rPr>
                        </m:ctrlPr>
                      </m:fPr>
                      <m:num>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𝐼</m:t>
                            </m:r>
                          </m:e>
                          <m:sub>
                            <m:r>
                              <a:rPr lang="en-US" sz="2000" b="0" i="1" smtClean="0">
                                <a:solidFill>
                                  <a:srgbClr val="262626"/>
                                </a:solidFill>
                                <a:latin typeface="Cambria Math" panose="02040503050406030204" pitchFamily="18" charset="0"/>
                              </a:rPr>
                              <m:t>𝑐𝑐</m:t>
                            </m:r>
                          </m:sub>
                        </m:sSub>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num>
                      <m:den>
                        <m:sSub>
                          <m:sSubPr>
                            <m:ctrlPr>
                              <a:rPr lang="en-US" sz="2000" b="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𝑄</m:t>
                            </m:r>
                          </m:e>
                          <m:sub>
                            <m:r>
                              <a:rPr lang="en-US" sz="2000" b="0" i="1" smtClean="0">
                                <a:solidFill>
                                  <a:srgbClr val="262626"/>
                                </a:solidFill>
                                <a:latin typeface="Cambria Math" panose="02040503050406030204" pitchFamily="18" charset="0"/>
                              </a:rPr>
                              <m:t>0</m:t>
                            </m:r>
                          </m:sub>
                        </m:sSub>
                      </m:den>
                    </m:f>
                  </m:oMath>
                </a14:m>
                <a:r>
                  <a:rPr lang="en-US" sz="2000">
                    <a:solidFill>
                      <a:srgbClr val="262626"/>
                    </a:solidFill>
                  </a:rPr>
                  <a:t>  </a:t>
                </a:r>
              </a:p>
              <a:p>
                <a:pPr marL="285750" indent="-285750">
                  <a:lnSpc>
                    <a:spcPct val="150000"/>
                  </a:lnSpc>
                  <a:buFont typeface="Courier New" panose="02070309020205020404" pitchFamily="49" charset="0"/>
                  <a:buChar char="o"/>
                </a:pPr>
                <a:r>
                  <a:rPr lang="en-US" sz="2000">
                    <a:solidFill>
                      <a:srgbClr val="262626"/>
                    </a:solidFill>
                  </a:rPr>
                  <a:t>(1.2) </a:t>
                </a:r>
                <a14:m>
                  <m:oMath xmlns:m="http://schemas.openxmlformats.org/officeDocument/2006/math">
                    <m:r>
                      <a:rPr lang="en-US" sz="2000" i="1" smtClean="0">
                        <a:solidFill>
                          <a:srgbClr val="262626"/>
                        </a:solidFill>
                        <a:latin typeface="Cambria Math" panose="02040503050406030204" pitchFamily="18" charset="0"/>
                      </a:rPr>
                      <m:t>⇔</m:t>
                    </m:r>
                    <m:f>
                      <m:fPr>
                        <m:ctrlPr>
                          <a:rPr lang="en-US" sz="2000" i="1">
                            <a:solidFill>
                              <a:srgbClr val="262626"/>
                            </a:solidFill>
                            <a:latin typeface="Cambria Math" panose="02040503050406030204" pitchFamily="18" charset="0"/>
                          </a:rPr>
                        </m:ctrlPr>
                      </m:fPr>
                      <m:num>
                        <m:sSub>
                          <m:sSubPr>
                            <m:ctrlPr>
                              <a:rPr lang="en-US" sz="2000" b="0" i="1" smtClean="0">
                                <a:solidFill>
                                  <a:srgbClr val="262626"/>
                                </a:solidFill>
                                <a:latin typeface="Cambria Math" panose="02040503050406030204" pitchFamily="18" charset="0"/>
                              </a:rPr>
                            </m:ctrlPr>
                          </m:sSubPr>
                          <m:e>
                            <m:r>
                              <a:rPr lang="en-US" sz="2000" i="1" smtClean="0">
                                <a:solidFill>
                                  <a:srgbClr val="262626"/>
                                </a:solidFill>
                                <a:latin typeface="Cambria Math" panose="02040503050406030204" pitchFamily="18" charset="0"/>
                              </a:rPr>
                              <m:t>𝐼</m:t>
                            </m:r>
                          </m:e>
                          <m:sub>
                            <m:r>
                              <a:rPr lang="en-US" sz="2000" b="0" i="1" smtClean="0">
                                <a:solidFill>
                                  <a:srgbClr val="262626"/>
                                </a:solidFill>
                                <a:latin typeface="Cambria Math" panose="02040503050406030204" pitchFamily="18" charset="0"/>
                              </a:rPr>
                              <m:t>𝑐𝑐</m:t>
                            </m:r>
                          </m:sub>
                        </m:sSub>
                      </m:num>
                      <m:den>
                        <m:r>
                          <a:rPr lang="en-US" sz="2000" i="1">
                            <a:solidFill>
                              <a:srgbClr val="262626"/>
                            </a:solidFill>
                            <a:latin typeface="Cambria Math" panose="02040503050406030204" pitchFamily="18" charset="0"/>
                          </a:rPr>
                          <m:t>𝐶𝑝</m:t>
                        </m:r>
                        <m:r>
                          <a:rPr lang="en-US" sz="2000" i="1">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𝑆𝑜𝑐</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r>
                          <a:rPr lang="en-US" sz="2000" b="0" i="1" smtClean="0">
                            <a:solidFill>
                              <a:srgbClr val="262626"/>
                            </a:solidFill>
                            <a:latin typeface="Cambria Math" panose="02040503050406030204" pitchFamily="18" charset="0"/>
                          </a:rPr>
                          <m:t>))</m:t>
                        </m:r>
                      </m:den>
                    </m:f>
                    <m:r>
                      <a:rPr lang="en-US" sz="2000" i="1">
                        <a:solidFill>
                          <a:srgbClr val="262626"/>
                        </a:solidFill>
                        <a:latin typeface="Cambria Math" panose="02040503050406030204" pitchFamily="18" charset="0"/>
                      </a:rPr>
                      <m:t>=</m:t>
                    </m:r>
                    <m:f>
                      <m:fPr>
                        <m:ctrlPr>
                          <a:rPr lang="en-US" sz="2000" i="1">
                            <a:solidFill>
                              <a:srgbClr val="262626"/>
                            </a:solidFill>
                            <a:latin typeface="Cambria Math" panose="02040503050406030204" pitchFamily="18" charset="0"/>
                          </a:rPr>
                        </m:ctrlPr>
                      </m:fPr>
                      <m:num>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𝑈</m:t>
                            </m:r>
                          </m:e>
                          <m:sub>
                            <m:r>
                              <a:rPr lang="en-US" sz="2000" i="1">
                                <a:solidFill>
                                  <a:srgbClr val="262626"/>
                                </a:solidFill>
                                <a:latin typeface="Cambria Math" panose="02040503050406030204" pitchFamily="18" charset="0"/>
                              </a:rPr>
                              <m:t>𝐶𝑝</m:t>
                            </m:r>
                            <m:r>
                              <a:rPr lang="en-US" sz="2000" i="1">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r>
                              <a:rPr lang="en-US" sz="2000" i="1">
                                <a:solidFill>
                                  <a:srgbClr val="262626"/>
                                </a:solidFill>
                                <a:latin typeface="Cambria Math" panose="02040503050406030204" pitchFamily="18" charset="0"/>
                              </a:rPr>
                              <m:t>)</m:t>
                            </m:r>
                          </m:sub>
                        </m:sSub>
                      </m:num>
                      <m:den>
                        <m:r>
                          <a:rPr lang="en-US" sz="2000" i="1">
                            <a:solidFill>
                              <a:srgbClr val="262626"/>
                            </a:solidFill>
                            <a:latin typeface="Cambria Math" panose="02040503050406030204" pitchFamily="18" charset="0"/>
                          </a:rPr>
                          <m:t>𝑅𝑝</m:t>
                        </m:r>
                        <m:r>
                          <a:rPr lang="en-US" sz="2000" i="1">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𝑆𝑜𝐶</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r>
                          <a:rPr lang="en-US" sz="2000" b="0" i="1" smtClean="0">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𝐶𝑝</m:t>
                        </m:r>
                        <m:r>
                          <a:rPr lang="en-US" sz="2000" i="1">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𝑆𝑜𝑐</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r>
                          <a:rPr lang="en-US" sz="2000" b="0" i="1" smtClean="0">
                            <a:solidFill>
                              <a:srgbClr val="262626"/>
                            </a:solidFill>
                            <a:latin typeface="Cambria Math" panose="02040503050406030204" pitchFamily="18" charset="0"/>
                          </a:rPr>
                          <m:t>))</m:t>
                        </m:r>
                      </m:den>
                    </m:f>
                    <m:r>
                      <a:rPr lang="en-US" sz="2000" i="1">
                        <a:solidFill>
                          <a:srgbClr val="262626"/>
                        </a:solidFill>
                        <a:latin typeface="Cambria Math" panose="02040503050406030204" pitchFamily="18" charset="0"/>
                      </a:rPr>
                      <m:t>+</m:t>
                    </m:r>
                    <m:f>
                      <m:fPr>
                        <m:ctrlPr>
                          <a:rPr lang="en-US" sz="2000" i="1">
                            <a:solidFill>
                              <a:srgbClr val="262626"/>
                            </a:solidFill>
                            <a:latin typeface="Cambria Math" panose="02040503050406030204" pitchFamily="18" charset="0"/>
                          </a:rPr>
                        </m:ctrlPr>
                      </m:fPr>
                      <m:num>
                        <m:sSub>
                          <m:sSubPr>
                            <m:ctrlPr>
                              <a:rPr lang="en-US" sz="2000" i="1">
                                <a:solidFill>
                                  <a:srgbClr val="262626"/>
                                </a:solidFill>
                                <a:latin typeface="Cambria Math" panose="02040503050406030204" pitchFamily="18" charset="0"/>
                              </a:rPr>
                            </m:ctrlPr>
                          </m:sSubPr>
                          <m:e>
                            <m:r>
                              <m:rPr>
                                <m:sty m:val="p"/>
                              </m:rPr>
                              <a:rPr lang="en-US" sz="2000">
                                <a:solidFill>
                                  <a:srgbClr val="262626"/>
                                </a:solidFill>
                                <a:latin typeface="Cambria Math" panose="02040503050406030204" pitchFamily="18" charset="0"/>
                              </a:rPr>
                              <m:t>U</m:t>
                            </m:r>
                          </m:e>
                          <m:sub>
                            <m:r>
                              <a:rPr lang="en-US" sz="2000" i="1">
                                <a:solidFill>
                                  <a:srgbClr val="262626"/>
                                </a:solidFill>
                                <a:latin typeface="Cambria Math" panose="02040503050406030204" pitchFamily="18" charset="0"/>
                              </a:rPr>
                              <m:t>𝑐𝑝</m:t>
                            </m:r>
                          </m:sub>
                        </m:sSub>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𝑘</m:t>
                            </m:r>
                            <m:r>
                              <a:rPr lang="en-US" sz="2000" i="1">
                                <a:solidFill>
                                  <a:srgbClr val="262626"/>
                                </a:solidFill>
                                <a:latin typeface="Cambria Math" panose="02040503050406030204" pitchFamily="18" charset="0"/>
                              </a:rPr>
                              <m:t>+1</m:t>
                            </m:r>
                          </m:e>
                        </m:d>
                        <m:r>
                          <a:rPr lang="en-US" sz="2000" i="1">
                            <a:solidFill>
                              <a:srgbClr val="262626"/>
                            </a:solidFill>
                            <a:latin typeface="Cambria Math" panose="02040503050406030204" pitchFamily="18" charset="0"/>
                          </a:rPr>
                          <m:t>−</m:t>
                        </m:r>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𝑈</m:t>
                            </m:r>
                          </m:e>
                          <m:sub>
                            <m:r>
                              <a:rPr lang="en-US" sz="2000" i="1">
                                <a:solidFill>
                                  <a:srgbClr val="262626"/>
                                </a:solidFill>
                                <a:latin typeface="Cambria Math" panose="02040503050406030204" pitchFamily="18" charset="0"/>
                              </a:rPr>
                              <m:t>𝑐𝑝</m:t>
                            </m:r>
                          </m:sub>
                        </m:sSub>
                        <m:r>
                          <a:rPr lang="en-US" sz="2000" i="1">
                            <a:solidFill>
                              <a:srgbClr val="262626"/>
                            </a:solidFill>
                            <a:latin typeface="Cambria Math" panose="02040503050406030204" pitchFamily="18" charset="0"/>
                          </a:rPr>
                          <m:t>(</m:t>
                        </m:r>
                        <m:r>
                          <a:rPr lang="en-US" sz="2000" i="1">
                            <a:solidFill>
                              <a:srgbClr val="262626"/>
                            </a:solidFill>
                            <a:latin typeface="Cambria Math" panose="02040503050406030204" pitchFamily="18" charset="0"/>
                          </a:rPr>
                          <m:t>𝑘</m:t>
                        </m:r>
                        <m:r>
                          <a:rPr lang="en-US" sz="2000" i="1">
                            <a:solidFill>
                              <a:srgbClr val="262626"/>
                            </a:solidFill>
                            <a:latin typeface="Cambria Math" panose="02040503050406030204" pitchFamily="18" charset="0"/>
                          </a:rPr>
                          <m:t>)</m:t>
                        </m:r>
                      </m:num>
                      <m:den>
                        <m:r>
                          <a:rPr lang="en-US" sz="2000" i="1">
                            <a:solidFill>
                              <a:srgbClr val="262626"/>
                            </a:solidFill>
                            <a:latin typeface="Cambria Math" panose="02040503050406030204" pitchFamily="18" charset="0"/>
                          </a:rPr>
                          <m:t>h</m:t>
                        </m:r>
                      </m:den>
                    </m:f>
                    <m:r>
                      <a:rPr lang="en-US" sz="2000">
                        <a:solidFill>
                          <a:srgbClr val="262626"/>
                        </a:solidFill>
                        <a:latin typeface="Cambria Math" panose="02040503050406030204" pitchFamily="18" charset="0"/>
                      </a:rPr>
                      <m:t> </m:t>
                    </m:r>
                  </m:oMath>
                </a14:m>
                <a:endParaRPr lang="en-US" sz="2000">
                  <a:solidFill>
                    <a:srgbClr val="262626"/>
                  </a:solidFill>
                  <a:latin typeface="Cambria Math" panose="02040503050406030204" pitchFamily="18" charset="0"/>
                </a:endParaRPr>
              </a:p>
              <a:p>
                <a:pPr>
                  <a:lnSpc>
                    <a:spcPct val="150000"/>
                  </a:lnSpc>
                </a:pPr>
                <a:r>
                  <a:rPr lang="en-US" sz="2000" b="0">
                    <a:solidFill>
                      <a:srgbClr val="FF0000"/>
                    </a:solidFill>
                  </a:rPr>
                  <a:t>	</a:t>
                </a:r>
                <a14:m>
                  <m:oMath xmlns:m="http://schemas.openxmlformats.org/officeDocument/2006/math">
                    <m:r>
                      <a:rPr lang="en-US" sz="2000" b="0" i="1" smtClean="0">
                        <a:solidFill>
                          <a:srgbClr val="FF0000"/>
                        </a:solidFill>
                        <a:latin typeface="Cambria Math" panose="02040503050406030204" pitchFamily="18" charset="0"/>
                      </a:rPr>
                      <m:t>⇒</m:t>
                    </m:r>
                  </m:oMath>
                </a14:m>
                <a:r>
                  <a:rPr lang="en-US" sz="2000">
                    <a:solidFill>
                      <a:srgbClr val="FF0000"/>
                    </a:solidFill>
                  </a:rPr>
                  <a:t>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𝑈</m:t>
                        </m:r>
                      </m:e>
                      <m:sub>
                        <m:r>
                          <a:rPr lang="en-US" sz="2000" b="0" i="1" smtClean="0">
                            <a:solidFill>
                              <a:srgbClr val="FF0000"/>
                            </a:solidFill>
                            <a:latin typeface="Cambria Math" panose="02040503050406030204" pitchFamily="18" charset="0"/>
                          </a:rPr>
                          <m:t>𝑐𝑝</m:t>
                        </m:r>
                      </m:sub>
                    </m:sSub>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𝑘</m:t>
                        </m:r>
                        <m:r>
                          <a:rPr lang="en-US" sz="2000" b="0" i="1" smtClean="0">
                            <a:solidFill>
                              <a:srgbClr val="FF0000"/>
                            </a:solidFill>
                            <a:latin typeface="Cambria Math" panose="02040503050406030204" pitchFamily="18" charset="0"/>
                          </a:rPr>
                          <m:t>+1</m:t>
                        </m:r>
                      </m:e>
                    </m:d>
                    <m:r>
                      <a:rPr lang="en-US" sz="2000" b="0" i="1" smtClean="0">
                        <a:solidFill>
                          <a:srgbClr val="FF0000"/>
                        </a:solidFill>
                        <a:latin typeface="Cambria Math" panose="02040503050406030204" pitchFamily="18" charset="0"/>
                      </a:rPr>
                      <m:t>= ?</m:t>
                    </m:r>
                  </m:oMath>
                </a14:m>
                <a:r>
                  <a:rPr lang="en-US" sz="2000">
                    <a:solidFill>
                      <a:srgbClr val="FF0000"/>
                    </a:solidFill>
                  </a:rPr>
                  <a:t> </a:t>
                </a:r>
                <a:r>
                  <a:rPr lang="en-US" sz="2000">
                    <a:solidFill>
                      <a:srgbClr val="FF0000"/>
                    </a:solidFill>
                    <a:sym typeface="Wingdings" panose="05000000000000000000" pitchFamily="2" charset="2"/>
                  </a:rPr>
                  <a:t> Thực hiện các bước lặp trên matlab </a:t>
                </a:r>
                <a:endParaRPr lang="en-US" sz="2000">
                  <a:solidFill>
                    <a:srgbClr val="FF0000"/>
                  </a:solidFill>
                </a:endParaRPr>
              </a:p>
            </p:txBody>
          </p:sp>
        </mc:Choice>
        <mc:Fallback xmlns="">
          <p:sp>
            <p:nvSpPr>
              <p:cNvPr id="5" name="TextBox 4">
                <a:extLst>
                  <a:ext uri="{FF2B5EF4-FFF2-40B4-BE49-F238E27FC236}">
                    <a16:creationId xmlns:a16="http://schemas.microsoft.com/office/drawing/2014/main" id="{29670E5B-EA11-B815-7CCE-8475D4ED9598}"/>
                  </a:ext>
                </a:extLst>
              </p:cNvPr>
              <p:cNvSpPr txBox="1">
                <a:spLocks noRot="1" noChangeAspect="1" noMove="1" noResize="1" noEditPoints="1" noAdjustHandles="1" noChangeArrowheads="1" noChangeShapeType="1" noTextEdit="1"/>
              </p:cNvSpPr>
              <p:nvPr/>
            </p:nvSpPr>
            <p:spPr>
              <a:xfrm>
                <a:off x="142859" y="1430516"/>
                <a:ext cx="9082103" cy="4882427"/>
              </a:xfrm>
              <a:prstGeom prst="rect">
                <a:avLst/>
              </a:prstGeom>
              <a:blipFill>
                <a:blip r:embed="rId5"/>
                <a:stretch>
                  <a:fillRect l="-604" t="-624" b="-749"/>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058186F-5818-5766-1DF7-7CF3E8663EBE}"/>
              </a:ext>
            </a:extLst>
          </p:cNvPr>
          <p:cNvSpPr txBox="1"/>
          <p:nvPr/>
        </p:nvSpPr>
        <p:spPr>
          <a:xfrm>
            <a:off x="3592993" y="1905642"/>
            <a:ext cx="920459" cy="400110"/>
          </a:xfrm>
          <a:prstGeom prst="rect">
            <a:avLst/>
          </a:prstGeom>
          <a:noFill/>
        </p:spPr>
        <p:txBody>
          <a:bodyPr wrap="square">
            <a:spAutoFit/>
          </a:bodyPr>
          <a:lstStyle/>
          <a:p>
            <a:r>
              <a:rPr lang="en-US" sz="2000">
                <a:solidFill>
                  <a:srgbClr val="FF0000"/>
                </a:solidFill>
                <a:highlight>
                  <a:srgbClr val="FFFF00"/>
                </a:highlight>
              </a:rPr>
              <a:t>(1.1)</a:t>
            </a:r>
          </a:p>
        </p:txBody>
      </p:sp>
      <p:sp>
        <p:nvSpPr>
          <p:cNvPr id="7" name="TextBox 6">
            <a:extLst>
              <a:ext uri="{FF2B5EF4-FFF2-40B4-BE49-F238E27FC236}">
                <a16:creationId xmlns:a16="http://schemas.microsoft.com/office/drawing/2014/main" id="{9181BB46-B4F9-A717-C30E-530F78EFAC83}"/>
              </a:ext>
            </a:extLst>
          </p:cNvPr>
          <p:cNvSpPr txBox="1"/>
          <p:nvPr/>
        </p:nvSpPr>
        <p:spPr>
          <a:xfrm>
            <a:off x="5002910" y="2890876"/>
            <a:ext cx="920459" cy="400110"/>
          </a:xfrm>
          <a:prstGeom prst="rect">
            <a:avLst/>
          </a:prstGeom>
          <a:noFill/>
        </p:spPr>
        <p:txBody>
          <a:bodyPr wrap="square">
            <a:spAutoFit/>
          </a:bodyPr>
          <a:lstStyle/>
          <a:p>
            <a:r>
              <a:rPr lang="en-US" sz="2000">
                <a:solidFill>
                  <a:srgbClr val="FF0000"/>
                </a:solidFill>
                <a:highlight>
                  <a:srgbClr val="FFFF00"/>
                </a:highlight>
              </a:rPr>
              <a:t>(1.2)</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52A1617-8579-029A-CEC6-363A1ED4611D}"/>
                  </a:ext>
                </a:extLst>
              </p:cNvPr>
              <p:cNvSpPr txBox="1"/>
              <p:nvPr/>
            </p:nvSpPr>
            <p:spPr>
              <a:xfrm>
                <a:off x="3501179" y="4355867"/>
                <a:ext cx="6345554" cy="1009764"/>
              </a:xfrm>
              <a:prstGeom prst="rect">
                <a:avLst/>
              </a:prstGeom>
              <a:noFill/>
            </p:spPr>
            <p:txBody>
              <a:bodyPr wrap="square">
                <a:spAutoFit/>
              </a:bodyPr>
              <a:lstStyle/>
              <a:p>
                <a:pPr marL="742950" lvl="1" indent="-285750" algn="r">
                  <a:lnSpc>
                    <a:spcPct val="150000"/>
                  </a:lnSpc>
                  <a:buFont typeface="Courier New" panose="02070309020205020404" pitchFamily="49" charset="0"/>
                  <a:buChar char="o"/>
                </a:pPr>
                <a:r>
                  <a:rPr lang="en-US" sz="2000">
                    <a:solidFill>
                      <a:srgbClr val="262626"/>
                    </a:solidFill>
                  </a:rPr>
                  <a:t>(2) </a:t>
                </a:r>
                <a14:m>
                  <m:oMath xmlns:m="http://schemas.openxmlformats.org/officeDocument/2006/math">
                    <m:r>
                      <a:rPr lang="en-US" sz="2000" i="1">
                        <a:solidFill>
                          <a:srgbClr val="262626"/>
                        </a:solidFill>
                        <a:latin typeface="Cambria Math" panose="02040503050406030204" pitchFamily="18" charset="0"/>
                      </a:rPr>
                      <m:t>⇔</m:t>
                    </m:r>
                  </m:oMath>
                </a14:m>
                <a:r>
                  <a:rPr lang="en-US" sz="2000">
                    <a:solidFill>
                      <a:srgbClr val="262626"/>
                    </a:solidFill>
                  </a:rPr>
                  <a:t> </a:t>
                </a:r>
                <a14:m>
                  <m:oMath xmlns:m="http://schemas.openxmlformats.org/officeDocument/2006/math">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𝑉</m:t>
                        </m:r>
                      </m:e>
                      <m:sub>
                        <m:r>
                          <a:rPr lang="en-US" sz="2000" i="1">
                            <a:solidFill>
                              <a:srgbClr val="262626"/>
                            </a:solidFill>
                            <a:latin typeface="Cambria Math" panose="02040503050406030204" pitchFamily="18" charset="0"/>
                          </a:rPr>
                          <m:t>𝑏𝑎𝑡</m:t>
                        </m:r>
                      </m:sub>
                    </m:sSub>
                    <m:d>
                      <m:dPr>
                        <m:ctrlPr>
                          <a:rPr lang="en-US" sz="2000" i="1">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𝑘</m:t>
                        </m:r>
                      </m:e>
                    </m:d>
                    <m:r>
                      <a:rPr lang="en-US" sz="2000" i="1">
                        <a:solidFill>
                          <a:srgbClr val="262626"/>
                        </a:solidFill>
                        <a:latin typeface="Cambria Math" panose="02040503050406030204" pitchFamily="18" charset="0"/>
                      </a:rPr>
                      <m:t>=</m:t>
                    </m:r>
                    <m:sSub>
                      <m:sSubPr>
                        <m:ctrlPr>
                          <a:rPr lang="en-US" sz="2000" b="0" i="1" smtClean="0">
                            <a:solidFill>
                              <a:srgbClr val="262626"/>
                            </a:solidFill>
                            <a:latin typeface="Cambria Math" panose="02040503050406030204" pitchFamily="18" charset="0"/>
                          </a:rPr>
                        </m:ctrlPr>
                      </m:sSubPr>
                      <m:e>
                        <m:r>
                          <a:rPr lang="en-US" sz="2000" i="1" smtClean="0">
                            <a:solidFill>
                              <a:srgbClr val="262626"/>
                            </a:solidFill>
                            <a:latin typeface="Cambria Math" panose="02040503050406030204" pitchFamily="18" charset="0"/>
                          </a:rPr>
                          <m:t>𝐼</m:t>
                        </m:r>
                      </m:e>
                      <m:sub>
                        <m:r>
                          <a:rPr lang="en-US" sz="2000" b="0" i="1" smtClean="0">
                            <a:solidFill>
                              <a:srgbClr val="262626"/>
                            </a:solidFill>
                            <a:latin typeface="Cambria Math" panose="02040503050406030204" pitchFamily="18" charset="0"/>
                          </a:rPr>
                          <m:t>𝐶𝐶</m:t>
                        </m:r>
                      </m:sub>
                    </m:sSub>
                    <m:r>
                      <a:rPr lang="en-US" sz="2000" b="0" i="1" smtClean="0">
                        <a:solidFill>
                          <a:srgbClr val="262626"/>
                        </a:solidFill>
                        <a:latin typeface="Cambria Math" panose="02040503050406030204" pitchFamily="18" charset="0"/>
                      </a:rPr>
                      <m:t>.</m:t>
                    </m:r>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𝑅</m:t>
                        </m:r>
                      </m:e>
                      <m:sub>
                        <m:r>
                          <a:rPr lang="en-US" sz="2000" i="1">
                            <a:solidFill>
                              <a:srgbClr val="262626"/>
                            </a:solidFill>
                            <a:latin typeface="Cambria Math" panose="02040503050406030204" pitchFamily="18" charset="0"/>
                          </a:rPr>
                          <m:t>0</m:t>
                        </m:r>
                      </m:sub>
                    </m:sSub>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𝑆𝑜𝐶</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r>
                          <a:rPr lang="en-US" sz="2000" b="0" i="1" smtClean="0">
                            <a:solidFill>
                              <a:srgbClr val="262626"/>
                            </a:solidFill>
                            <a:latin typeface="Cambria Math" panose="02040503050406030204" pitchFamily="18" charset="0"/>
                          </a:rPr>
                          <m:t>)</m:t>
                        </m:r>
                      </m:e>
                    </m:d>
                    <m:r>
                      <a:rPr lang="en-US" sz="2000" i="1">
                        <a:solidFill>
                          <a:srgbClr val="262626"/>
                        </a:solidFill>
                        <a:latin typeface="Cambria Math" panose="02040503050406030204" pitchFamily="18" charset="0"/>
                      </a:rPr>
                      <m:t>+</m:t>
                    </m:r>
                    <m:sSub>
                      <m:sSubPr>
                        <m:ctrlPr>
                          <a:rPr lang="en-US" sz="2000" i="1">
                            <a:solidFill>
                              <a:srgbClr val="262626"/>
                            </a:solidFill>
                            <a:latin typeface="Cambria Math" panose="02040503050406030204" pitchFamily="18" charset="0"/>
                          </a:rPr>
                        </m:ctrlPr>
                      </m:sSubPr>
                      <m:e>
                        <m:r>
                          <a:rPr lang="en-US" sz="2000" i="1">
                            <a:solidFill>
                              <a:srgbClr val="262626"/>
                            </a:solidFill>
                            <a:latin typeface="Cambria Math" panose="02040503050406030204" pitchFamily="18" charset="0"/>
                          </a:rPr>
                          <m:t>𝑈</m:t>
                        </m:r>
                      </m:e>
                      <m:sub>
                        <m:r>
                          <a:rPr lang="en-US" sz="2000" i="1">
                            <a:solidFill>
                              <a:srgbClr val="262626"/>
                            </a:solidFill>
                            <a:latin typeface="Cambria Math" panose="02040503050406030204" pitchFamily="18" charset="0"/>
                          </a:rPr>
                          <m:t>𝑐𝑝</m:t>
                        </m:r>
                      </m:sub>
                    </m:sSub>
                    <m:d>
                      <m:dPr>
                        <m:ctrlPr>
                          <a:rPr lang="en-US" sz="2000" i="1">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𝑘</m:t>
                        </m:r>
                      </m:e>
                    </m:d>
                    <m:r>
                      <a:rPr lang="en-US" sz="2000" b="0" i="1" smtClean="0">
                        <a:solidFill>
                          <a:srgbClr val="262626"/>
                        </a:solidFill>
                        <a:latin typeface="Cambria Math" panose="02040503050406030204" pitchFamily="18" charset="0"/>
                      </a:rPr>
                      <m:t> </m:t>
                    </m:r>
                    <m:r>
                      <a:rPr lang="en-US" sz="2000" i="1">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  </m:t>
                    </m:r>
                    <m:r>
                      <a:rPr lang="en-US" sz="2000" i="1">
                        <a:solidFill>
                          <a:srgbClr val="262626"/>
                        </a:solidFill>
                        <a:latin typeface="Cambria Math" panose="02040503050406030204" pitchFamily="18" charset="0"/>
                      </a:rPr>
                      <m:t>𝑂𝐶𝑉</m:t>
                    </m:r>
                    <m:d>
                      <m:dPr>
                        <m:ctrlPr>
                          <a:rPr lang="en-US" sz="2000" i="1">
                            <a:solidFill>
                              <a:srgbClr val="262626"/>
                            </a:solidFill>
                            <a:latin typeface="Cambria Math" panose="02040503050406030204" pitchFamily="18" charset="0"/>
                          </a:rPr>
                        </m:ctrlPr>
                      </m:dPr>
                      <m:e>
                        <m:r>
                          <a:rPr lang="en-US" sz="2000" i="1">
                            <a:solidFill>
                              <a:srgbClr val="262626"/>
                            </a:solidFill>
                            <a:latin typeface="Cambria Math" panose="02040503050406030204" pitchFamily="18" charset="0"/>
                          </a:rPr>
                          <m:t>𝑆𝑜𝐶</m:t>
                        </m:r>
                        <m:r>
                          <a:rPr lang="en-US" sz="2000" b="0" i="1" smtClean="0">
                            <a:solidFill>
                              <a:srgbClr val="262626"/>
                            </a:solidFill>
                            <a:latin typeface="Cambria Math" panose="02040503050406030204" pitchFamily="18" charset="0"/>
                          </a:rPr>
                          <m:t>(</m:t>
                        </m:r>
                        <m:r>
                          <a:rPr lang="en-US" sz="2000" b="0" i="1" smtClean="0">
                            <a:solidFill>
                              <a:srgbClr val="262626"/>
                            </a:solidFill>
                            <a:latin typeface="Cambria Math" panose="02040503050406030204" pitchFamily="18" charset="0"/>
                          </a:rPr>
                          <m:t>𝑘</m:t>
                        </m:r>
                        <m:r>
                          <a:rPr lang="en-US" sz="2000" b="0" i="1" smtClean="0">
                            <a:solidFill>
                              <a:srgbClr val="262626"/>
                            </a:solidFill>
                            <a:latin typeface="Cambria Math" panose="02040503050406030204" pitchFamily="18" charset="0"/>
                          </a:rPr>
                          <m:t>)</m:t>
                        </m:r>
                      </m:e>
                    </m:d>
                  </m:oMath>
                </a14:m>
                <a:endParaRPr lang="en-US" sz="2000">
                  <a:solidFill>
                    <a:srgbClr val="262626"/>
                  </a:solidFill>
                </a:endParaRPr>
              </a:p>
            </p:txBody>
          </p:sp>
        </mc:Choice>
        <mc:Fallback xmlns="">
          <p:sp>
            <p:nvSpPr>
              <p:cNvPr id="8" name="TextBox 7">
                <a:extLst>
                  <a:ext uri="{FF2B5EF4-FFF2-40B4-BE49-F238E27FC236}">
                    <a16:creationId xmlns:a16="http://schemas.microsoft.com/office/drawing/2014/main" id="{B52A1617-8579-029A-CEC6-363A1ED4611D}"/>
                  </a:ext>
                </a:extLst>
              </p:cNvPr>
              <p:cNvSpPr txBox="1">
                <a:spLocks noRot="1" noChangeAspect="1" noMove="1" noResize="1" noEditPoints="1" noAdjustHandles="1" noChangeArrowheads="1" noChangeShapeType="1" noTextEdit="1"/>
              </p:cNvSpPr>
              <p:nvPr/>
            </p:nvSpPr>
            <p:spPr>
              <a:xfrm>
                <a:off x="3501179" y="4355867"/>
                <a:ext cx="6345554" cy="1009764"/>
              </a:xfrm>
              <a:prstGeom prst="rect">
                <a:avLst/>
              </a:prstGeom>
              <a:blipFill>
                <a:blip r:embed="rId6"/>
                <a:stretch>
                  <a:fillRect b="-48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7CB6AAA-9967-63D7-6D8F-A7162B9B510F}"/>
                  </a:ext>
                </a:extLst>
              </p:cNvPr>
              <p:cNvSpPr txBox="1"/>
              <p:nvPr/>
            </p:nvSpPr>
            <p:spPr>
              <a:xfrm>
                <a:off x="7290805" y="3105243"/>
                <a:ext cx="636745"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𝑡</m:t>
                          </m:r>
                        </m:e>
                        <m:sub>
                          <m:r>
                            <a:rPr lang="en-US" sz="1600" b="0" i="1" smtClean="0">
                              <a:solidFill>
                                <a:srgbClr val="FF0000"/>
                              </a:solidFill>
                              <a:latin typeface="Cambria Math" panose="02040503050406030204" pitchFamily="18" charset="0"/>
                            </a:rPr>
                            <m:t>𝑐𝑐</m:t>
                          </m:r>
                        </m:sub>
                      </m:sSub>
                    </m:oMath>
                  </m:oMathPara>
                </a14:m>
                <a:endParaRPr lang="en-US" sz="1600">
                  <a:solidFill>
                    <a:srgbClr val="FF0000"/>
                  </a:solidFill>
                </a:endParaRPr>
              </a:p>
            </p:txBody>
          </p:sp>
        </mc:Choice>
        <mc:Fallback xmlns="">
          <p:sp>
            <p:nvSpPr>
              <p:cNvPr id="10" name="TextBox 9">
                <a:extLst>
                  <a:ext uri="{FF2B5EF4-FFF2-40B4-BE49-F238E27FC236}">
                    <a16:creationId xmlns:a16="http://schemas.microsoft.com/office/drawing/2014/main" id="{97CB6AAA-9967-63D7-6D8F-A7162B9B510F}"/>
                  </a:ext>
                </a:extLst>
              </p:cNvPr>
              <p:cNvSpPr txBox="1">
                <a:spLocks noRot="1" noChangeAspect="1" noMove="1" noResize="1" noEditPoints="1" noAdjustHandles="1" noChangeArrowheads="1" noChangeShapeType="1" noTextEdit="1"/>
              </p:cNvSpPr>
              <p:nvPr/>
            </p:nvSpPr>
            <p:spPr>
              <a:xfrm>
                <a:off x="7290805" y="3105243"/>
                <a:ext cx="636745" cy="338554"/>
              </a:xfrm>
              <a:prstGeom prst="rect">
                <a:avLst/>
              </a:prstGeom>
              <a:blipFill>
                <a:blip r:embed="rId7"/>
                <a:stretch>
                  <a:fillRect/>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0E407E3A-28E3-C35A-DD0B-0138E5269A1E}"/>
              </a:ext>
            </a:extLst>
          </p:cNvPr>
          <p:cNvSpPr/>
          <p:nvPr/>
        </p:nvSpPr>
        <p:spPr>
          <a:xfrm>
            <a:off x="7685965" y="314227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DD1F74A-7889-B68E-030A-40B26D9CF7CC}"/>
                  </a:ext>
                </a:extLst>
              </p:cNvPr>
              <p:cNvSpPr txBox="1"/>
              <p:nvPr/>
            </p:nvSpPr>
            <p:spPr>
              <a:xfrm>
                <a:off x="6264394" y="1360289"/>
                <a:ext cx="636745"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𝐼</m:t>
                          </m:r>
                        </m:e>
                        <m:sub>
                          <m:r>
                            <a:rPr lang="en-US" sz="1600" b="0" i="1" smtClean="0">
                              <a:solidFill>
                                <a:srgbClr val="FF0000"/>
                              </a:solidFill>
                              <a:latin typeface="Cambria Math" panose="02040503050406030204" pitchFamily="18" charset="0"/>
                            </a:rPr>
                            <m:t>𝑐𝑐</m:t>
                          </m:r>
                        </m:sub>
                      </m:sSub>
                    </m:oMath>
                  </m:oMathPara>
                </a14:m>
                <a:endParaRPr lang="en-US" sz="1600">
                  <a:solidFill>
                    <a:srgbClr val="FF0000"/>
                  </a:solidFill>
                </a:endParaRPr>
              </a:p>
            </p:txBody>
          </p:sp>
        </mc:Choice>
        <mc:Fallback xmlns="">
          <p:sp>
            <p:nvSpPr>
              <p:cNvPr id="12" name="TextBox 11">
                <a:extLst>
                  <a:ext uri="{FF2B5EF4-FFF2-40B4-BE49-F238E27FC236}">
                    <a16:creationId xmlns:a16="http://schemas.microsoft.com/office/drawing/2014/main" id="{6DD1F74A-7889-B68E-030A-40B26D9CF7CC}"/>
                  </a:ext>
                </a:extLst>
              </p:cNvPr>
              <p:cNvSpPr txBox="1">
                <a:spLocks noRot="1" noChangeAspect="1" noMove="1" noResize="1" noEditPoints="1" noAdjustHandles="1" noChangeArrowheads="1" noChangeShapeType="1" noTextEdit="1"/>
              </p:cNvSpPr>
              <p:nvPr/>
            </p:nvSpPr>
            <p:spPr>
              <a:xfrm>
                <a:off x="6264394" y="1360289"/>
                <a:ext cx="636745" cy="338554"/>
              </a:xfrm>
              <a:prstGeom prst="rect">
                <a:avLst/>
              </a:prstGeom>
              <a:blipFill>
                <a:blip r:embed="rId8"/>
                <a:stretch>
                  <a:fillRect/>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A0591F8C-F079-FB9B-350B-7F59A21F1EF9}"/>
              </a:ext>
            </a:extLst>
          </p:cNvPr>
          <p:cNvSpPr/>
          <p:nvPr/>
        </p:nvSpPr>
        <p:spPr>
          <a:xfrm>
            <a:off x="6736279" y="155604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2C8D569-492C-15C4-00DA-6448BB6A689A}"/>
              </a:ext>
            </a:extLst>
          </p:cNvPr>
          <p:cNvSpPr/>
          <p:nvPr/>
        </p:nvSpPr>
        <p:spPr>
          <a:xfrm>
            <a:off x="7674536" y="183794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060384A-0997-D806-94F3-CA8E98CBBE1F}"/>
                  </a:ext>
                </a:extLst>
              </p:cNvPr>
              <p:cNvSpPr txBox="1"/>
              <p:nvPr/>
            </p:nvSpPr>
            <p:spPr>
              <a:xfrm>
                <a:off x="7094939" y="1651144"/>
                <a:ext cx="63674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𝑉</m:t>
                          </m:r>
                        </m:e>
                        <m:sub>
                          <m:r>
                            <a:rPr lang="en-US" sz="1400" b="0" i="1" smtClean="0">
                              <a:solidFill>
                                <a:srgbClr val="FF0000"/>
                              </a:solidFill>
                              <a:latin typeface="Cambria Math" panose="02040503050406030204" pitchFamily="18" charset="0"/>
                            </a:rPr>
                            <m:t>𝐶𝑉</m:t>
                          </m:r>
                        </m:sub>
                      </m:sSub>
                    </m:oMath>
                  </m:oMathPara>
                </a14:m>
                <a:endParaRPr lang="en-US" sz="1400">
                  <a:solidFill>
                    <a:srgbClr val="FF0000"/>
                  </a:solidFill>
                </a:endParaRPr>
              </a:p>
            </p:txBody>
          </p:sp>
        </mc:Choice>
        <mc:Fallback xmlns="">
          <p:sp>
            <p:nvSpPr>
              <p:cNvPr id="15" name="TextBox 14">
                <a:extLst>
                  <a:ext uri="{FF2B5EF4-FFF2-40B4-BE49-F238E27FC236}">
                    <a16:creationId xmlns:a16="http://schemas.microsoft.com/office/drawing/2014/main" id="{7060384A-0997-D806-94F3-CA8E98CBBE1F}"/>
                  </a:ext>
                </a:extLst>
              </p:cNvPr>
              <p:cNvSpPr txBox="1">
                <a:spLocks noRot="1" noChangeAspect="1" noMove="1" noResize="1" noEditPoints="1" noAdjustHandles="1" noChangeArrowheads="1" noChangeShapeType="1" noTextEdit="1"/>
              </p:cNvSpPr>
              <p:nvPr/>
            </p:nvSpPr>
            <p:spPr>
              <a:xfrm>
                <a:off x="7094939" y="1651144"/>
                <a:ext cx="636745" cy="307777"/>
              </a:xfrm>
              <a:prstGeom prst="rect">
                <a:avLst/>
              </a:prstGeom>
              <a:blipFill>
                <a:blip r:embed="rId9"/>
                <a:stretch>
                  <a:fillRect/>
                </a:stretch>
              </a:blipFill>
            </p:spPr>
            <p:txBody>
              <a:bodyPr/>
              <a:lstStyle/>
              <a:p>
                <a:r>
                  <a:rPr lang="en-US">
                    <a:noFill/>
                  </a:rPr>
                  <a:t> </a:t>
                </a:r>
              </a:p>
            </p:txBody>
          </p:sp>
        </mc:Fallback>
      </mc:AlternateContent>
      <p:sp>
        <p:nvSpPr>
          <p:cNvPr id="17" name="Title 4">
            <a:extLst>
              <a:ext uri="{FF2B5EF4-FFF2-40B4-BE49-F238E27FC236}">
                <a16:creationId xmlns:a16="http://schemas.microsoft.com/office/drawing/2014/main" id="{789902ED-7B58-D21A-D3FA-0FC5E0BF61F2}"/>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p:sp>
        <p:nvSpPr>
          <p:cNvPr id="9" name="TextBox 8">
            <a:extLst>
              <a:ext uri="{FF2B5EF4-FFF2-40B4-BE49-F238E27FC236}">
                <a16:creationId xmlns:a16="http://schemas.microsoft.com/office/drawing/2014/main" id="{145E46ED-D674-89CB-5755-858FF4365C2D}"/>
              </a:ext>
            </a:extLst>
          </p:cNvPr>
          <p:cNvSpPr txBox="1"/>
          <p:nvPr/>
        </p:nvSpPr>
        <p:spPr>
          <a:xfrm>
            <a:off x="7211460" y="3494464"/>
            <a:ext cx="2466043" cy="292388"/>
          </a:xfrm>
          <a:prstGeom prst="rect">
            <a:avLst/>
          </a:prstGeom>
          <a:noFill/>
        </p:spPr>
        <p:txBody>
          <a:bodyPr wrap="square">
            <a:spAutoFit/>
          </a:bodyPr>
          <a:lstStyle/>
          <a:p>
            <a:r>
              <a:rPr lang="en-US" sz="1300"/>
              <a:t>H4 :Giai đoạn sạc CC</a:t>
            </a:r>
          </a:p>
        </p:txBody>
      </p:sp>
    </p:spTree>
    <p:extLst>
      <p:ext uri="{BB962C8B-B14F-4D97-AF65-F5344CB8AC3E}">
        <p14:creationId xmlns:p14="http://schemas.microsoft.com/office/powerpoint/2010/main" val="2698593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D313B-B78E-0795-4057-4CB8C7324267}"/>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7B27A92E-D418-0D65-D2FC-0A262F063992}"/>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8</a:t>
            </a:fld>
            <a:r>
              <a:rPr lang="en-US"/>
              <a:t> 	</a:t>
            </a:r>
          </a:p>
        </p:txBody>
      </p:sp>
      <p:sp>
        <p:nvSpPr>
          <p:cNvPr id="20" name="Date Placeholder 3">
            <a:extLst>
              <a:ext uri="{FF2B5EF4-FFF2-40B4-BE49-F238E27FC236}">
                <a16:creationId xmlns:a16="http://schemas.microsoft.com/office/drawing/2014/main" id="{628AA89E-0CB2-D882-9035-6DA1402068B9}"/>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D2A82145-6F1A-C9C5-AE63-5D67CB3F6F5C}"/>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6FB773-9E2C-A591-CEEA-3387B3B512AD}"/>
                  </a:ext>
                </a:extLst>
              </p:cNvPr>
              <p:cNvSpPr txBox="1"/>
              <p:nvPr/>
            </p:nvSpPr>
            <p:spPr>
              <a:xfrm>
                <a:off x="0" y="927062"/>
                <a:ext cx="9648825" cy="523220"/>
              </a:xfrm>
              <a:prstGeom prst="rect">
                <a:avLst/>
              </a:prstGeom>
              <a:noFill/>
            </p:spPr>
            <p:txBody>
              <a:bodyPr wrap="square">
                <a:spAutoFit/>
              </a:bodyPr>
              <a:lstStyle/>
              <a:p>
                <a:pPr marL="514350" indent="-514350">
                  <a:buFont typeface="+mj-lt"/>
                  <a:buAutoNum type="arabicPeriod"/>
                </a:pPr>
                <a:r>
                  <a:rPr lang="en-US" sz="2800" b="1">
                    <a:solidFill>
                      <a:srgbClr val="262626"/>
                    </a:solidFill>
                  </a:rPr>
                  <a:t>Xét quá trình CC (</a:t>
                </a:r>
                <a14:m>
                  <m:oMath xmlns:m="http://schemas.openxmlformats.org/officeDocument/2006/math">
                    <m:r>
                      <a:rPr lang="en-US" sz="2800" b="1" i="1" smtClean="0">
                        <a:solidFill>
                          <a:srgbClr val="262626"/>
                        </a:solidFill>
                        <a:latin typeface="Cambria Math" panose="02040503050406030204" pitchFamily="18" charset="0"/>
                      </a:rPr>
                      <m:t>𝒊</m:t>
                    </m:r>
                    <m:d>
                      <m:dPr>
                        <m:ctrlPr>
                          <a:rPr lang="en-US" sz="2800" b="1" i="1" smtClean="0">
                            <a:solidFill>
                              <a:srgbClr val="262626"/>
                            </a:solidFill>
                            <a:latin typeface="Cambria Math" panose="02040503050406030204" pitchFamily="18" charset="0"/>
                          </a:rPr>
                        </m:ctrlPr>
                      </m:dPr>
                      <m:e>
                        <m:r>
                          <a:rPr lang="en-US" sz="2800" b="1" i="1" smtClean="0">
                            <a:solidFill>
                              <a:srgbClr val="262626"/>
                            </a:solidFill>
                            <a:latin typeface="Cambria Math" panose="02040503050406030204" pitchFamily="18" charset="0"/>
                          </a:rPr>
                          <m:t>𝒕</m:t>
                        </m:r>
                      </m:e>
                    </m:d>
                    <m:r>
                      <a:rPr lang="en-US" sz="2800" b="1" i="1" smtClean="0">
                        <a:solidFill>
                          <a:srgbClr val="262626"/>
                        </a:solidFill>
                        <a:latin typeface="Cambria Math" panose="02040503050406030204" pitchFamily="18" charset="0"/>
                      </a:rPr>
                      <m:t>=</m:t>
                    </m:r>
                    <m:sSub>
                      <m:sSubPr>
                        <m:ctrlPr>
                          <a:rPr lang="en-US" sz="2800" b="1" i="1" smtClean="0">
                            <a:solidFill>
                              <a:srgbClr val="262626"/>
                            </a:solidFill>
                            <a:latin typeface="Cambria Math" panose="02040503050406030204" pitchFamily="18" charset="0"/>
                          </a:rPr>
                        </m:ctrlPr>
                      </m:sSubPr>
                      <m:e>
                        <m:r>
                          <a:rPr lang="en-US" sz="2800" b="1" i="1" smtClean="0">
                            <a:solidFill>
                              <a:srgbClr val="262626"/>
                            </a:solidFill>
                            <a:latin typeface="Cambria Math" panose="02040503050406030204" pitchFamily="18" charset="0"/>
                          </a:rPr>
                          <m:t>𝑰</m:t>
                        </m:r>
                      </m:e>
                      <m:sub>
                        <m:r>
                          <a:rPr lang="en-US" sz="2800" b="1" i="1" smtClean="0">
                            <a:solidFill>
                              <a:srgbClr val="262626"/>
                            </a:solidFill>
                            <a:latin typeface="Cambria Math" panose="02040503050406030204" pitchFamily="18" charset="0"/>
                          </a:rPr>
                          <m:t>𝒄𝒄</m:t>
                        </m:r>
                      </m:sub>
                    </m:sSub>
                    <m:r>
                      <a:rPr lang="en-US" sz="2800" b="1" i="1" smtClean="0">
                        <a:solidFill>
                          <a:srgbClr val="262626"/>
                        </a:solidFill>
                        <a:latin typeface="Cambria Math" panose="02040503050406030204" pitchFamily="18" charset="0"/>
                      </a:rPr>
                      <m:t>) </m:t>
                    </m:r>
                  </m:oMath>
                </a14:m>
                <a:r>
                  <a:rPr lang="en-US" sz="2800">
                    <a:solidFill>
                      <a:srgbClr val="262626"/>
                    </a:solidFill>
                  </a:rPr>
                  <a:t>:</a:t>
                </a:r>
              </a:p>
            </p:txBody>
          </p:sp>
        </mc:Choice>
        <mc:Fallback xmlns="">
          <p:sp>
            <p:nvSpPr>
              <p:cNvPr id="8" name="TextBox 7">
                <a:extLst>
                  <a:ext uri="{FF2B5EF4-FFF2-40B4-BE49-F238E27FC236}">
                    <a16:creationId xmlns:a16="http://schemas.microsoft.com/office/drawing/2014/main" id="{7A6FB773-9E2C-A591-CEEA-3387B3B512AD}"/>
                  </a:ext>
                </a:extLst>
              </p:cNvPr>
              <p:cNvSpPr txBox="1">
                <a:spLocks noRot="1" noChangeAspect="1" noMove="1" noResize="1" noEditPoints="1" noAdjustHandles="1" noChangeArrowheads="1" noChangeShapeType="1" noTextEdit="1"/>
              </p:cNvSpPr>
              <p:nvPr/>
            </p:nvSpPr>
            <p:spPr>
              <a:xfrm>
                <a:off x="0" y="927062"/>
                <a:ext cx="9648825" cy="523220"/>
              </a:xfrm>
              <a:prstGeom prst="rect">
                <a:avLst/>
              </a:prstGeom>
              <a:blipFill>
                <a:blip r:embed="rId3"/>
                <a:stretch>
                  <a:fillRect l="-1516" t="-20930" b="-3837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CE6B868-3B5E-2785-C48A-57E09A82013F}"/>
              </a:ext>
            </a:extLst>
          </p:cNvPr>
          <p:cNvSpPr txBox="1"/>
          <p:nvPr/>
        </p:nvSpPr>
        <p:spPr>
          <a:xfrm>
            <a:off x="138273" y="1450282"/>
            <a:ext cx="5212079" cy="461665"/>
          </a:xfrm>
          <a:prstGeom prst="rect">
            <a:avLst/>
          </a:prstGeom>
          <a:noFill/>
        </p:spPr>
        <p:txBody>
          <a:bodyPr wrap="square">
            <a:spAutoFit/>
          </a:bodyPr>
          <a:lstStyle/>
          <a:p>
            <a:pPr marL="457200" indent="-457200">
              <a:buFont typeface="Wingdings" panose="05000000000000000000" pitchFamily="2" charset="2"/>
              <a:buChar char="q"/>
            </a:pPr>
            <a:r>
              <a:rPr lang="en-US" sz="2400" b="1">
                <a:solidFill>
                  <a:srgbClr val="262626"/>
                </a:solidFill>
              </a:rPr>
              <a:t>Quá trình lặp :  </a:t>
            </a:r>
            <a:endParaRPr lang="en-US" sz="2400">
              <a:solidFill>
                <a:srgbClr val="262626"/>
              </a:solidFill>
            </a:endParaRPr>
          </a:p>
        </p:txBody>
      </p:sp>
      <p:pic>
        <p:nvPicPr>
          <p:cNvPr id="1028" name="Picture 4">
            <a:extLst>
              <a:ext uri="{FF2B5EF4-FFF2-40B4-BE49-F238E27FC236}">
                <a16:creationId xmlns:a16="http://schemas.microsoft.com/office/drawing/2014/main" id="{220E2B86-0D52-A526-CF58-76CD661B66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0521" y="1834931"/>
            <a:ext cx="6070017" cy="406274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16EE79D-81A4-9608-4ECF-6B0F00764817}"/>
              </a:ext>
            </a:extLst>
          </p:cNvPr>
          <p:cNvSpPr txBox="1"/>
          <p:nvPr/>
        </p:nvSpPr>
        <p:spPr>
          <a:xfrm>
            <a:off x="2833688" y="6024581"/>
            <a:ext cx="3859277" cy="292388"/>
          </a:xfrm>
          <a:prstGeom prst="rect">
            <a:avLst/>
          </a:prstGeom>
          <a:noFill/>
        </p:spPr>
        <p:txBody>
          <a:bodyPr wrap="square">
            <a:spAutoFit/>
          </a:bodyPr>
          <a:lstStyle/>
          <a:p>
            <a:pPr algn="ctr"/>
            <a:r>
              <a:rPr lang="en-US" sz="1300"/>
              <a:t>H5 :Lưu đồ thuật toán code tính tcc</a:t>
            </a:r>
          </a:p>
        </p:txBody>
      </p:sp>
      <p:sp>
        <p:nvSpPr>
          <p:cNvPr id="5" name="Title 4">
            <a:extLst>
              <a:ext uri="{FF2B5EF4-FFF2-40B4-BE49-F238E27FC236}">
                <a16:creationId xmlns:a16="http://schemas.microsoft.com/office/drawing/2014/main" id="{BB175A62-782D-13CE-7AC5-A51AA2E938EB}"/>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p:spTree>
    <p:extLst>
      <p:ext uri="{BB962C8B-B14F-4D97-AF65-F5344CB8AC3E}">
        <p14:creationId xmlns:p14="http://schemas.microsoft.com/office/powerpoint/2010/main" val="1057862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9ECD3-4C00-4520-2534-2861FDB655F3}"/>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CCA29C84-0E2E-3144-EDFE-EEA59BE0A2AC}"/>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9</a:t>
            </a:fld>
            <a:r>
              <a:rPr lang="en-US"/>
              <a:t> 	</a:t>
            </a:r>
          </a:p>
        </p:txBody>
      </p:sp>
      <p:sp>
        <p:nvSpPr>
          <p:cNvPr id="20" name="Date Placeholder 3">
            <a:extLst>
              <a:ext uri="{FF2B5EF4-FFF2-40B4-BE49-F238E27FC236}">
                <a16:creationId xmlns:a16="http://schemas.microsoft.com/office/drawing/2014/main" id="{189BA5B2-6689-4B25-CB97-252285D9784F}"/>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517D9296-BA42-A653-ED86-EB79DE9E9660}"/>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F02F53B-AF20-02AF-B382-A4A704AB3CEE}"/>
                  </a:ext>
                </a:extLst>
              </p:cNvPr>
              <p:cNvSpPr txBox="1"/>
              <p:nvPr/>
            </p:nvSpPr>
            <p:spPr>
              <a:xfrm>
                <a:off x="0" y="927062"/>
                <a:ext cx="9648825" cy="523220"/>
              </a:xfrm>
              <a:prstGeom prst="rect">
                <a:avLst/>
              </a:prstGeom>
              <a:noFill/>
            </p:spPr>
            <p:txBody>
              <a:bodyPr wrap="square">
                <a:spAutoFit/>
              </a:bodyPr>
              <a:lstStyle/>
              <a:p>
                <a:pPr marL="514350" indent="-514350">
                  <a:buFont typeface="+mj-lt"/>
                  <a:buAutoNum type="arabicPeriod"/>
                </a:pPr>
                <a:r>
                  <a:rPr lang="en-US" sz="2800" b="1">
                    <a:solidFill>
                      <a:srgbClr val="262626"/>
                    </a:solidFill>
                  </a:rPr>
                  <a:t>Xét quá trình CC (</a:t>
                </a:r>
                <a14:m>
                  <m:oMath xmlns:m="http://schemas.openxmlformats.org/officeDocument/2006/math">
                    <m:r>
                      <a:rPr lang="en-US" sz="2800" b="1" i="1" smtClean="0">
                        <a:solidFill>
                          <a:srgbClr val="262626"/>
                        </a:solidFill>
                        <a:latin typeface="Cambria Math" panose="02040503050406030204" pitchFamily="18" charset="0"/>
                      </a:rPr>
                      <m:t>𝒊</m:t>
                    </m:r>
                    <m:d>
                      <m:dPr>
                        <m:ctrlPr>
                          <a:rPr lang="en-US" sz="2800" b="1" i="1" smtClean="0">
                            <a:solidFill>
                              <a:srgbClr val="262626"/>
                            </a:solidFill>
                            <a:latin typeface="Cambria Math" panose="02040503050406030204" pitchFamily="18" charset="0"/>
                          </a:rPr>
                        </m:ctrlPr>
                      </m:dPr>
                      <m:e>
                        <m:r>
                          <a:rPr lang="en-US" sz="2800" b="1" i="1" smtClean="0">
                            <a:solidFill>
                              <a:srgbClr val="262626"/>
                            </a:solidFill>
                            <a:latin typeface="Cambria Math" panose="02040503050406030204" pitchFamily="18" charset="0"/>
                          </a:rPr>
                          <m:t>𝒕</m:t>
                        </m:r>
                      </m:e>
                    </m:d>
                    <m:r>
                      <a:rPr lang="en-US" sz="2800" b="1" i="1" smtClean="0">
                        <a:solidFill>
                          <a:srgbClr val="262626"/>
                        </a:solidFill>
                        <a:latin typeface="Cambria Math" panose="02040503050406030204" pitchFamily="18" charset="0"/>
                      </a:rPr>
                      <m:t>=</m:t>
                    </m:r>
                    <m:sSub>
                      <m:sSubPr>
                        <m:ctrlPr>
                          <a:rPr lang="en-US" sz="2800" b="1" i="1" smtClean="0">
                            <a:solidFill>
                              <a:srgbClr val="262626"/>
                            </a:solidFill>
                            <a:latin typeface="Cambria Math" panose="02040503050406030204" pitchFamily="18" charset="0"/>
                          </a:rPr>
                        </m:ctrlPr>
                      </m:sSubPr>
                      <m:e>
                        <m:r>
                          <a:rPr lang="en-US" sz="2800" b="1" i="1" smtClean="0">
                            <a:solidFill>
                              <a:srgbClr val="262626"/>
                            </a:solidFill>
                            <a:latin typeface="Cambria Math" panose="02040503050406030204" pitchFamily="18" charset="0"/>
                          </a:rPr>
                          <m:t>𝑰</m:t>
                        </m:r>
                      </m:e>
                      <m:sub>
                        <m:r>
                          <a:rPr lang="en-US" sz="2800" b="1" i="1" smtClean="0">
                            <a:solidFill>
                              <a:srgbClr val="262626"/>
                            </a:solidFill>
                            <a:latin typeface="Cambria Math" panose="02040503050406030204" pitchFamily="18" charset="0"/>
                          </a:rPr>
                          <m:t>𝒄𝒄</m:t>
                        </m:r>
                      </m:sub>
                    </m:sSub>
                    <m:r>
                      <a:rPr lang="en-US" sz="2800" b="1" i="1" smtClean="0">
                        <a:solidFill>
                          <a:srgbClr val="262626"/>
                        </a:solidFill>
                        <a:latin typeface="Cambria Math" panose="02040503050406030204" pitchFamily="18" charset="0"/>
                      </a:rPr>
                      <m:t>) </m:t>
                    </m:r>
                  </m:oMath>
                </a14:m>
                <a:r>
                  <a:rPr lang="en-US" sz="2800">
                    <a:solidFill>
                      <a:srgbClr val="262626"/>
                    </a:solidFill>
                  </a:rPr>
                  <a:t>:</a:t>
                </a:r>
              </a:p>
            </p:txBody>
          </p:sp>
        </mc:Choice>
        <mc:Fallback xmlns="">
          <p:sp>
            <p:nvSpPr>
              <p:cNvPr id="8" name="TextBox 7">
                <a:extLst>
                  <a:ext uri="{FF2B5EF4-FFF2-40B4-BE49-F238E27FC236}">
                    <a16:creationId xmlns:a16="http://schemas.microsoft.com/office/drawing/2014/main" id="{2F02F53B-AF20-02AF-B382-A4A704AB3CEE}"/>
                  </a:ext>
                </a:extLst>
              </p:cNvPr>
              <p:cNvSpPr txBox="1">
                <a:spLocks noRot="1" noChangeAspect="1" noMove="1" noResize="1" noEditPoints="1" noAdjustHandles="1" noChangeArrowheads="1" noChangeShapeType="1" noTextEdit="1"/>
              </p:cNvSpPr>
              <p:nvPr/>
            </p:nvSpPr>
            <p:spPr>
              <a:xfrm>
                <a:off x="0" y="927062"/>
                <a:ext cx="9648825" cy="523220"/>
              </a:xfrm>
              <a:prstGeom prst="rect">
                <a:avLst/>
              </a:prstGeom>
              <a:blipFill>
                <a:blip r:embed="rId3"/>
                <a:stretch>
                  <a:fillRect l="-1516" t="-20930" b="-3837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5FFEC770-9661-2947-4D98-563D614F0C5D}"/>
              </a:ext>
            </a:extLst>
          </p:cNvPr>
          <p:cNvSpPr txBox="1"/>
          <p:nvPr/>
        </p:nvSpPr>
        <p:spPr>
          <a:xfrm>
            <a:off x="138273" y="1450282"/>
            <a:ext cx="5212079" cy="461665"/>
          </a:xfrm>
          <a:prstGeom prst="rect">
            <a:avLst/>
          </a:prstGeom>
          <a:noFill/>
        </p:spPr>
        <p:txBody>
          <a:bodyPr wrap="square">
            <a:spAutoFit/>
          </a:bodyPr>
          <a:lstStyle/>
          <a:p>
            <a:pPr marL="457200" indent="-457200">
              <a:buFont typeface="Wingdings" panose="05000000000000000000" pitchFamily="2" charset="2"/>
              <a:buChar char="q"/>
            </a:pPr>
            <a:r>
              <a:rPr lang="en-US" sz="2400" b="1">
                <a:solidFill>
                  <a:srgbClr val="262626"/>
                </a:solidFill>
              </a:rPr>
              <a:t>Code [1] :</a:t>
            </a:r>
            <a:endParaRPr lang="en-US" sz="2400">
              <a:solidFill>
                <a:srgbClr val="262626"/>
              </a:solidFill>
            </a:endParaRPr>
          </a:p>
        </p:txBody>
      </p:sp>
      <p:pic>
        <p:nvPicPr>
          <p:cNvPr id="4" name="Picture 3">
            <a:extLst>
              <a:ext uri="{FF2B5EF4-FFF2-40B4-BE49-F238E27FC236}">
                <a16:creationId xmlns:a16="http://schemas.microsoft.com/office/drawing/2014/main" id="{64CE5A02-EC24-FA90-0814-E250FCE7CDC9}"/>
              </a:ext>
            </a:extLst>
          </p:cNvPr>
          <p:cNvPicPr>
            <a:picLocks noChangeAspect="1"/>
          </p:cNvPicPr>
          <p:nvPr/>
        </p:nvPicPr>
        <p:blipFill>
          <a:blip r:embed="rId4"/>
          <a:srcRect r="7039" b="45695"/>
          <a:stretch/>
        </p:blipFill>
        <p:spPr>
          <a:xfrm>
            <a:off x="226299" y="1959571"/>
            <a:ext cx="4505980" cy="3270895"/>
          </a:xfrm>
          <a:prstGeom prst="rect">
            <a:avLst/>
          </a:prstGeom>
        </p:spPr>
        <p:style>
          <a:lnRef idx="2">
            <a:schemeClr val="dk1"/>
          </a:lnRef>
          <a:fillRef idx="1">
            <a:schemeClr val="lt1"/>
          </a:fillRef>
          <a:effectRef idx="0">
            <a:schemeClr val="dk1"/>
          </a:effectRef>
          <a:fontRef idx="minor">
            <a:schemeClr val="dk1"/>
          </a:fontRef>
        </p:style>
      </p:pic>
      <p:pic>
        <p:nvPicPr>
          <p:cNvPr id="5" name="Picture 4">
            <a:extLst>
              <a:ext uri="{FF2B5EF4-FFF2-40B4-BE49-F238E27FC236}">
                <a16:creationId xmlns:a16="http://schemas.microsoft.com/office/drawing/2014/main" id="{A5D47003-628F-7C04-5597-67EAB164338D}"/>
              </a:ext>
            </a:extLst>
          </p:cNvPr>
          <p:cNvPicPr>
            <a:picLocks noChangeAspect="1"/>
          </p:cNvPicPr>
          <p:nvPr/>
        </p:nvPicPr>
        <p:blipFill>
          <a:blip r:embed="rId4"/>
          <a:srcRect t="53900" r="3391"/>
          <a:stretch/>
        </p:blipFill>
        <p:spPr>
          <a:xfrm>
            <a:off x="4745751" y="1959572"/>
            <a:ext cx="5041608" cy="3270894"/>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31F106C5-1499-F2FB-DF40-736FEDBDB16B}"/>
              </a:ext>
            </a:extLst>
          </p:cNvPr>
          <p:cNvPicPr>
            <a:picLocks noChangeAspect="1"/>
          </p:cNvPicPr>
          <p:nvPr/>
        </p:nvPicPr>
        <p:blipFill>
          <a:blip r:embed="rId5"/>
          <a:stretch>
            <a:fillRect/>
          </a:stretch>
        </p:blipFill>
        <p:spPr>
          <a:xfrm>
            <a:off x="3245399" y="5407718"/>
            <a:ext cx="3000704" cy="92640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pic>
      <p:sp>
        <p:nvSpPr>
          <p:cNvPr id="10" name="Arrow: Right 9">
            <a:extLst>
              <a:ext uri="{FF2B5EF4-FFF2-40B4-BE49-F238E27FC236}">
                <a16:creationId xmlns:a16="http://schemas.microsoft.com/office/drawing/2014/main" id="{6D86BBCD-2E16-3408-C2A8-80934834C22C}"/>
              </a:ext>
            </a:extLst>
          </p:cNvPr>
          <p:cNvSpPr/>
          <p:nvPr/>
        </p:nvSpPr>
        <p:spPr>
          <a:xfrm>
            <a:off x="2181225" y="5759266"/>
            <a:ext cx="819150" cy="171672"/>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4">
            <a:extLst>
              <a:ext uri="{FF2B5EF4-FFF2-40B4-BE49-F238E27FC236}">
                <a16:creationId xmlns:a16="http://schemas.microsoft.com/office/drawing/2014/main" id="{9F7B8B44-9386-3F18-71F9-F32F41FD644A}"/>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p:spTree>
    <p:extLst>
      <p:ext uri="{BB962C8B-B14F-4D97-AF65-F5344CB8AC3E}">
        <p14:creationId xmlns:p14="http://schemas.microsoft.com/office/powerpoint/2010/main" val="1868133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7EE18-FD4D-160B-7D58-331695E081C0}"/>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EDE9E174-EA6F-734C-E947-96F4FE490EE7}"/>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10</a:t>
            </a:fld>
            <a:r>
              <a:rPr lang="en-US"/>
              <a:t> 	</a:t>
            </a:r>
          </a:p>
        </p:txBody>
      </p:sp>
      <p:sp>
        <p:nvSpPr>
          <p:cNvPr id="20" name="Date Placeholder 3">
            <a:extLst>
              <a:ext uri="{FF2B5EF4-FFF2-40B4-BE49-F238E27FC236}">
                <a16:creationId xmlns:a16="http://schemas.microsoft.com/office/drawing/2014/main" id="{EB5F83E4-8B2B-0775-62E8-2E44870C7729}"/>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FDB2BD6C-EBDC-F969-561C-F12966960CCA}"/>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D356143-E8B2-4B91-3A79-3212E3F860F2}"/>
                  </a:ext>
                </a:extLst>
              </p:cNvPr>
              <p:cNvSpPr txBox="1"/>
              <p:nvPr/>
            </p:nvSpPr>
            <p:spPr>
              <a:xfrm>
                <a:off x="0" y="927062"/>
                <a:ext cx="9648825" cy="523220"/>
              </a:xfrm>
              <a:prstGeom prst="rect">
                <a:avLst/>
              </a:prstGeom>
              <a:noFill/>
            </p:spPr>
            <p:txBody>
              <a:bodyPr wrap="square">
                <a:spAutoFit/>
              </a:bodyPr>
              <a:lstStyle/>
              <a:p>
                <a:pPr marL="514350" indent="-514350">
                  <a:buFont typeface="+mj-lt"/>
                  <a:buAutoNum type="arabicPeriod" startAt="2"/>
                </a:pPr>
                <a:r>
                  <a:rPr lang="en-US" sz="2800" b="1">
                    <a:solidFill>
                      <a:srgbClr val="262626"/>
                    </a:solidFill>
                  </a:rPr>
                  <a:t>Xét quá trình CV (V</a:t>
                </a:r>
                <a14:m>
                  <m:oMath xmlns:m="http://schemas.openxmlformats.org/officeDocument/2006/math">
                    <m:r>
                      <a:rPr lang="en-US" sz="2800" b="1" i="0" smtClean="0">
                        <a:solidFill>
                          <a:srgbClr val="262626"/>
                        </a:solidFill>
                        <a:latin typeface="Cambria Math" panose="02040503050406030204" pitchFamily="18" charset="0"/>
                      </a:rPr>
                      <m:t>𝐛𝐚𝐭</m:t>
                    </m:r>
                    <m:d>
                      <m:dPr>
                        <m:ctrlPr>
                          <a:rPr lang="en-US" sz="2800" b="1" i="1" smtClean="0">
                            <a:solidFill>
                              <a:srgbClr val="262626"/>
                            </a:solidFill>
                            <a:latin typeface="Cambria Math" panose="02040503050406030204" pitchFamily="18" charset="0"/>
                          </a:rPr>
                        </m:ctrlPr>
                      </m:dPr>
                      <m:e>
                        <m:r>
                          <a:rPr lang="en-US" sz="2800" b="1" i="1" smtClean="0">
                            <a:solidFill>
                              <a:srgbClr val="262626"/>
                            </a:solidFill>
                            <a:latin typeface="Cambria Math" panose="02040503050406030204" pitchFamily="18" charset="0"/>
                          </a:rPr>
                          <m:t>𝒕</m:t>
                        </m:r>
                      </m:e>
                    </m:d>
                    <m:r>
                      <a:rPr lang="en-US" sz="2800" b="1" i="1" smtClean="0">
                        <a:solidFill>
                          <a:srgbClr val="262626"/>
                        </a:solidFill>
                        <a:latin typeface="Cambria Math" panose="02040503050406030204" pitchFamily="18" charset="0"/>
                      </a:rPr>
                      <m:t>=</m:t>
                    </m:r>
                    <m:sSub>
                      <m:sSubPr>
                        <m:ctrlPr>
                          <a:rPr lang="en-US" sz="2800" b="1" i="1" smtClean="0">
                            <a:solidFill>
                              <a:srgbClr val="262626"/>
                            </a:solidFill>
                            <a:latin typeface="Cambria Math" panose="02040503050406030204" pitchFamily="18" charset="0"/>
                          </a:rPr>
                        </m:ctrlPr>
                      </m:sSubPr>
                      <m:e>
                        <m:r>
                          <a:rPr lang="en-US" sz="2800" b="1" i="1" smtClean="0">
                            <a:solidFill>
                              <a:srgbClr val="262626"/>
                            </a:solidFill>
                            <a:latin typeface="Cambria Math" panose="02040503050406030204" pitchFamily="18" charset="0"/>
                          </a:rPr>
                          <m:t>𝑽</m:t>
                        </m:r>
                      </m:e>
                      <m:sub>
                        <m:r>
                          <a:rPr lang="en-US" sz="2800" b="1" i="1" smtClean="0">
                            <a:solidFill>
                              <a:srgbClr val="262626"/>
                            </a:solidFill>
                            <a:latin typeface="Cambria Math" panose="02040503050406030204" pitchFamily="18" charset="0"/>
                          </a:rPr>
                          <m:t>𝑪𝑽</m:t>
                        </m:r>
                      </m:sub>
                    </m:sSub>
                    <m:r>
                      <a:rPr lang="en-US" sz="2800" b="1" i="1" smtClean="0">
                        <a:solidFill>
                          <a:srgbClr val="262626"/>
                        </a:solidFill>
                        <a:latin typeface="Cambria Math" panose="02040503050406030204" pitchFamily="18" charset="0"/>
                      </a:rPr>
                      <m:t>) </m:t>
                    </m:r>
                  </m:oMath>
                </a14:m>
                <a:r>
                  <a:rPr lang="en-US" sz="2800">
                    <a:solidFill>
                      <a:srgbClr val="262626"/>
                    </a:solidFill>
                  </a:rPr>
                  <a:t>:</a:t>
                </a:r>
              </a:p>
            </p:txBody>
          </p:sp>
        </mc:Choice>
        <mc:Fallback xmlns="">
          <p:sp>
            <p:nvSpPr>
              <p:cNvPr id="3" name="TextBox 2">
                <a:extLst>
                  <a:ext uri="{FF2B5EF4-FFF2-40B4-BE49-F238E27FC236}">
                    <a16:creationId xmlns:a16="http://schemas.microsoft.com/office/drawing/2014/main" id="{3D356143-E8B2-4B91-3A79-3212E3F860F2}"/>
                  </a:ext>
                </a:extLst>
              </p:cNvPr>
              <p:cNvSpPr txBox="1">
                <a:spLocks noRot="1" noChangeAspect="1" noMove="1" noResize="1" noEditPoints="1" noAdjustHandles="1" noChangeArrowheads="1" noChangeShapeType="1" noTextEdit="1"/>
              </p:cNvSpPr>
              <p:nvPr/>
            </p:nvSpPr>
            <p:spPr>
              <a:xfrm>
                <a:off x="0" y="927062"/>
                <a:ext cx="9648825" cy="523220"/>
              </a:xfrm>
              <a:prstGeom prst="rect">
                <a:avLst/>
              </a:prstGeom>
              <a:blipFill>
                <a:blip r:embed="rId3"/>
                <a:stretch>
                  <a:fillRect l="-1516" t="-20930" b="-38372"/>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5DEAF580-1A29-910D-716C-3BC5CF0B9B34}"/>
              </a:ext>
            </a:extLst>
          </p:cNvPr>
          <p:cNvPicPr>
            <a:picLocks noChangeAspect="1"/>
          </p:cNvPicPr>
          <p:nvPr/>
        </p:nvPicPr>
        <p:blipFill>
          <a:blip r:embed="rId4"/>
          <a:srcRect l="5825"/>
          <a:stretch/>
        </p:blipFill>
        <p:spPr>
          <a:xfrm>
            <a:off x="6203276" y="1622188"/>
            <a:ext cx="3264677" cy="2388346"/>
          </a:xfrm>
          <a:prstGeom prst="rect">
            <a:avLst/>
          </a:prstGeom>
        </p:spPr>
        <p:style>
          <a:lnRef idx="2">
            <a:schemeClr val="dk1"/>
          </a:lnRef>
          <a:fillRef idx="1">
            <a:schemeClr val="lt1"/>
          </a:fillRef>
          <a:effectRef idx="0">
            <a:schemeClr val="dk1"/>
          </a:effectRef>
          <a:fontRef idx="minor">
            <a:schemeClr val="dk1"/>
          </a:fontRef>
        </p:style>
      </p:pic>
      <p:sp>
        <p:nvSpPr>
          <p:cNvPr id="4" name="Rectangle 3">
            <a:extLst>
              <a:ext uri="{FF2B5EF4-FFF2-40B4-BE49-F238E27FC236}">
                <a16:creationId xmlns:a16="http://schemas.microsoft.com/office/drawing/2014/main" id="{94E0EA06-A154-4112-3DA5-5D31049B7C45}"/>
              </a:ext>
            </a:extLst>
          </p:cNvPr>
          <p:cNvSpPr/>
          <p:nvPr/>
        </p:nvSpPr>
        <p:spPr>
          <a:xfrm>
            <a:off x="6546776" y="2102439"/>
            <a:ext cx="951780" cy="1606972"/>
          </a:xfrm>
          <a:prstGeom prst="rect">
            <a:avLst/>
          </a:prstGeom>
          <a:solidFill>
            <a:schemeClr val="bg2">
              <a:lumMod val="50000"/>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2E28559-935A-DD2D-BFE5-829A4E698FF9}"/>
                  </a:ext>
                </a:extLst>
              </p:cNvPr>
              <p:cNvSpPr txBox="1"/>
              <p:nvPr/>
            </p:nvSpPr>
            <p:spPr>
              <a:xfrm>
                <a:off x="142859" y="1430516"/>
                <a:ext cx="8498221" cy="5552546"/>
              </a:xfrm>
              <a:prstGeom prst="rect">
                <a:avLst/>
              </a:prstGeom>
              <a:noFill/>
            </p:spPr>
            <p:txBody>
              <a:bodyPr wrap="square">
                <a:spAutoFit/>
              </a:bodyPr>
              <a:lstStyle/>
              <a:p>
                <a:pPr marL="285750" indent="-285750">
                  <a:buFont typeface="Courier New" panose="02070309020205020404" pitchFamily="49" charset="0"/>
                  <a:buChar char="o"/>
                </a:pPr>
                <a:r>
                  <a:rPr lang="en-US">
                    <a:solidFill>
                      <a:srgbClr val="262626"/>
                    </a:solidFill>
                  </a:rPr>
                  <a:t>Phương trình (3) trở thành (Với </a:t>
                </a:r>
                <a14:m>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1</m:t>
                        </m:r>
                      </m:sub>
                    </m:sSub>
                    <m:r>
                      <a:rPr lang="en-US" b="0" i="1" smtClean="0">
                        <a:solidFill>
                          <a:srgbClr val="262626"/>
                        </a:solidFill>
                        <a:latin typeface="Cambria Math" panose="02040503050406030204" pitchFamily="18" charset="0"/>
                      </a:rPr>
                      <m:t>=0;</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2=</m:t>
                    </m:r>
                    <m:r>
                      <a:rPr lang="en-US" b="0" i="1" smtClean="0">
                        <a:solidFill>
                          <a:srgbClr val="262626"/>
                        </a:solidFill>
                        <a:latin typeface="Cambria Math" panose="02040503050406030204" pitchFamily="18" charset="0"/>
                      </a:rPr>
                      <m:t>𝑡</m:t>
                    </m:r>
                  </m:oMath>
                </a14:m>
                <a:r>
                  <a:rPr lang="en-US">
                    <a:solidFill>
                      <a:srgbClr val="262626"/>
                    </a:solidFill>
                  </a:rPr>
                  <a:t>)</a:t>
                </a:r>
              </a:p>
              <a:p>
                <a:pPr marL="742950" lvl="1" indent="-285750">
                  <a:buFont typeface="Courier New" panose="02070309020205020404" pitchFamily="49" charset="0"/>
                  <a:buChar char="o"/>
                </a:pPr>
                <a14:m>
                  <m:oMath xmlns:m="http://schemas.openxmlformats.org/officeDocument/2006/math">
                    <m:r>
                      <a:rPr lang="en-US" b="0" i="1" smtClean="0">
                        <a:solidFill>
                          <a:srgbClr val="262626"/>
                        </a:solidFill>
                        <a:latin typeface="Cambria Math" panose="02040503050406030204" pitchFamily="18" charset="0"/>
                      </a:rPr>
                      <m:t>𝑆𝑜𝐶</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𝑡</m:t>
                        </m:r>
                      </m:e>
                    </m:d>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𝑆𝑜𝐶</m:t>
                    </m:r>
                    <m:d>
                      <m:dPr>
                        <m:ctrlPr>
                          <a:rPr lang="en-US" b="0" i="1" smtClean="0">
                            <a:solidFill>
                              <a:srgbClr val="262626"/>
                            </a:solidFill>
                            <a:latin typeface="Cambria Math" panose="02040503050406030204" pitchFamily="18" charset="0"/>
                          </a:rPr>
                        </m:ctrlPr>
                      </m:dPr>
                      <m:e>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𝐶𝐶</m:t>
                            </m:r>
                          </m:sub>
                        </m:sSub>
                      </m:e>
                    </m:d>
                    <m:r>
                      <a:rPr lang="en-US" b="0" i="1" smtClean="0">
                        <a:solidFill>
                          <a:srgbClr val="262626"/>
                        </a:solidFill>
                        <a:latin typeface="Cambria Math" panose="02040503050406030204" pitchFamily="18" charset="0"/>
                      </a:rPr>
                      <m:t>+</m:t>
                    </m:r>
                  </m:oMath>
                </a14:m>
                <a:r>
                  <a:rPr lang="en-US">
                    <a:solidFill>
                      <a:srgbClr val="262626"/>
                    </a:solidFill>
                  </a:rPr>
                  <a:t> </a:t>
                </a:r>
                <a14:m>
                  <m:oMath xmlns:m="http://schemas.openxmlformats.org/officeDocument/2006/math">
                    <m:f>
                      <m:fPr>
                        <m:ctrlPr>
                          <a:rPr lang="en-US" i="1">
                            <a:solidFill>
                              <a:srgbClr val="262626"/>
                            </a:solidFill>
                            <a:latin typeface="Cambria Math" panose="02040503050406030204" pitchFamily="18" charset="0"/>
                          </a:rPr>
                        </m:ctrlPr>
                      </m:fPr>
                      <m:num>
                        <m:r>
                          <a:rPr lang="en-US" i="1">
                            <a:solidFill>
                              <a:srgbClr val="262626"/>
                            </a:solidFill>
                            <a:latin typeface="Cambria Math" panose="02040503050406030204" pitchFamily="18" charset="0"/>
                          </a:rPr>
                          <m:t>1</m:t>
                        </m:r>
                      </m:num>
                      <m:den>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𝑄</m:t>
                            </m:r>
                          </m:e>
                          <m:sub>
                            <m:r>
                              <a:rPr lang="en-US" i="1">
                                <a:solidFill>
                                  <a:srgbClr val="262626"/>
                                </a:solidFill>
                                <a:latin typeface="Cambria Math" panose="02040503050406030204" pitchFamily="18" charset="0"/>
                              </a:rPr>
                              <m:t>0</m:t>
                            </m:r>
                          </m:sub>
                        </m:sSub>
                      </m:den>
                    </m:f>
                    <m:r>
                      <a:rPr lang="en-US" i="1">
                        <a:solidFill>
                          <a:srgbClr val="262626"/>
                        </a:solidFill>
                        <a:latin typeface="Cambria Math" panose="02040503050406030204" pitchFamily="18" charset="0"/>
                      </a:rPr>
                      <m:t>.</m:t>
                    </m:r>
                    <m:nary>
                      <m:naryPr>
                        <m:limLoc m:val="undOvr"/>
                        <m:grow m:val="on"/>
                        <m:ctrlPr>
                          <a:rPr lang="en-US" i="1">
                            <a:solidFill>
                              <a:srgbClr val="262626"/>
                            </a:solidFill>
                            <a:latin typeface="Cambria Math" panose="02040503050406030204" pitchFamily="18" charset="0"/>
                          </a:rPr>
                        </m:ctrlPr>
                      </m:naryPr>
                      <m:sub>
                        <m:r>
                          <a:rPr lang="en-US" i="1" smtClean="0">
                            <a:solidFill>
                              <a:srgbClr val="262626"/>
                            </a:solidFill>
                            <a:latin typeface="Cambria Math" panose="02040503050406030204" pitchFamily="18" charset="0"/>
                          </a:rPr>
                          <m:t>0</m:t>
                        </m:r>
                      </m:sub>
                      <m:sup>
                        <m:r>
                          <a:rPr lang="en-US" b="0" i="1" smtClean="0">
                            <a:solidFill>
                              <a:srgbClr val="262626"/>
                            </a:solidFill>
                            <a:latin typeface="Cambria Math" panose="02040503050406030204" pitchFamily="18" charset="0"/>
                          </a:rPr>
                          <m:t>𝑡</m:t>
                        </m:r>
                      </m:sup>
                      <m:e>
                        <m:r>
                          <a:rPr lang="en-US" i="1">
                            <a:solidFill>
                              <a:srgbClr val="262626"/>
                            </a:solidFill>
                            <a:latin typeface="Cambria Math" panose="02040503050406030204" pitchFamily="18" charset="0"/>
                          </a:rPr>
                          <m:t>𝑖</m:t>
                        </m:r>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𝑡</m:t>
                            </m:r>
                          </m:e>
                        </m:d>
                        <m:r>
                          <a:rPr lang="en-US" i="1">
                            <a:solidFill>
                              <a:srgbClr val="262626"/>
                            </a:solidFill>
                            <a:latin typeface="Cambria Math" panose="02040503050406030204" pitchFamily="18" charset="0"/>
                          </a:rPr>
                          <m:t>𝑑𝑡</m:t>
                        </m:r>
                        <m:r>
                          <a:rPr lang="en-US" i="1">
                            <a:solidFill>
                              <a:srgbClr val="262626"/>
                            </a:solidFill>
                            <a:latin typeface="Cambria Math" panose="02040503050406030204" pitchFamily="18" charset="0"/>
                          </a:rPr>
                          <m:t> </m:t>
                        </m:r>
                      </m:e>
                    </m:nary>
                  </m:oMath>
                </a14:m>
                <a:endParaRPr lang="en-US">
                  <a:solidFill>
                    <a:srgbClr val="262626"/>
                  </a:solidFill>
                </a:endParaRPr>
              </a:p>
              <a:p>
                <a:pPr marL="285750" indent="-285750">
                  <a:buFont typeface="Courier New" panose="02070309020205020404" pitchFamily="49" charset="0"/>
                  <a:buChar char="o"/>
                </a:pPr>
                <a:r>
                  <a:rPr lang="en-US">
                    <a:solidFill>
                      <a:srgbClr val="262626"/>
                    </a:solidFill>
                  </a:rPr>
                  <a:t>PT (2) ta có : </a:t>
                </a:r>
              </a:p>
              <a:p>
                <a:pPr marL="742950" lvl="1" indent="-285750">
                  <a:buFont typeface="Courier New" panose="02070309020205020404" pitchFamily="49" charset="0"/>
                  <a:buChar char="o"/>
                </a:pPr>
                <a14:m>
                  <m:oMath xmlns:m="http://schemas.openxmlformats.org/officeDocument/2006/math">
                    <m:r>
                      <a:rPr lang="en-US" i="1">
                        <a:solidFill>
                          <a:srgbClr val="262626"/>
                        </a:solidFill>
                        <a:latin typeface="Cambria Math" panose="02040503050406030204" pitchFamily="18" charset="0"/>
                      </a:rPr>
                      <m:t>𝑖</m:t>
                    </m:r>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𝑡</m:t>
                        </m:r>
                      </m:e>
                    </m:d>
                    <m:r>
                      <a:rPr lang="en-US" b="0" i="1" smtClean="0">
                        <a:solidFill>
                          <a:srgbClr val="262626"/>
                        </a:solidFill>
                        <a:latin typeface="Cambria Math" panose="02040503050406030204" pitchFamily="18" charset="0"/>
                      </a:rPr>
                      <m:t>=</m:t>
                    </m:r>
                    <m:f>
                      <m:fPr>
                        <m:ctrlPr>
                          <a:rPr lang="en-US" i="1">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𝑉</m:t>
                            </m:r>
                          </m:e>
                          <m:sub>
                            <m:r>
                              <a:rPr lang="en-US" b="0" i="1" smtClean="0">
                                <a:solidFill>
                                  <a:srgbClr val="262626"/>
                                </a:solidFill>
                                <a:latin typeface="Cambria Math" panose="02040503050406030204" pitchFamily="18" charset="0"/>
                              </a:rPr>
                              <m:t>𝐶𝑉</m:t>
                            </m:r>
                          </m:sub>
                        </m:sSub>
                        <m:r>
                          <a:rPr lang="en-US" b="0" i="1" smtClean="0">
                            <a:solidFill>
                              <a:srgbClr val="262626"/>
                            </a:solidFill>
                            <a:latin typeface="Cambria Math" panose="02040503050406030204" pitchFamily="18" charset="0"/>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sub>
                        </m:sSub>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𝑡</m:t>
                            </m:r>
                          </m:e>
                        </m:d>
                        <m:r>
                          <a:rPr lang="en-US" i="1">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𝑂𝐶𝑉</m:t>
                        </m:r>
                        <m:d>
                          <m:dPr>
                            <m:ctrlPr>
                              <a:rPr lang="en-US" i="1">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𝑡</m:t>
                            </m:r>
                          </m:e>
                        </m:d>
                      </m:num>
                      <m:den>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𝑅</m:t>
                            </m:r>
                          </m:e>
                          <m:sub>
                            <m:r>
                              <a:rPr lang="en-US" i="1">
                                <a:solidFill>
                                  <a:srgbClr val="262626"/>
                                </a:solidFill>
                                <a:latin typeface="Cambria Math" panose="02040503050406030204" pitchFamily="18" charset="0"/>
                              </a:rPr>
                              <m:t>0</m:t>
                            </m:r>
                          </m:sub>
                        </m:sSub>
                        <m:d>
                          <m:dPr>
                            <m:ctrlPr>
                              <a:rPr lang="en-US" i="1">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𝑡</m:t>
                            </m:r>
                          </m:e>
                        </m:d>
                        <m:r>
                          <a:rPr lang="en-US" i="1">
                            <a:solidFill>
                              <a:srgbClr val="262626"/>
                            </a:solidFill>
                            <a:latin typeface="Cambria Math" panose="02040503050406030204" pitchFamily="18" charset="0"/>
                          </a:rPr>
                          <m:t> </m:t>
                        </m:r>
                      </m:den>
                    </m:f>
                  </m:oMath>
                </a14:m>
                <a:endParaRPr lang="en-US" b="0">
                  <a:solidFill>
                    <a:srgbClr val="262626"/>
                  </a:solidFill>
                </a:endParaRPr>
              </a:p>
              <a:p>
                <a:pPr marL="285750" indent="-285750">
                  <a:buFont typeface="Courier New" panose="02070309020205020404" pitchFamily="49" charset="0"/>
                  <a:buChar char="o"/>
                </a:pPr>
                <a:r>
                  <a:rPr lang="en-US">
                    <a:solidFill>
                      <a:srgbClr val="262626"/>
                    </a:solidFill>
                  </a:rPr>
                  <a:t>PT(1), ta có : </a:t>
                </a:r>
              </a:p>
              <a:p>
                <a:pPr marL="742950" lvl="1" indent="-285750">
                  <a:buFont typeface="Courier New" panose="02070309020205020404" pitchFamily="49" charset="0"/>
                  <a:buChar char="o"/>
                </a:pPr>
                <a14:m>
                  <m:oMath xmlns:m="http://schemas.openxmlformats.org/officeDocument/2006/math">
                    <m:f>
                      <m:fPr>
                        <m:ctrlPr>
                          <a:rPr lang="en-US" b="0" i="1" smtClean="0">
                            <a:solidFill>
                              <a:srgbClr val="262626"/>
                            </a:solidFill>
                            <a:latin typeface="Cambria Math" panose="02040503050406030204" pitchFamily="18" charset="0"/>
                          </a:rPr>
                        </m:ctrlPr>
                      </m:fPr>
                      <m:num>
                        <m:r>
                          <a:rPr lang="en-US" i="1">
                            <a:solidFill>
                              <a:srgbClr val="262626"/>
                            </a:solidFill>
                            <a:latin typeface="Cambria Math" panose="02040503050406030204" pitchFamily="18" charset="0"/>
                          </a:rPr>
                          <m:t>𝑖</m:t>
                        </m:r>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𝑡</m:t>
                            </m:r>
                          </m:e>
                        </m:d>
                      </m:num>
                      <m:den>
                        <m:r>
                          <a:rPr lang="en-US" i="1">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den>
                    </m:f>
                    <m:r>
                      <a:rPr lang="en-US" i="1">
                        <a:solidFill>
                          <a:srgbClr val="262626"/>
                        </a:solidFill>
                        <a:latin typeface="Cambria Math" panose="02040503050406030204" pitchFamily="18" charset="0"/>
                      </a:rPr>
                      <m:t>=</m:t>
                    </m:r>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sub>
                        </m:sSub>
                      </m:num>
                      <m:den>
                        <m:r>
                          <a:rPr lang="en-US" i="1">
                            <a:solidFill>
                              <a:srgbClr val="262626"/>
                            </a:solidFill>
                            <a:latin typeface="Cambria Math" panose="02040503050406030204" pitchFamily="18" charset="0"/>
                          </a:rPr>
                          <m:t>𝑅𝑝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𝐶𝑝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den>
                    </m:f>
                    <m:r>
                      <a:rPr lang="en-US" i="1">
                        <a:solidFill>
                          <a:srgbClr val="262626"/>
                        </a:solidFill>
                        <a:latin typeface="Cambria Math" panose="02040503050406030204" pitchFamily="18" charset="0"/>
                      </a:rPr>
                      <m:t>+</m:t>
                    </m:r>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𝑑</m:t>
                            </m:r>
                          </m:e>
                          <m:sub>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 </m:t>
                                </m:r>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sub>
                            </m:sSub>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sub>
                        </m:sSub>
                      </m:num>
                      <m:den>
                        <m:r>
                          <a:rPr lang="en-US" i="1">
                            <a:solidFill>
                              <a:srgbClr val="262626"/>
                            </a:solidFill>
                            <a:latin typeface="Cambria Math" panose="02040503050406030204" pitchFamily="18" charset="0"/>
                          </a:rPr>
                          <m:t>𝑑𝑡</m:t>
                        </m:r>
                      </m:den>
                    </m:f>
                  </m:oMath>
                </a14:m>
                <a:endParaRPr lang="en-US">
                  <a:solidFill>
                    <a:srgbClr val="262626"/>
                  </a:solidFill>
                </a:endParaRPr>
              </a:p>
              <a:p>
                <a:pPr marL="285750" indent="-285750">
                  <a:buFont typeface="Courier New" panose="02070309020205020404" pitchFamily="49" charset="0"/>
                  <a:buChar char="o"/>
                </a:pPr>
                <a:r>
                  <a:rPr lang="en-US" sz="1800" b="1">
                    <a:solidFill>
                      <a:srgbClr val="262626"/>
                    </a:solidFill>
                  </a:rPr>
                  <a:t>Thực hiện số hóa : </a:t>
                </a:r>
              </a:p>
              <a:p>
                <a:pPr marL="742950" lvl="1" indent="-285750">
                  <a:spcBef>
                    <a:spcPts val="600"/>
                  </a:spcBef>
                  <a:spcAft>
                    <a:spcPts val="600"/>
                  </a:spcAft>
                  <a:buFont typeface="Courier New" panose="02070309020205020404" pitchFamily="49" charset="0"/>
                  <a:buChar char="o"/>
                </a:pPr>
                <a:r>
                  <a:rPr lang="en-US">
                    <a:solidFill>
                      <a:srgbClr val="262626"/>
                    </a:solidFill>
                  </a:rPr>
                  <a:t>Với bước nhảy h, </a:t>
                </a:r>
                <a14:m>
                  <m:oMath xmlns:m="http://schemas.openxmlformats.org/officeDocument/2006/math">
                    <m:r>
                      <a:rPr lang="en-US" b="0" i="1" smtClean="0">
                        <a:solidFill>
                          <a:srgbClr val="262626"/>
                        </a:solidFill>
                        <a:latin typeface="Cambria Math" panose="02040503050406030204" pitchFamily="18" charset="0"/>
                      </a:rPr>
                      <m:t>𝑡</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𝑠</m:t>
                    </m:r>
                    <m:r>
                      <a:rPr lang="en-US" b="0" i="1" smtClean="0">
                        <a:solidFill>
                          <a:srgbClr val="262626"/>
                        </a:solidFill>
                        <a:latin typeface="Cambria Math" panose="02040503050406030204" pitchFamily="18" charset="0"/>
                      </a:rPr>
                      <m:t>ố </m:t>
                    </m:r>
                    <m:r>
                      <a:rPr lang="en-US" b="0" i="1" smtClean="0">
                        <a:solidFill>
                          <a:srgbClr val="262626"/>
                        </a:solidFill>
                        <a:latin typeface="Cambria Math" panose="02040503050406030204" pitchFamily="18" charset="0"/>
                      </a:rPr>
                      <m:t>𝑙</m:t>
                    </m:r>
                    <m:r>
                      <a:rPr lang="en-US" b="0" i="1" smtClean="0">
                        <a:solidFill>
                          <a:srgbClr val="262626"/>
                        </a:solidFill>
                        <a:latin typeface="Cambria Math" panose="02040503050406030204" pitchFamily="18" charset="0"/>
                      </a:rPr>
                      <m:t>ầ</m:t>
                    </m:r>
                    <m:r>
                      <a:rPr lang="en-US" b="0" i="1" smtClean="0">
                        <a:solidFill>
                          <a:srgbClr val="262626"/>
                        </a:solidFill>
                        <a:latin typeface="Cambria Math" panose="02040503050406030204" pitchFamily="18" charset="0"/>
                      </a:rPr>
                      <m:t>𝑛</m:t>
                    </m:r>
                    <m:r>
                      <a:rPr lang="en-US" b="0" i="1" smtClean="0">
                        <a:solidFill>
                          <a:srgbClr val="262626"/>
                        </a:solidFill>
                        <a:latin typeface="Cambria Math" panose="02040503050406030204" pitchFamily="18" charset="0"/>
                      </a:rPr>
                      <m:t> </m:t>
                    </m:r>
                    <m:r>
                      <a:rPr lang="en-US" b="0" i="1" smtClean="0">
                        <a:solidFill>
                          <a:srgbClr val="262626"/>
                        </a:solidFill>
                        <a:latin typeface="Cambria Math" panose="02040503050406030204" pitchFamily="18" charset="0"/>
                      </a:rPr>
                      <m:t>𝑙</m:t>
                    </m:r>
                    <m:r>
                      <a:rPr lang="en-US" b="0" i="1" smtClean="0">
                        <a:solidFill>
                          <a:srgbClr val="262626"/>
                        </a:solidFill>
                        <a:latin typeface="Cambria Math" panose="02040503050406030204" pitchFamily="18" charset="0"/>
                      </a:rPr>
                      <m:t>ặ</m:t>
                    </m:r>
                    <m:r>
                      <a:rPr lang="en-US" b="0" i="1" smtClean="0">
                        <a:solidFill>
                          <a:srgbClr val="262626"/>
                        </a:solidFill>
                        <a:latin typeface="Cambria Math" panose="02040503050406030204" pitchFamily="18" charset="0"/>
                      </a:rPr>
                      <m:t>𝑝</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h</m:t>
                    </m:r>
                  </m:oMath>
                </a14:m>
                <a:r>
                  <a:rPr lang="en-US">
                    <a:solidFill>
                      <a:srgbClr val="262626"/>
                    </a:solidFill>
                  </a:rPr>
                  <a:t> ,</a:t>
                </a:r>
              </a:p>
              <a:p>
                <a:pPr marL="742950" lvl="1" indent="-285750">
                  <a:spcBef>
                    <a:spcPts val="600"/>
                  </a:spcBef>
                  <a:spcAft>
                    <a:spcPts val="600"/>
                  </a:spcAft>
                  <a:buFont typeface="Courier New" panose="02070309020205020404" pitchFamily="49" charset="0"/>
                  <a:buChar char="o"/>
                </a:pPr>
                <a:r>
                  <a:rPr lang="en-US">
                    <a:solidFill>
                      <a:srgbClr val="262626"/>
                    </a:solidFill>
                  </a:rPr>
                  <a:t>(2.2) </a:t>
                </a:r>
                <a14:m>
                  <m:oMath xmlns:m="http://schemas.openxmlformats.org/officeDocument/2006/math">
                    <m:r>
                      <a:rPr lang="en-US" i="1" smtClean="0">
                        <a:solidFill>
                          <a:srgbClr val="262626"/>
                        </a:solidFill>
                        <a:latin typeface="Cambria Math" panose="02040503050406030204" pitchFamily="18" charset="0"/>
                      </a:rPr>
                      <m:t>⇔</m:t>
                    </m:r>
                  </m:oMath>
                </a14:m>
                <a:r>
                  <a:rPr lang="en-US">
                    <a:solidFill>
                      <a:srgbClr val="262626"/>
                    </a:solidFill>
                  </a:rPr>
                  <a:t> </a:t>
                </a:r>
                <a14:m>
                  <m:oMath xmlns:m="http://schemas.openxmlformats.org/officeDocument/2006/math">
                    <m:r>
                      <a:rPr lang="en-US" i="1">
                        <a:solidFill>
                          <a:srgbClr val="262626"/>
                        </a:solidFill>
                        <a:latin typeface="Cambria Math" panose="02040503050406030204" pitchFamily="18" charset="0"/>
                      </a:rPr>
                      <m:t>𝑖</m:t>
                    </m:r>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𝑘</m:t>
                        </m:r>
                      </m:e>
                    </m:d>
                    <m:r>
                      <a:rPr lang="en-US" i="1">
                        <a:solidFill>
                          <a:srgbClr val="262626"/>
                        </a:solidFill>
                        <a:latin typeface="Cambria Math" panose="02040503050406030204" pitchFamily="18" charset="0"/>
                      </a:rPr>
                      <m:t>=</m:t>
                    </m:r>
                    <m:f>
                      <m:fPr>
                        <m:ctrlPr>
                          <a:rPr lang="en-US" i="1">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𝑉</m:t>
                            </m:r>
                          </m:e>
                          <m:sub>
                            <m:r>
                              <a:rPr lang="en-US" i="1">
                                <a:solidFill>
                                  <a:srgbClr val="262626"/>
                                </a:solidFill>
                                <a:latin typeface="Cambria Math" panose="02040503050406030204" pitchFamily="18" charset="0"/>
                              </a:rPr>
                              <m:t>𝐶𝑉</m:t>
                            </m:r>
                          </m:sub>
                        </m:sSub>
                        <m:r>
                          <a:rPr lang="en-US" i="1">
                            <a:solidFill>
                              <a:srgbClr val="262626"/>
                            </a:solidFill>
                            <a:latin typeface="Cambria Math" panose="02040503050406030204" pitchFamily="18" charset="0"/>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sub>
                        </m:sSub>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𝑘</m:t>
                            </m:r>
                          </m:e>
                        </m:d>
                        <m:r>
                          <a:rPr lang="en-US" i="1">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𝑂𝐶𝑉</m:t>
                        </m:r>
                        <m:r>
                          <a:rPr lang="en-US" i="1">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𝑆𝑜𝐶</m:t>
                        </m:r>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m:t>
                        </m:r>
                      </m:num>
                      <m:den>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𝑅</m:t>
                            </m:r>
                          </m:e>
                          <m:sub>
                            <m:r>
                              <a:rPr lang="en-US" i="1">
                                <a:solidFill>
                                  <a:srgbClr val="262626"/>
                                </a:solidFill>
                                <a:latin typeface="Cambria Math" panose="02040503050406030204" pitchFamily="18" charset="0"/>
                              </a:rPr>
                              <m:t>0</m:t>
                            </m:r>
                          </m:sub>
                        </m:sSub>
                        <m:d>
                          <m:dPr>
                            <m:ctrlPr>
                              <a:rPr lang="en-US" i="1">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𝑆𝑜𝐶</m:t>
                            </m:r>
                            <m:r>
                              <a:rPr lang="en-US" b="0" i="1" smtClean="0">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m:t>
                            </m:r>
                          </m:e>
                        </m:d>
                        <m:r>
                          <a:rPr lang="en-US" i="1">
                            <a:solidFill>
                              <a:srgbClr val="262626"/>
                            </a:solidFill>
                            <a:latin typeface="Cambria Math" panose="02040503050406030204" pitchFamily="18" charset="0"/>
                          </a:rPr>
                          <m:t> </m:t>
                        </m:r>
                      </m:den>
                    </m:f>
                  </m:oMath>
                </a14:m>
                <a:endParaRPr lang="en-US">
                  <a:solidFill>
                    <a:srgbClr val="262626"/>
                  </a:solidFill>
                </a:endParaRPr>
              </a:p>
              <a:p>
                <a:pPr marL="742950" lvl="1" indent="-285750">
                  <a:spcBef>
                    <a:spcPts val="600"/>
                  </a:spcBef>
                  <a:spcAft>
                    <a:spcPts val="600"/>
                  </a:spcAft>
                  <a:buFont typeface="Courier New" panose="02070309020205020404" pitchFamily="49" charset="0"/>
                  <a:buChar char="o"/>
                </a:pPr>
                <a14:m>
                  <m:oMath xmlns:m="http://schemas.openxmlformats.org/officeDocument/2006/math">
                    <m:r>
                      <m:rPr>
                        <m:nor/>
                      </m:rPr>
                      <a:rPr lang="en-US">
                        <a:solidFill>
                          <a:srgbClr val="262626"/>
                        </a:solidFill>
                      </a:rPr>
                      <m:t>(2.</m:t>
                    </m:r>
                    <m:r>
                      <m:rPr>
                        <m:nor/>
                      </m:rPr>
                      <a:rPr lang="en-US" b="0" i="0" smtClean="0">
                        <a:solidFill>
                          <a:srgbClr val="262626"/>
                        </a:solidFill>
                      </a:rPr>
                      <m:t>1</m:t>
                    </m:r>
                    <m:r>
                      <m:rPr>
                        <m:nor/>
                      </m:rPr>
                      <a:rPr lang="en-US">
                        <a:solidFill>
                          <a:srgbClr val="262626"/>
                        </a:solidFill>
                      </a:rPr>
                      <m:t>)</m:t>
                    </m:r>
                    <m:r>
                      <a:rPr lang="en-US" i="1">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𝑆𝑜𝐶</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+1</m:t>
                        </m:r>
                      </m:e>
                    </m:d>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𝑆𝑜𝐶</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𝑖</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𝑘</m:t>
                            </m:r>
                          </m:e>
                        </m:d>
                      </m:num>
                      <m:den>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𝑄</m:t>
                            </m:r>
                          </m:e>
                          <m:sub>
                            <m:r>
                              <a:rPr lang="en-US" b="0" i="1" smtClean="0">
                                <a:solidFill>
                                  <a:srgbClr val="262626"/>
                                </a:solidFill>
                                <a:latin typeface="Cambria Math" panose="02040503050406030204" pitchFamily="18" charset="0"/>
                              </a:rPr>
                              <m:t>0</m:t>
                            </m:r>
                          </m:sub>
                        </m:sSub>
                      </m:den>
                    </m:f>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h</m:t>
                    </m:r>
                  </m:oMath>
                </a14:m>
                <a:endParaRPr lang="en-US" b="0">
                  <a:solidFill>
                    <a:srgbClr val="262626"/>
                  </a:solidFill>
                </a:endParaRPr>
              </a:p>
              <a:p>
                <a:pPr marL="742950" lvl="1" indent="-285750">
                  <a:spcBef>
                    <a:spcPts val="600"/>
                  </a:spcBef>
                  <a:spcAft>
                    <a:spcPts val="600"/>
                  </a:spcAft>
                  <a:buFont typeface="Courier New" panose="02070309020205020404" pitchFamily="49" charset="0"/>
                  <a:buChar char="o"/>
                </a:pPr>
                <a14:m>
                  <m:oMath xmlns:m="http://schemas.openxmlformats.org/officeDocument/2006/math">
                    <m:r>
                      <m:rPr>
                        <m:nor/>
                      </m:rPr>
                      <a:rPr lang="en-US">
                        <a:solidFill>
                          <a:srgbClr val="262626"/>
                        </a:solidFill>
                      </a:rPr>
                      <m:t>(2.</m:t>
                    </m:r>
                    <m:r>
                      <m:rPr>
                        <m:nor/>
                      </m:rPr>
                      <a:rPr lang="en-US" b="0" i="0" smtClean="0">
                        <a:solidFill>
                          <a:srgbClr val="262626"/>
                        </a:solidFill>
                      </a:rPr>
                      <m:t>3</m:t>
                    </m:r>
                    <m:r>
                      <m:rPr>
                        <m:nor/>
                      </m:rPr>
                      <a:rPr lang="en-US">
                        <a:solidFill>
                          <a:srgbClr val="262626"/>
                        </a:solidFill>
                      </a:rPr>
                      <m:t>)</m:t>
                    </m:r>
                    <m:r>
                      <a:rPr lang="en-US" i="1">
                        <a:solidFill>
                          <a:srgbClr val="262626"/>
                        </a:solidFill>
                        <a:latin typeface="Cambria Math" panose="02040503050406030204" pitchFamily="18" charset="0"/>
                      </a:rPr>
                      <m:t>⇔ </m:t>
                    </m:r>
                    <m:f>
                      <m:fPr>
                        <m:ctrlPr>
                          <a:rPr lang="en-US" b="0" i="1" smtClean="0">
                            <a:solidFill>
                              <a:srgbClr val="262626"/>
                            </a:solidFill>
                            <a:latin typeface="Cambria Math" panose="02040503050406030204" pitchFamily="18" charset="0"/>
                          </a:rPr>
                        </m:ctrlPr>
                      </m:fPr>
                      <m:num>
                        <m:r>
                          <a:rPr lang="en-US" b="0" i="1" smtClean="0">
                            <a:solidFill>
                              <a:srgbClr val="262626"/>
                            </a:solidFill>
                            <a:latin typeface="Cambria Math" panose="02040503050406030204" pitchFamily="18" charset="0"/>
                          </a:rPr>
                          <m:t>𝑖</m:t>
                        </m:r>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𝑘</m:t>
                            </m:r>
                          </m:e>
                        </m:d>
                      </m:num>
                      <m:den>
                        <m:r>
                          <a:rPr lang="en-US" i="1">
                            <a:solidFill>
                              <a:srgbClr val="262626"/>
                            </a:solidFill>
                            <a:latin typeface="Cambria Math" panose="02040503050406030204" pitchFamily="18" charset="0"/>
                          </a:rPr>
                          <m:t>𝐶𝑝</m:t>
                        </m:r>
                        <m:r>
                          <a:rPr lang="en-US" i="1">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𝑆𝑜𝑐</m:t>
                        </m:r>
                        <m:r>
                          <a:rPr lang="en-US" i="1">
                            <a:solidFill>
                              <a:srgbClr val="262626"/>
                            </a:solidFill>
                            <a:latin typeface="Cambria Math" panose="02040503050406030204" pitchFamily="18" charset="0"/>
                          </a:rPr>
                          <m:t>(</m:t>
                        </m:r>
                        <m:r>
                          <a:rPr lang="en-US" i="1">
                            <a:solidFill>
                              <a:srgbClr val="262626"/>
                            </a:solidFill>
                            <a:latin typeface="Cambria Math" panose="02040503050406030204" pitchFamily="18" charset="0"/>
                          </a:rPr>
                          <m:t>𝑡</m:t>
                        </m:r>
                        <m:r>
                          <a:rPr lang="en-US" i="1">
                            <a:solidFill>
                              <a:srgbClr val="262626"/>
                            </a:solidFill>
                            <a:latin typeface="Cambria Math" panose="02040503050406030204" pitchFamily="18" charset="0"/>
                          </a:rPr>
                          <m:t>))</m:t>
                        </m:r>
                      </m:den>
                    </m:f>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𝑈</m:t>
                            </m:r>
                          </m:e>
                          <m:sub>
                            <m:r>
                              <a:rPr lang="en-US" b="0" i="1" smtClean="0">
                                <a:solidFill>
                                  <a:srgbClr val="262626"/>
                                </a:solidFill>
                                <a:latin typeface="Cambria Math" panose="02040503050406030204" pitchFamily="18" charset="0"/>
                              </a:rPr>
                              <m:t>𝐶𝑝</m:t>
                            </m:r>
                          </m:sub>
                        </m:sSub>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𝑘</m:t>
                            </m:r>
                          </m:e>
                        </m:d>
                      </m:num>
                      <m:den>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𝑅</m:t>
                            </m:r>
                          </m:e>
                          <m:sub>
                            <m:r>
                              <a:rPr lang="en-US" b="0" i="1" smtClean="0">
                                <a:solidFill>
                                  <a:srgbClr val="262626"/>
                                </a:solidFill>
                                <a:latin typeface="Cambria Math" panose="02040503050406030204" pitchFamily="18" charset="0"/>
                              </a:rPr>
                              <m:t>𝑝</m:t>
                            </m:r>
                          </m:sub>
                        </m:sSub>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𝑆𝑜𝐶</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m:t>
                            </m:r>
                          </m:e>
                        </m:d>
                        <m:r>
                          <a:rPr lang="en-US" b="0" i="1"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𝐶</m:t>
                            </m:r>
                          </m:e>
                          <m:sub>
                            <m:r>
                              <a:rPr lang="en-US" b="0" i="1" smtClean="0">
                                <a:solidFill>
                                  <a:srgbClr val="262626"/>
                                </a:solidFill>
                                <a:latin typeface="Cambria Math" panose="02040503050406030204" pitchFamily="18" charset="0"/>
                              </a:rPr>
                              <m:t>𝑝</m:t>
                            </m:r>
                          </m:sub>
                        </m:sSub>
                        <m:d>
                          <m:dPr>
                            <m:ctrlPr>
                              <a:rPr lang="en-US" b="0" i="1" smtClean="0">
                                <a:solidFill>
                                  <a:srgbClr val="262626"/>
                                </a:solidFill>
                                <a:latin typeface="Cambria Math" panose="02040503050406030204" pitchFamily="18" charset="0"/>
                              </a:rPr>
                            </m:ctrlPr>
                          </m:dPr>
                          <m:e>
                            <m:r>
                              <a:rPr lang="en-US" b="0" i="1" smtClean="0">
                                <a:solidFill>
                                  <a:srgbClr val="262626"/>
                                </a:solidFill>
                                <a:latin typeface="Cambria Math" panose="02040503050406030204" pitchFamily="18" charset="0"/>
                              </a:rPr>
                              <m:t>𝑆𝑜𝐶</m:t>
                            </m:r>
                            <m:r>
                              <a:rPr lang="en-US" b="0" i="1" smtClean="0">
                                <a:solidFill>
                                  <a:srgbClr val="262626"/>
                                </a:solidFill>
                                <a:latin typeface="Cambria Math" panose="02040503050406030204" pitchFamily="18" charset="0"/>
                              </a:rPr>
                              <m:t>(</m:t>
                            </m:r>
                            <m:r>
                              <a:rPr lang="en-US" b="0" i="1" smtClean="0">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m:t>
                            </m:r>
                          </m:e>
                        </m:d>
                      </m:den>
                    </m:f>
                    <m:r>
                      <a:rPr lang="en-US" b="0" i="1" smtClean="0">
                        <a:solidFill>
                          <a:srgbClr val="262626"/>
                        </a:solidFill>
                        <a:latin typeface="Cambria Math" panose="02040503050406030204" pitchFamily="18" charset="0"/>
                      </a:rPr>
                      <m:t>+</m:t>
                    </m:r>
                    <m:f>
                      <m:fPr>
                        <m:ctrlPr>
                          <a:rPr lang="en-US" b="0" i="1" smtClean="0">
                            <a:solidFill>
                              <a:srgbClr val="262626"/>
                            </a:solidFill>
                            <a:latin typeface="Cambria Math" panose="02040503050406030204" pitchFamily="18" charset="0"/>
                          </a:rPr>
                        </m:ctrlPr>
                      </m:fPr>
                      <m:num>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sub>
                        </m:sSub>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𝑘</m:t>
                            </m:r>
                            <m:r>
                              <a:rPr lang="en-US" b="0" i="1" smtClean="0">
                                <a:solidFill>
                                  <a:srgbClr val="262626"/>
                                </a:solidFill>
                                <a:latin typeface="Cambria Math" panose="02040503050406030204" pitchFamily="18" charset="0"/>
                              </a:rPr>
                              <m:t>+1</m:t>
                            </m:r>
                          </m:e>
                        </m:d>
                        <m:r>
                          <a:rPr lang="en-US" b="0" i="1" smtClean="0">
                            <a:solidFill>
                              <a:srgbClr val="262626"/>
                            </a:solidFill>
                            <a:latin typeface="Cambria Math" panose="02040503050406030204" pitchFamily="18" charset="0"/>
                          </a:rPr>
                          <m:t>−</m:t>
                        </m:r>
                        <m:sSub>
                          <m:sSubPr>
                            <m:ctrlPr>
                              <a:rPr lang="en-US" i="1">
                                <a:solidFill>
                                  <a:srgbClr val="262626"/>
                                </a:solidFill>
                                <a:latin typeface="Cambria Math" panose="02040503050406030204" pitchFamily="18" charset="0"/>
                              </a:rPr>
                            </m:ctrlPr>
                          </m:sSubPr>
                          <m:e>
                            <m:r>
                              <a:rPr lang="en-US" i="1">
                                <a:solidFill>
                                  <a:srgbClr val="262626"/>
                                </a:solidFill>
                                <a:latin typeface="Cambria Math" panose="02040503050406030204" pitchFamily="18" charset="0"/>
                              </a:rPr>
                              <m:t>𝑈</m:t>
                            </m:r>
                          </m:e>
                          <m:sub>
                            <m:r>
                              <a:rPr lang="en-US" i="1">
                                <a:solidFill>
                                  <a:srgbClr val="262626"/>
                                </a:solidFill>
                                <a:latin typeface="Cambria Math" panose="02040503050406030204" pitchFamily="18" charset="0"/>
                              </a:rPr>
                              <m:t>𝐶𝑝</m:t>
                            </m:r>
                          </m:sub>
                        </m:sSub>
                        <m:d>
                          <m:dPr>
                            <m:ctrlPr>
                              <a:rPr lang="en-US" i="1">
                                <a:solidFill>
                                  <a:srgbClr val="262626"/>
                                </a:solidFill>
                                <a:latin typeface="Cambria Math" panose="02040503050406030204" pitchFamily="18" charset="0"/>
                              </a:rPr>
                            </m:ctrlPr>
                          </m:dPr>
                          <m:e>
                            <m:r>
                              <a:rPr lang="en-US" i="1">
                                <a:solidFill>
                                  <a:srgbClr val="262626"/>
                                </a:solidFill>
                                <a:latin typeface="Cambria Math" panose="02040503050406030204" pitchFamily="18" charset="0"/>
                              </a:rPr>
                              <m:t>𝑘</m:t>
                            </m:r>
                          </m:e>
                        </m:d>
                      </m:num>
                      <m:den>
                        <m:r>
                          <a:rPr lang="en-US" b="0" i="1" smtClean="0">
                            <a:solidFill>
                              <a:srgbClr val="262626"/>
                            </a:solidFill>
                            <a:latin typeface="Cambria Math" panose="02040503050406030204" pitchFamily="18" charset="0"/>
                          </a:rPr>
                          <m:t>h</m:t>
                        </m:r>
                      </m:den>
                    </m:f>
                  </m:oMath>
                </a14:m>
                <a:r>
                  <a:rPr lang="en-US" b="0">
                    <a:solidFill>
                      <a:srgbClr val="262626"/>
                    </a:solidFill>
                  </a:rPr>
                  <a:t>    </a:t>
                </a:r>
                <a:r>
                  <a:rPr lang="en-US" b="0">
                    <a:solidFill>
                      <a:srgbClr val="262626"/>
                    </a:solidFill>
                    <a:sym typeface="Wingdings" panose="05000000000000000000" pitchFamily="2" charset="2"/>
                  </a:rPr>
                  <a:t> </a:t>
                </a:r>
                <a14:m>
                  <m:oMath xmlns:m="http://schemas.openxmlformats.org/officeDocument/2006/math">
                    <m:sSub>
                      <m:sSubPr>
                        <m:ctrlPr>
                          <a:rPr lang="en-US" b="0" i="1" smtClean="0">
                            <a:solidFill>
                              <a:srgbClr val="262626"/>
                            </a:solidFill>
                            <a:latin typeface="Cambria Math" panose="02040503050406030204" pitchFamily="18" charset="0"/>
                            <a:sym typeface="Wingdings" panose="05000000000000000000" pitchFamily="2" charset="2"/>
                          </a:rPr>
                        </m:ctrlPr>
                      </m:sSubPr>
                      <m:e>
                        <m:r>
                          <a:rPr lang="en-US" b="0" i="1" smtClean="0">
                            <a:solidFill>
                              <a:srgbClr val="262626"/>
                            </a:solidFill>
                            <a:latin typeface="Cambria Math" panose="02040503050406030204" pitchFamily="18" charset="0"/>
                            <a:sym typeface="Wingdings" panose="05000000000000000000" pitchFamily="2" charset="2"/>
                          </a:rPr>
                          <m:t>𝑈</m:t>
                        </m:r>
                      </m:e>
                      <m:sub>
                        <m:r>
                          <a:rPr lang="en-US" b="0" i="1" smtClean="0">
                            <a:solidFill>
                              <a:srgbClr val="262626"/>
                            </a:solidFill>
                            <a:latin typeface="Cambria Math" panose="02040503050406030204" pitchFamily="18" charset="0"/>
                            <a:sym typeface="Wingdings" panose="05000000000000000000" pitchFamily="2" charset="2"/>
                          </a:rPr>
                          <m:t>𝐶𝑝</m:t>
                        </m:r>
                      </m:sub>
                    </m:sSub>
                    <m:d>
                      <m:dPr>
                        <m:ctrlPr>
                          <a:rPr lang="en-US" b="0" i="1" smtClean="0">
                            <a:solidFill>
                              <a:srgbClr val="262626"/>
                            </a:solidFill>
                            <a:latin typeface="Cambria Math" panose="02040503050406030204" pitchFamily="18" charset="0"/>
                            <a:sym typeface="Wingdings" panose="05000000000000000000" pitchFamily="2" charset="2"/>
                          </a:rPr>
                        </m:ctrlPr>
                      </m:dPr>
                      <m:e>
                        <m:r>
                          <a:rPr lang="en-US" b="0" i="1" smtClean="0">
                            <a:solidFill>
                              <a:srgbClr val="262626"/>
                            </a:solidFill>
                            <a:latin typeface="Cambria Math" panose="02040503050406030204" pitchFamily="18" charset="0"/>
                            <a:sym typeface="Wingdings" panose="05000000000000000000" pitchFamily="2" charset="2"/>
                          </a:rPr>
                          <m:t>𝑘</m:t>
                        </m:r>
                        <m:r>
                          <a:rPr lang="en-US" b="0" i="1" smtClean="0">
                            <a:solidFill>
                              <a:srgbClr val="262626"/>
                            </a:solidFill>
                            <a:latin typeface="Cambria Math" panose="02040503050406030204" pitchFamily="18" charset="0"/>
                            <a:sym typeface="Wingdings" panose="05000000000000000000" pitchFamily="2" charset="2"/>
                          </a:rPr>
                          <m:t>+1</m:t>
                        </m:r>
                      </m:e>
                    </m:d>
                    <m:r>
                      <a:rPr lang="en-US" b="0" i="1" smtClean="0">
                        <a:solidFill>
                          <a:srgbClr val="262626"/>
                        </a:solidFill>
                        <a:latin typeface="Cambria Math" panose="02040503050406030204" pitchFamily="18" charset="0"/>
                        <a:sym typeface="Wingdings" panose="05000000000000000000" pitchFamily="2" charset="2"/>
                      </a:rPr>
                      <m:t>= ?</m:t>
                    </m:r>
                  </m:oMath>
                </a14:m>
                <a:endParaRPr lang="en-US" b="0">
                  <a:solidFill>
                    <a:srgbClr val="262626"/>
                  </a:solidFill>
                </a:endParaRPr>
              </a:p>
              <a:p>
                <a:pPr lvl="1">
                  <a:spcBef>
                    <a:spcPts val="600"/>
                  </a:spcBef>
                  <a:spcAft>
                    <a:spcPts val="600"/>
                  </a:spcAft>
                </a:pPr>
                <a:r>
                  <a:rPr lang="en-US">
                    <a:solidFill>
                      <a:srgbClr val="FF0000"/>
                    </a:solidFill>
                    <a:sym typeface="Wingdings" panose="05000000000000000000" pitchFamily="2" charset="2"/>
                  </a:rPr>
                  <a:t> Thực hiện các bước lặp trên matlab</a:t>
                </a:r>
                <a:endParaRPr lang="en-US" b="0">
                  <a:solidFill>
                    <a:srgbClr val="262626"/>
                  </a:solidFill>
                </a:endParaRPr>
              </a:p>
              <a:p>
                <a:pPr marL="285750" indent="-285750">
                  <a:buFont typeface="Courier New" panose="02070309020205020404" pitchFamily="49" charset="0"/>
                  <a:buChar char="o"/>
                </a:pPr>
                <a:endParaRPr lang="en-US">
                  <a:solidFill>
                    <a:srgbClr val="262626"/>
                  </a:solidFill>
                </a:endParaRPr>
              </a:p>
            </p:txBody>
          </p:sp>
        </mc:Choice>
        <mc:Fallback xmlns="">
          <p:sp>
            <p:nvSpPr>
              <p:cNvPr id="5" name="TextBox 4">
                <a:extLst>
                  <a:ext uri="{FF2B5EF4-FFF2-40B4-BE49-F238E27FC236}">
                    <a16:creationId xmlns:a16="http://schemas.microsoft.com/office/drawing/2014/main" id="{B2E28559-935A-DD2D-BFE5-829A4E698FF9}"/>
                  </a:ext>
                </a:extLst>
              </p:cNvPr>
              <p:cNvSpPr txBox="1">
                <a:spLocks noRot="1" noChangeAspect="1" noMove="1" noResize="1" noEditPoints="1" noAdjustHandles="1" noChangeArrowheads="1" noChangeShapeType="1" noTextEdit="1"/>
              </p:cNvSpPr>
              <p:nvPr/>
            </p:nvSpPr>
            <p:spPr>
              <a:xfrm>
                <a:off x="142859" y="1430516"/>
                <a:ext cx="8498221" cy="5552546"/>
              </a:xfrm>
              <a:prstGeom prst="rect">
                <a:avLst/>
              </a:prstGeom>
              <a:blipFill>
                <a:blip r:embed="rId5"/>
                <a:stretch>
                  <a:fillRect l="-502" t="-395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A350A31C-981A-45AF-0ED9-F7012C6A53CB}"/>
              </a:ext>
            </a:extLst>
          </p:cNvPr>
          <p:cNvSpPr txBox="1"/>
          <p:nvPr/>
        </p:nvSpPr>
        <p:spPr>
          <a:xfrm>
            <a:off x="4683910" y="1779082"/>
            <a:ext cx="920459" cy="338554"/>
          </a:xfrm>
          <a:prstGeom prst="rect">
            <a:avLst/>
          </a:prstGeom>
          <a:noFill/>
        </p:spPr>
        <p:txBody>
          <a:bodyPr wrap="square">
            <a:spAutoFit/>
          </a:bodyPr>
          <a:lstStyle/>
          <a:p>
            <a:r>
              <a:rPr lang="en-US" sz="1600">
                <a:solidFill>
                  <a:srgbClr val="FF0000"/>
                </a:solidFill>
                <a:highlight>
                  <a:srgbClr val="FFFF00"/>
                </a:highlight>
              </a:rPr>
              <a:t>(2.1)</a:t>
            </a:r>
          </a:p>
        </p:txBody>
      </p:sp>
      <p:sp>
        <p:nvSpPr>
          <p:cNvPr id="10" name="TextBox 9">
            <a:extLst>
              <a:ext uri="{FF2B5EF4-FFF2-40B4-BE49-F238E27FC236}">
                <a16:creationId xmlns:a16="http://schemas.microsoft.com/office/drawing/2014/main" id="{DEE99E0A-056E-58C3-F386-07AE79D1D854}"/>
              </a:ext>
            </a:extLst>
          </p:cNvPr>
          <p:cNvSpPr txBox="1"/>
          <p:nvPr/>
        </p:nvSpPr>
        <p:spPr>
          <a:xfrm>
            <a:off x="4492770" y="2482591"/>
            <a:ext cx="920459" cy="338554"/>
          </a:xfrm>
          <a:prstGeom prst="rect">
            <a:avLst/>
          </a:prstGeom>
          <a:noFill/>
        </p:spPr>
        <p:txBody>
          <a:bodyPr wrap="square">
            <a:spAutoFit/>
          </a:bodyPr>
          <a:lstStyle/>
          <a:p>
            <a:r>
              <a:rPr lang="en-US" sz="1600">
                <a:solidFill>
                  <a:srgbClr val="FF0000"/>
                </a:solidFill>
                <a:highlight>
                  <a:srgbClr val="FFFF00"/>
                </a:highlight>
              </a:rPr>
              <a:t>(2.2)</a:t>
            </a:r>
          </a:p>
        </p:txBody>
      </p:sp>
      <p:sp>
        <p:nvSpPr>
          <p:cNvPr id="11" name="TextBox 10">
            <a:extLst>
              <a:ext uri="{FF2B5EF4-FFF2-40B4-BE49-F238E27FC236}">
                <a16:creationId xmlns:a16="http://schemas.microsoft.com/office/drawing/2014/main" id="{4F4745DE-4979-BA07-5630-31FE728E06A0}"/>
              </a:ext>
            </a:extLst>
          </p:cNvPr>
          <p:cNvSpPr txBox="1"/>
          <p:nvPr/>
        </p:nvSpPr>
        <p:spPr>
          <a:xfrm>
            <a:off x="5068504" y="3254346"/>
            <a:ext cx="920459" cy="338554"/>
          </a:xfrm>
          <a:prstGeom prst="rect">
            <a:avLst/>
          </a:prstGeom>
          <a:noFill/>
        </p:spPr>
        <p:txBody>
          <a:bodyPr wrap="square">
            <a:spAutoFit/>
          </a:bodyPr>
          <a:lstStyle/>
          <a:p>
            <a:r>
              <a:rPr lang="en-US" sz="1600">
                <a:solidFill>
                  <a:srgbClr val="FF0000"/>
                </a:solidFill>
                <a:highlight>
                  <a:srgbClr val="FFFF00"/>
                </a:highlight>
              </a:rPr>
              <a:t>(2.3)</a:t>
            </a:r>
          </a:p>
        </p:txBody>
      </p:sp>
      <p:sp>
        <p:nvSpPr>
          <p:cNvPr id="14" name="Oval 13">
            <a:extLst>
              <a:ext uri="{FF2B5EF4-FFF2-40B4-BE49-F238E27FC236}">
                <a16:creationId xmlns:a16="http://schemas.microsoft.com/office/drawing/2014/main" id="{4F6BFECA-5117-43F1-5728-C1721F0B8BA0}"/>
              </a:ext>
            </a:extLst>
          </p:cNvPr>
          <p:cNvSpPr/>
          <p:nvPr/>
        </p:nvSpPr>
        <p:spPr>
          <a:xfrm>
            <a:off x="7464986" y="238845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B7DA7A4-7B7E-FC18-05F2-3985953C6890}"/>
                  </a:ext>
                </a:extLst>
              </p:cNvPr>
              <p:cNvSpPr txBox="1"/>
              <p:nvPr/>
            </p:nvSpPr>
            <p:spPr>
              <a:xfrm>
                <a:off x="6994394" y="2196873"/>
                <a:ext cx="63674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𝑉</m:t>
                          </m:r>
                        </m:e>
                        <m:sub>
                          <m:r>
                            <a:rPr lang="en-US" sz="1400" b="0" i="1" smtClean="0">
                              <a:solidFill>
                                <a:srgbClr val="FF0000"/>
                              </a:solidFill>
                              <a:latin typeface="Cambria Math" panose="02040503050406030204" pitchFamily="18" charset="0"/>
                            </a:rPr>
                            <m:t>𝐶𝑉</m:t>
                          </m:r>
                        </m:sub>
                      </m:sSub>
                    </m:oMath>
                  </m:oMathPara>
                </a14:m>
                <a:endParaRPr lang="en-US" sz="1400">
                  <a:solidFill>
                    <a:srgbClr val="FF0000"/>
                  </a:solidFill>
                </a:endParaRPr>
              </a:p>
            </p:txBody>
          </p:sp>
        </mc:Choice>
        <mc:Fallback xmlns="">
          <p:sp>
            <p:nvSpPr>
              <p:cNvPr id="15" name="TextBox 14">
                <a:extLst>
                  <a:ext uri="{FF2B5EF4-FFF2-40B4-BE49-F238E27FC236}">
                    <a16:creationId xmlns:a16="http://schemas.microsoft.com/office/drawing/2014/main" id="{2B7DA7A4-7B7E-FC18-05F2-3985953C6890}"/>
                  </a:ext>
                </a:extLst>
              </p:cNvPr>
              <p:cNvSpPr txBox="1">
                <a:spLocks noRot="1" noChangeAspect="1" noMove="1" noResize="1" noEditPoints="1" noAdjustHandles="1" noChangeArrowheads="1" noChangeShapeType="1" noTextEdit="1"/>
              </p:cNvSpPr>
              <p:nvPr/>
            </p:nvSpPr>
            <p:spPr>
              <a:xfrm>
                <a:off x="6994394" y="2196873"/>
                <a:ext cx="636745" cy="307777"/>
              </a:xfrm>
              <a:prstGeom prst="rect">
                <a:avLst/>
              </a:prstGeom>
              <a:blipFill>
                <a:blip r:embed="rId6"/>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51B953D3-EEB2-3134-3F77-30E4B137992F}"/>
              </a:ext>
            </a:extLst>
          </p:cNvPr>
          <p:cNvSpPr/>
          <p:nvPr/>
        </p:nvSpPr>
        <p:spPr>
          <a:xfrm>
            <a:off x="9015413" y="33854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EC5C869-A6EE-0ACD-FB48-B7DBFAF564BE}"/>
                  </a:ext>
                </a:extLst>
              </p:cNvPr>
              <p:cNvSpPr txBox="1"/>
              <p:nvPr/>
            </p:nvSpPr>
            <p:spPr>
              <a:xfrm>
                <a:off x="8400468" y="3291953"/>
                <a:ext cx="636745" cy="3250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𝐼</m:t>
                          </m:r>
                        </m:e>
                        <m:sub>
                          <m:r>
                            <a:rPr lang="en-US" sz="1400" b="0" i="1" smtClean="0">
                              <a:solidFill>
                                <a:srgbClr val="FF0000"/>
                              </a:solidFill>
                              <a:latin typeface="Cambria Math" panose="02040503050406030204" pitchFamily="18" charset="0"/>
                            </a:rPr>
                            <m:t>𝑐𝑢𝑡𝑜𝑓𝑓</m:t>
                          </m:r>
                        </m:sub>
                      </m:sSub>
                    </m:oMath>
                  </m:oMathPara>
                </a14:m>
                <a:endParaRPr lang="en-US" sz="1400">
                  <a:solidFill>
                    <a:srgbClr val="FF0000"/>
                  </a:solidFill>
                </a:endParaRPr>
              </a:p>
            </p:txBody>
          </p:sp>
        </mc:Choice>
        <mc:Fallback xmlns="">
          <p:sp>
            <p:nvSpPr>
              <p:cNvPr id="17" name="TextBox 16">
                <a:extLst>
                  <a:ext uri="{FF2B5EF4-FFF2-40B4-BE49-F238E27FC236}">
                    <a16:creationId xmlns:a16="http://schemas.microsoft.com/office/drawing/2014/main" id="{2EC5C869-A6EE-0ACD-FB48-B7DBFAF564BE}"/>
                  </a:ext>
                </a:extLst>
              </p:cNvPr>
              <p:cNvSpPr txBox="1">
                <a:spLocks noRot="1" noChangeAspect="1" noMove="1" noResize="1" noEditPoints="1" noAdjustHandles="1" noChangeArrowheads="1" noChangeShapeType="1" noTextEdit="1"/>
              </p:cNvSpPr>
              <p:nvPr/>
            </p:nvSpPr>
            <p:spPr>
              <a:xfrm>
                <a:off x="8400468" y="3291953"/>
                <a:ext cx="636745" cy="325025"/>
              </a:xfrm>
              <a:prstGeom prst="rect">
                <a:avLst/>
              </a:prstGeom>
              <a:blipFill>
                <a:blip r:embed="rId7"/>
                <a:stretch>
                  <a:fillRect r="-1923" b="-3774"/>
                </a:stretch>
              </a:blipFill>
            </p:spPr>
            <p:txBody>
              <a:bodyPr/>
              <a:lstStyle/>
              <a:p>
                <a:r>
                  <a:rPr lang="en-US">
                    <a:noFill/>
                  </a:rPr>
                  <a:t> </a:t>
                </a:r>
              </a:p>
            </p:txBody>
          </p:sp>
        </mc:Fallback>
      </mc:AlternateContent>
      <p:sp>
        <p:nvSpPr>
          <p:cNvPr id="8" name="Title 4">
            <a:extLst>
              <a:ext uri="{FF2B5EF4-FFF2-40B4-BE49-F238E27FC236}">
                <a16:creationId xmlns:a16="http://schemas.microsoft.com/office/drawing/2014/main" id="{4DC783D8-7169-47AC-8DE2-649B32DB4ED7}"/>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p:sp>
        <p:nvSpPr>
          <p:cNvPr id="6" name="TextBox 5">
            <a:extLst>
              <a:ext uri="{FF2B5EF4-FFF2-40B4-BE49-F238E27FC236}">
                <a16:creationId xmlns:a16="http://schemas.microsoft.com/office/drawing/2014/main" id="{F7868B95-9F0B-9875-E841-22D4AC21DB0F}"/>
              </a:ext>
            </a:extLst>
          </p:cNvPr>
          <p:cNvSpPr txBox="1"/>
          <p:nvPr/>
        </p:nvSpPr>
        <p:spPr>
          <a:xfrm>
            <a:off x="7022666" y="4202111"/>
            <a:ext cx="2466043" cy="292388"/>
          </a:xfrm>
          <a:prstGeom prst="rect">
            <a:avLst/>
          </a:prstGeom>
          <a:noFill/>
        </p:spPr>
        <p:txBody>
          <a:bodyPr wrap="square">
            <a:spAutoFit/>
          </a:bodyPr>
          <a:lstStyle/>
          <a:p>
            <a:r>
              <a:rPr lang="en-US" sz="1300"/>
              <a:t>H6 :Giai đoạn sạc CV</a:t>
            </a:r>
          </a:p>
        </p:txBody>
      </p:sp>
    </p:spTree>
    <p:extLst>
      <p:ext uri="{BB962C8B-B14F-4D97-AF65-F5344CB8AC3E}">
        <p14:creationId xmlns:p14="http://schemas.microsoft.com/office/powerpoint/2010/main" val="3765267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B6E7A-AE07-A225-709A-3C5A422E518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52E40F0-04F8-B9C8-8590-E5E5DADE9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1681114"/>
            <a:ext cx="5524499" cy="4249824"/>
          </a:xfrm>
          <a:prstGeom prst="rect">
            <a:avLst/>
          </a:prstGeom>
          <a:noFill/>
          <a:extLst>
            <a:ext uri="{909E8E84-426E-40DD-AFC4-6F175D3DCCD1}">
              <a14:hiddenFill xmlns:a14="http://schemas.microsoft.com/office/drawing/2010/main">
                <a:solidFill>
                  <a:srgbClr val="FFFFFF"/>
                </a:solidFill>
              </a14:hiddenFill>
            </a:ext>
          </a:extLst>
        </p:spPr>
      </p:pic>
      <p:sp>
        <p:nvSpPr>
          <p:cNvPr id="19" name="Slide Number Placeholder 6">
            <a:extLst>
              <a:ext uri="{FF2B5EF4-FFF2-40B4-BE49-F238E27FC236}">
                <a16:creationId xmlns:a16="http://schemas.microsoft.com/office/drawing/2014/main" id="{05387079-F2A9-39DB-8ED9-9684ADBE48B1}"/>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11</a:t>
            </a:fld>
            <a:r>
              <a:rPr lang="en-US"/>
              <a:t> 	</a:t>
            </a:r>
          </a:p>
        </p:txBody>
      </p:sp>
      <p:sp>
        <p:nvSpPr>
          <p:cNvPr id="20" name="Date Placeholder 3">
            <a:extLst>
              <a:ext uri="{FF2B5EF4-FFF2-40B4-BE49-F238E27FC236}">
                <a16:creationId xmlns:a16="http://schemas.microsoft.com/office/drawing/2014/main" id="{1CDD2551-BE1B-C817-A5AC-1328BC55F36A}"/>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A6F1F2A7-6C39-DF75-7049-B7F55729257F}"/>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9" name="TextBox 8">
            <a:extLst>
              <a:ext uri="{FF2B5EF4-FFF2-40B4-BE49-F238E27FC236}">
                <a16:creationId xmlns:a16="http://schemas.microsoft.com/office/drawing/2014/main" id="{5FD00EE7-130A-DC36-8A56-C39DED859EE2}"/>
              </a:ext>
            </a:extLst>
          </p:cNvPr>
          <p:cNvSpPr txBox="1"/>
          <p:nvPr/>
        </p:nvSpPr>
        <p:spPr>
          <a:xfrm>
            <a:off x="138273" y="1450282"/>
            <a:ext cx="5212079" cy="461665"/>
          </a:xfrm>
          <a:prstGeom prst="rect">
            <a:avLst/>
          </a:prstGeom>
          <a:noFill/>
        </p:spPr>
        <p:txBody>
          <a:bodyPr wrap="square">
            <a:spAutoFit/>
          </a:bodyPr>
          <a:lstStyle/>
          <a:p>
            <a:pPr marL="457200" indent="-457200">
              <a:buFont typeface="Wingdings" panose="05000000000000000000" pitchFamily="2" charset="2"/>
              <a:buChar char="q"/>
            </a:pPr>
            <a:r>
              <a:rPr lang="en-US" sz="2400" b="1">
                <a:solidFill>
                  <a:srgbClr val="262626"/>
                </a:solidFill>
              </a:rPr>
              <a:t>Quá trình lặp :  </a:t>
            </a:r>
            <a:endParaRPr lang="en-US" sz="2400">
              <a:solidFill>
                <a:srgbClr val="262626"/>
              </a:solidFill>
            </a:endParaRPr>
          </a:p>
        </p:txBody>
      </p:sp>
      <p:sp>
        <p:nvSpPr>
          <p:cNvPr id="2" name="TextBox 1">
            <a:extLst>
              <a:ext uri="{FF2B5EF4-FFF2-40B4-BE49-F238E27FC236}">
                <a16:creationId xmlns:a16="http://schemas.microsoft.com/office/drawing/2014/main" id="{6D3CFBA7-F7D1-8EA0-FA3C-67711B4D4DC1}"/>
              </a:ext>
            </a:extLst>
          </p:cNvPr>
          <p:cNvSpPr txBox="1"/>
          <p:nvPr/>
        </p:nvSpPr>
        <p:spPr>
          <a:xfrm>
            <a:off x="2824163" y="6034106"/>
            <a:ext cx="3859277" cy="292388"/>
          </a:xfrm>
          <a:prstGeom prst="rect">
            <a:avLst/>
          </a:prstGeom>
          <a:noFill/>
        </p:spPr>
        <p:txBody>
          <a:bodyPr wrap="square">
            <a:spAutoFit/>
          </a:bodyPr>
          <a:lstStyle/>
          <a:p>
            <a:pPr algn="ctr"/>
            <a:r>
              <a:rPr lang="en-US" sz="1300"/>
              <a:t>H7 :Lưu đồ thuật toán code tính t_cv</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5953F82-A9D7-250C-397E-CEA8F89BC426}"/>
                  </a:ext>
                </a:extLst>
              </p:cNvPr>
              <p:cNvSpPr txBox="1"/>
              <p:nvPr/>
            </p:nvSpPr>
            <p:spPr>
              <a:xfrm>
                <a:off x="0" y="927062"/>
                <a:ext cx="9648825" cy="523220"/>
              </a:xfrm>
              <a:prstGeom prst="rect">
                <a:avLst/>
              </a:prstGeom>
              <a:noFill/>
            </p:spPr>
            <p:txBody>
              <a:bodyPr wrap="square">
                <a:spAutoFit/>
              </a:bodyPr>
              <a:lstStyle/>
              <a:p>
                <a:pPr marL="514350" indent="-514350">
                  <a:buFont typeface="+mj-lt"/>
                  <a:buAutoNum type="arabicPeriod" startAt="2"/>
                </a:pPr>
                <a:r>
                  <a:rPr lang="en-US" sz="2800" b="1">
                    <a:solidFill>
                      <a:srgbClr val="262626"/>
                    </a:solidFill>
                  </a:rPr>
                  <a:t>Xét quá trình CV (V</a:t>
                </a:r>
                <a14:m>
                  <m:oMath xmlns:m="http://schemas.openxmlformats.org/officeDocument/2006/math">
                    <m:r>
                      <a:rPr lang="en-US" sz="2800" b="1" i="0" smtClean="0">
                        <a:solidFill>
                          <a:srgbClr val="262626"/>
                        </a:solidFill>
                        <a:latin typeface="Cambria Math" panose="02040503050406030204" pitchFamily="18" charset="0"/>
                      </a:rPr>
                      <m:t>𝐛𝐚𝐭</m:t>
                    </m:r>
                    <m:d>
                      <m:dPr>
                        <m:ctrlPr>
                          <a:rPr lang="en-US" sz="2800" b="1" i="1" smtClean="0">
                            <a:solidFill>
                              <a:srgbClr val="262626"/>
                            </a:solidFill>
                            <a:latin typeface="Cambria Math" panose="02040503050406030204" pitchFamily="18" charset="0"/>
                          </a:rPr>
                        </m:ctrlPr>
                      </m:dPr>
                      <m:e>
                        <m:r>
                          <a:rPr lang="en-US" sz="2800" b="1" i="1" smtClean="0">
                            <a:solidFill>
                              <a:srgbClr val="262626"/>
                            </a:solidFill>
                            <a:latin typeface="Cambria Math" panose="02040503050406030204" pitchFamily="18" charset="0"/>
                          </a:rPr>
                          <m:t>𝒕</m:t>
                        </m:r>
                      </m:e>
                    </m:d>
                    <m:r>
                      <a:rPr lang="en-US" sz="2800" b="1" i="1" smtClean="0">
                        <a:solidFill>
                          <a:srgbClr val="262626"/>
                        </a:solidFill>
                        <a:latin typeface="Cambria Math" panose="02040503050406030204" pitchFamily="18" charset="0"/>
                      </a:rPr>
                      <m:t>=</m:t>
                    </m:r>
                    <m:sSub>
                      <m:sSubPr>
                        <m:ctrlPr>
                          <a:rPr lang="en-US" sz="2800" b="1" i="1" smtClean="0">
                            <a:solidFill>
                              <a:srgbClr val="262626"/>
                            </a:solidFill>
                            <a:latin typeface="Cambria Math" panose="02040503050406030204" pitchFamily="18" charset="0"/>
                          </a:rPr>
                        </m:ctrlPr>
                      </m:sSubPr>
                      <m:e>
                        <m:r>
                          <a:rPr lang="en-US" sz="2800" b="1" i="1" smtClean="0">
                            <a:solidFill>
                              <a:srgbClr val="262626"/>
                            </a:solidFill>
                            <a:latin typeface="Cambria Math" panose="02040503050406030204" pitchFamily="18" charset="0"/>
                          </a:rPr>
                          <m:t>𝑽</m:t>
                        </m:r>
                      </m:e>
                      <m:sub>
                        <m:r>
                          <a:rPr lang="en-US" sz="2800" b="1" i="1" smtClean="0">
                            <a:solidFill>
                              <a:srgbClr val="262626"/>
                            </a:solidFill>
                            <a:latin typeface="Cambria Math" panose="02040503050406030204" pitchFamily="18" charset="0"/>
                          </a:rPr>
                          <m:t>𝑪𝑽</m:t>
                        </m:r>
                      </m:sub>
                    </m:sSub>
                    <m:r>
                      <a:rPr lang="en-US" sz="2800" b="1" i="1" smtClean="0">
                        <a:solidFill>
                          <a:srgbClr val="262626"/>
                        </a:solidFill>
                        <a:latin typeface="Cambria Math" panose="02040503050406030204" pitchFamily="18" charset="0"/>
                      </a:rPr>
                      <m:t>) </m:t>
                    </m:r>
                  </m:oMath>
                </a14:m>
                <a:r>
                  <a:rPr lang="en-US" sz="2800">
                    <a:solidFill>
                      <a:srgbClr val="262626"/>
                    </a:solidFill>
                  </a:rPr>
                  <a:t>:</a:t>
                </a:r>
              </a:p>
            </p:txBody>
          </p:sp>
        </mc:Choice>
        <mc:Fallback xmlns="">
          <p:sp>
            <p:nvSpPr>
              <p:cNvPr id="3" name="TextBox 2">
                <a:extLst>
                  <a:ext uri="{FF2B5EF4-FFF2-40B4-BE49-F238E27FC236}">
                    <a16:creationId xmlns:a16="http://schemas.microsoft.com/office/drawing/2014/main" id="{25953F82-A9D7-250C-397E-CEA8F89BC426}"/>
                  </a:ext>
                </a:extLst>
              </p:cNvPr>
              <p:cNvSpPr txBox="1">
                <a:spLocks noRot="1" noChangeAspect="1" noMove="1" noResize="1" noEditPoints="1" noAdjustHandles="1" noChangeArrowheads="1" noChangeShapeType="1" noTextEdit="1"/>
              </p:cNvSpPr>
              <p:nvPr/>
            </p:nvSpPr>
            <p:spPr>
              <a:xfrm>
                <a:off x="0" y="927062"/>
                <a:ext cx="9648825" cy="523220"/>
              </a:xfrm>
              <a:prstGeom prst="rect">
                <a:avLst/>
              </a:prstGeom>
              <a:blipFill>
                <a:blip r:embed="rId4"/>
                <a:stretch>
                  <a:fillRect l="-1516" t="-20930" b="-38372"/>
                </a:stretch>
              </a:blipFill>
            </p:spPr>
            <p:txBody>
              <a:bodyPr/>
              <a:lstStyle/>
              <a:p>
                <a:r>
                  <a:rPr lang="en-US">
                    <a:noFill/>
                  </a:rPr>
                  <a:t> </a:t>
                </a:r>
              </a:p>
            </p:txBody>
          </p:sp>
        </mc:Fallback>
      </mc:AlternateContent>
      <p:sp>
        <p:nvSpPr>
          <p:cNvPr id="6" name="Title 4">
            <a:extLst>
              <a:ext uri="{FF2B5EF4-FFF2-40B4-BE49-F238E27FC236}">
                <a16:creationId xmlns:a16="http://schemas.microsoft.com/office/drawing/2014/main" id="{1CB38D78-5CFE-E028-393A-E9A270890812}"/>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p:spTree>
    <p:extLst>
      <p:ext uri="{BB962C8B-B14F-4D97-AF65-F5344CB8AC3E}">
        <p14:creationId xmlns:p14="http://schemas.microsoft.com/office/powerpoint/2010/main" val="3221438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FB160-1736-D79D-7DF7-1D21AFAF6A73}"/>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58F79EC5-530C-5A12-8A86-A18551BCA0C6}"/>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12</a:t>
            </a:fld>
            <a:r>
              <a:rPr lang="en-US"/>
              <a:t> 	</a:t>
            </a:r>
          </a:p>
        </p:txBody>
      </p:sp>
      <p:sp>
        <p:nvSpPr>
          <p:cNvPr id="20" name="Date Placeholder 3">
            <a:extLst>
              <a:ext uri="{FF2B5EF4-FFF2-40B4-BE49-F238E27FC236}">
                <a16:creationId xmlns:a16="http://schemas.microsoft.com/office/drawing/2014/main" id="{F9599F68-06F4-F48B-1A07-67FBC0E20C41}"/>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32E25909-72FB-672C-BC88-1158A141AEEA}"/>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9" name="TextBox 8">
            <a:extLst>
              <a:ext uri="{FF2B5EF4-FFF2-40B4-BE49-F238E27FC236}">
                <a16:creationId xmlns:a16="http://schemas.microsoft.com/office/drawing/2014/main" id="{9B44999E-5B0D-109A-383C-4ACE03339D8E}"/>
              </a:ext>
            </a:extLst>
          </p:cNvPr>
          <p:cNvSpPr txBox="1"/>
          <p:nvPr/>
        </p:nvSpPr>
        <p:spPr>
          <a:xfrm>
            <a:off x="138273" y="1450282"/>
            <a:ext cx="5212079" cy="461665"/>
          </a:xfrm>
          <a:prstGeom prst="rect">
            <a:avLst/>
          </a:prstGeom>
          <a:noFill/>
        </p:spPr>
        <p:txBody>
          <a:bodyPr wrap="square">
            <a:spAutoFit/>
          </a:bodyPr>
          <a:lstStyle/>
          <a:p>
            <a:pPr marL="457200" indent="-457200">
              <a:buFont typeface="Wingdings" panose="05000000000000000000" pitchFamily="2" charset="2"/>
              <a:buChar char="q"/>
            </a:pPr>
            <a:r>
              <a:rPr lang="en-US" sz="2400" b="1">
                <a:solidFill>
                  <a:srgbClr val="262626"/>
                </a:solidFill>
              </a:rPr>
              <a:t>Code [1] :</a:t>
            </a:r>
            <a:endParaRPr lang="en-US" sz="2400">
              <a:solidFill>
                <a:srgbClr val="262626"/>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BA03DC5-537F-0920-CB3B-CE124C67D3AC}"/>
                  </a:ext>
                </a:extLst>
              </p:cNvPr>
              <p:cNvSpPr txBox="1"/>
              <p:nvPr/>
            </p:nvSpPr>
            <p:spPr>
              <a:xfrm>
                <a:off x="0" y="927062"/>
                <a:ext cx="9648825" cy="523220"/>
              </a:xfrm>
              <a:prstGeom prst="rect">
                <a:avLst/>
              </a:prstGeom>
              <a:noFill/>
            </p:spPr>
            <p:txBody>
              <a:bodyPr wrap="square">
                <a:spAutoFit/>
              </a:bodyPr>
              <a:lstStyle/>
              <a:p>
                <a:pPr marL="514350" indent="-514350">
                  <a:buFont typeface="+mj-lt"/>
                  <a:buAutoNum type="arabicPeriod" startAt="2"/>
                </a:pPr>
                <a:r>
                  <a:rPr lang="en-US" sz="2800" b="1">
                    <a:solidFill>
                      <a:srgbClr val="262626"/>
                    </a:solidFill>
                  </a:rPr>
                  <a:t>Xét quá trình CV (V</a:t>
                </a:r>
                <a14:m>
                  <m:oMath xmlns:m="http://schemas.openxmlformats.org/officeDocument/2006/math">
                    <m:r>
                      <a:rPr lang="en-US" sz="2800" b="1" i="0" smtClean="0">
                        <a:solidFill>
                          <a:srgbClr val="262626"/>
                        </a:solidFill>
                        <a:latin typeface="Cambria Math" panose="02040503050406030204" pitchFamily="18" charset="0"/>
                      </a:rPr>
                      <m:t>𝐛𝐚𝐭</m:t>
                    </m:r>
                    <m:d>
                      <m:dPr>
                        <m:ctrlPr>
                          <a:rPr lang="en-US" sz="2800" b="1" i="1" smtClean="0">
                            <a:solidFill>
                              <a:srgbClr val="262626"/>
                            </a:solidFill>
                            <a:latin typeface="Cambria Math" panose="02040503050406030204" pitchFamily="18" charset="0"/>
                          </a:rPr>
                        </m:ctrlPr>
                      </m:dPr>
                      <m:e>
                        <m:r>
                          <a:rPr lang="en-US" sz="2800" b="1" i="1" smtClean="0">
                            <a:solidFill>
                              <a:srgbClr val="262626"/>
                            </a:solidFill>
                            <a:latin typeface="Cambria Math" panose="02040503050406030204" pitchFamily="18" charset="0"/>
                          </a:rPr>
                          <m:t>𝒕</m:t>
                        </m:r>
                      </m:e>
                    </m:d>
                    <m:r>
                      <a:rPr lang="en-US" sz="2800" b="1" i="1" smtClean="0">
                        <a:solidFill>
                          <a:srgbClr val="262626"/>
                        </a:solidFill>
                        <a:latin typeface="Cambria Math" panose="02040503050406030204" pitchFamily="18" charset="0"/>
                      </a:rPr>
                      <m:t>=</m:t>
                    </m:r>
                    <m:sSub>
                      <m:sSubPr>
                        <m:ctrlPr>
                          <a:rPr lang="en-US" sz="2800" b="1" i="1" smtClean="0">
                            <a:solidFill>
                              <a:srgbClr val="262626"/>
                            </a:solidFill>
                            <a:latin typeface="Cambria Math" panose="02040503050406030204" pitchFamily="18" charset="0"/>
                          </a:rPr>
                        </m:ctrlPr>
                      </m:sSubPr>
                      <m:e>
                        <m:r>
                          <a:rPr lang="en-US" sz="2800" b="1" i="1" smtClean="0">
                            <a:solidFill>
                              <a:srgbClr val="262626"/>
                            </a:solidFill>
                            <a:latin typeface="Cambria Math" panose="02040503050406030204" pitchFamily="18" charset="0"/>
                          </a:rPr>
                          <m:t>𝑽</m:t>
                        </m:r>
                      </m:e>
                      <m:sub>
                        <m:r>
                          <a:rPr lang="en-US" sz="2800" b="1" i="1" smtClean="0">
                            <a:solidFill>
                              <a:srgbClr val="262626"/>
                            </a:solidFill>
                            <a:latin typeface="Cambria Math" panose="02040503050406030204" pitchFamily="18" charset="0"/>
                          </a:rPr>
                          <m:t>𝑪𝑽</m:t>
                        </m:r>
                      </m:sub>
                    </m:sSub>
                    <m:r>
                      <a:rPr lang="en-US" sz="2800" b="1" i="1" smtClean="0">
                        <a:solidFill>
                          <a:srgbClr val="262626"/>
                        </a:solidFill>
                        <a:latin typeface="Cambria Math" panose="02040503050406030204" pitchFamily="18" charset="0"/>
                      </a:rPr>
                      <m:t>) </m:t>
                    </m:r>
                  </m:oMath>
                </a14:m>
                <a:r>
                  <a:rPr lang="en-US" sz="2800">
                    <a:solidFill>
                      <a:srgbClr val="262626"/>
                    </a:solidFill>
                  </a:rPr>
                  <a:t>:</a:t>
                </a:r>
              </a:p>
            </p:txBody>
          </p:sp>
        </mc:Choice>
        <mc:Fallback xmlns="">
          <p:sp>
            <p:nvSpPr>
              <p:cNvPr id="2" name="TextBox 1">
                <a:extLst>
                  <a:ext uri="{FF2B5EF4-FFF2-40B4-BE49-F238E27FC236}">
                    <a16:creationId xmlns:a16="http://schemas.microsoft.com/office/drawing/2014/main" id="{3BA03DC5-537F-0920-CB3B-CE124C67D3AC}"/>
                  </a:ext>
                </a:extLst>
              </p:cNvPr>
              <p:cNvSpPr txBox="1">
                <a:spLocks noRot="1" noChangeAspect="1" noMove="1" noResize="1" noEditPoints="1" noAdjustHandles="1" noChangeArrowheads="1" noChangeShapeType="1" noTextEdit="1"/>
              </p:cNvSpPr>
              <p:nvPr/>
            </p:nvSpPr>
            <p:spPr>
              <a:xfrm>
                <a:off x="0" y="927062"/>
                <a:ext cx="9648825" cy="523220"/>
              </a:xfrm>
              <a:prstGeom prst="rect">
                <a:avLst/>
              </a:prstGeom>
              <a:blipFill>
                <a:blip r:embed="rId3"/>
                <a:stretch>
                  <a:fillRect l="-1516" t="-20930" b="-3837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CF43887-38BF-0A55-2D11-355B8BEAF97C}"/>
              </a:ext>
            </a:extLst>
          </p:cNvPr>
          <p:cNvPicPr>
            <a:picLocks noChangeAspect="1"/>
          </p:cNvPicPr>
          <p:nvPr/>
        </p:nvPicPr>
        <p:blipFill>
          <a:blip r:embed="rId4"/>
          <a:srcRect b="48516"/>
          <a:stretch/>
        </p:blipFill>
        <p:spPr>
          <a:xfrm>
            <a:off x="352425" y="1954452"/>
            <a:ext cx="4953000" cy="3184815"/>
          </a:xfrm>
          <a:prstGeom prst="rect">
            <a:avLst/>
          </a:prstGeom>
        </p:spPr>
        <p:style>
          <a:lnRef idx="2">
            <a:schemeClr val="dk1"/>
          </a:lnRef>
          <a:fillRef idx="1">
            <a:schemeClr val="lt1"/>
          </a:fillRef>
          <a:effectRef idx="0">
            <a:schemeClr val="dk1"/>
          </a:effectRef>
          <a:fontRef idx="minor">
            <a:schemeClr val="dk1"/>
          </a:fontRef>
        </p:style>
      </p:pic>
      <p:pic>
        <p:nvPicPr>
          <p:cNvPr id="5" name="Picture 4">
            <a:extLst>
              <a:ext uri="{FF2B5EF4-FFF2-40B4-BE49-F238E27FC236}">
                <a16:creationId xmlns:a16="http://schemas.microsoft.com/office/drawing/2014/main" id="{5BAFCAB7-FEF7-D0C1-13DC-307D069F62D8}"/>
              </a:ext>
            </a:extLst>
          </p:cNvPr>
          <p:cNvPicPr>
            <a:picLocks noChangeAspect="1"/>
          </p:cNvPicPr>
          <p:nvPr/>
        </p:nvPicPr>
        <p:blipFill>
          <a:blip r:embed="rId4"/>
          <a:srcRect t="51620" r="13750"/>
          <a:stretch/>
        </p:blipFill>
        <p:spPr>
          <a:xfrm>
            <a:off x="5305425" y="1954452"/>
            <a:ext cx="4343400" cy="3184815"/>
          </a:xfrm>
          <a:prstGeom prst="rect">
            <a:avLst/>
          </a:prstGeom>
        </p:spPr>
        <p:style>
          <a:lnRef idx="2">
            <a:schemeClr val="dk1"/>
          </a:lnRef>
          <a:fillRef idx="1">
            <a:schemeClr val="lt1"/>
          </a:fillRef>
          <a:effectRef idx="0">
            <a:schemeClr val="dk1"/>
          </a:effectRef>
          <a:fontRef idx="minor">
            <a:schemeClr val="dk1"/>
          </a:fontRef>
        </p:style>
      </p:pic>
      <p:sp>
        <p:nvSpPr>
          <p:cNvPr id="10" name="Arrow: Right 9">
            <a:extLst>
              <a:ext uri="{FF2B5EF4-FFF2-40B4-BE49-F238E27FC236}">
                <a16:creationId xmlns:a16="http://schemas.microsoft.com/office/drawing/2014/main" id="{01CDA3E0-B28F-3F14-4D16-0A854750CF6F}"/>
              </a:ext>
            </a:extLst>
          </p:cNvPr>
          <p:cNvSpPr/>
          <p:nvPr/>
        </p:nvSpPr>
        <p:spPr>
          <a:xfrm>
            <a:off x="400050" y="5699431"/>
            <a:ext cx="819150" cy="171672"/>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FA890D1-ED41-59BA-C4FC-4181896A8C85}"/>
              </a:ext>
            </a:extLst>
          </p:cNvPr>
          <p:cNvPicPr>
            <a:picLocks noChangeAspect="1"/>
          </p:cNvPicPr>
          <p:nvPr/>
        </p:nvPicPr>
        <p:blipFill>
          <a:blip r:embed="rId5"/>
          <a:stretch>
            <a:fillRect/>
          </a:stretch>
        </p:blipFill>
        <p:spPr>
          <a:xfrm>
            <a:off x="1498907" y="5251794"/>
            <a:ext cx="2410161" cy="1047896"/>
          </a:xfrm>
          <a:prstGeom prst="rect">
            <a:avLst/>
          </a:prstGeom>
        </p:spPr>
        <p:style>
          <a:lnRef idx="2">
            <a:schemeClr val="accent2"/>
          </a:lnRef>
          <a:fillRef idx="1">
            <a:schemeClr val="lt1"/>
          </a:fillRef>
          <a:effectRef idx="0">
            <a:schemeClr val="accent2"/>
          </a:effectRef>
          <a:fontRef idx="minor">
            <a:schemeClr val="dk1"/>
          </a:fontRef>
        </p:style>
      </p:pic>
      <p:sp>
        <p:nvSpPr>
          <p:cNvPr id="7" name="Title 4">
            <a:extLst>
              <a:ext uri="{FF2B5EF4-FFF2-40B4-BE49-F238E27FC236}">
                <a16:creationId xmlns:a16="http://schemas.microsoft.com/office/drawing/2014/main" id="{4704BE64-9BA7-3169-06EB-17645B5D8EFE}"/>
              </a:ext>
            </a:extLst>
          </p:cNvPr>
          <p:cNvSpPr>
            <a:spLocks noGrp="1"/>
          </p:cNvSpPr>
          <p:nvPr>
            <p:ph type="title"/>
          </p:nvPr>
        </p:nvSpPr>
        <p:spPr>
          <a:xfrm>
            <a:off x="466887" y="89570"/>
            <a:ext cx="9766931" cy="548731"/>
          </a:xfrm>
        </p:spPr>
        <p:txBody>
          <a:bodyPr/>
          <a:lstStyle/>
          <a:p>
            <a:r>
              <a:rPr lang="en-US" sz="3600">
                <a:solidFill>
                  <a:srgbClr val="262626"/>
                </a:solidFill>
              </a:rPr>
              <a:t>II. Tính toán thời gian sạc CCCV</a:t>
            </a:r>
            <a:endParaRPr lang="en-US" sz="360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AD715B7-2751-3484-696F-E921B938966C}"/>
                  </a:ext>
                </a:extLst>
              </p:cNvPr>
              <p:cNvSpPr txBox="1"/>
              <p:nvPr/>
            </p:nvSpPr>
            <p:spPr>
              <a:xfrm>
                <a:off x="4953000" y="5375632"/>
                <a:ext cx="3500438" cy="800219"/>
              </a:xfrm>
              <a:prstGeom prst="rect">
                <a:avLst/>
              </a:prstGeom>
              <a:noFill/>
              <a:ln>
                <a:solidFill>
                  <a:srgbClr val="FF0000"/>
                </a:solidFill>
              </a:ln>
            </p:spPr>
            <p:txBody>
              <a:bodyPr wrap="square">
                <a:spAutoFit/>
              </a:bodyPr>
              <a:lstStyle/>
              <a:p>
                <a:pPr marL="742950" lvl="1" indent="-285750">
                  <a:spcBef>
                    <a:spcPts val="600"/>
                  </a:spcBef>
                  <a:spcAft>
                    <a:spcPts val="600"/>
                  </a:spcAft>
                  <a:buFont typeface="Wingdings" panose="05000000000000000000" pitchFamily="2" charset="2"/>
                  <a:buChar char="à"/>
                </a:pPr>
                <a:r>
                  <a:rPr lang="en-US">
                    <a:solidFill>
                      <a:srgbClr val="FF0000"/>
                    </a:solidFill>
                    <a:sym typeface="Wingdings" panose="05000000000000000000" pitchFamily="2" charset="2"/>
                  </a:rPr>
                  <a:t>Thời gian sạc CCCV : </a:t>
                </a:r>
              </a:p>
              <a:p>
                <a:pPr lvl="1">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𝐶𝐶</m:t>
                          </m:r>
                        </m:sub>
                      </m:sSub>
                      <m:r>
                        <a:rPr lang="en-US" b="0" i="1" smtClean="0">
                          <a:solidFill>
                            <a:srgbClr val="262626"/>
                          </a:solidFill>
                          <a:latin typeface="Cambria Math" panose="02040503050406030204" pitchFamily="18" charset="0"/>
                        </a:rPr>
                        <m:t>+</m:t>
                      </m:r>
                      <m:sSub>
                        <m:sSubPr>
                          <m:ctrlPr>
                            <a:rPr lang="en-US" b="0" i="1" smtClean="0">
                              <a:solidFill>
                                <a:srgbClr val="262626"/>
                              </a:solidFill>
                              <a:latin typeface="Cambria Math" panose="02040503050406030204" pitchFamily="18" charset="0"/>
                            </a:rPr>
                          </m:ctrlPr>
                        </m:sSubPr>
                        <m:e>
                          <m:r>
                            <a:rPr lang="en-US" b="0" i="1" smtClean="0">
                              <a:solidFill>
                                <a:srgbClr val="262626"/>
                              </a:solidFill>
                              <a:latin typeface="Cambria Math" panose="02040503050406030204" pitchFamily="18" charset="0"/>
                            </a:rPr>
                            <m:t>𝑡</m:t>
                          </m:r>
                        </m:e>
                        <m:sub>
                          <m:r>
                            <a:rPr lang="en-US" b="0" i="1" smtClean="0">
                              <a:solidFill>
                                <a:srgbClr val="262626"/>
                              </a:solidFill>
                              <a:latin typeface="Cambria Math" panose="02040503050406030204" pitchFamily="18" charset="0"/>
                            </a:rPr>
                            <m:t>𝐶𝑉</m:t>
                          </m:r>
                        </m:sub>
                      </m:sSub>
                      <m:r>
                        <a:rPr lang="en-US" b="0" i="1" smtClean="0">
                          <a:solidFill>
                            <a:srgbClr val="262626"/>
                          </a:solidFill>
                          <a:latin typeface="Cambria Math" panose="02040503050406030204" pitchFamily="18" charset="0"/>
                        </a:rPr>
                        <m:t>=4734.33 (</m:t>
                      </m:r>
                      <m:r>
                        <a:rPr lang="en-US" b="0" i="1" smtClean="0">
                          <a:solidFill>
                            <a:srgbClr val="262626"/>
                          </a:solidFill>
                          <a:latin typeface="Cambria Math" panose="02040503050406030204" pitchFamily="18" charset="0"/>
                        </a:rPr>
                        <m:t>𝑠</m:t>
                      </m:r>
                      <m:r>
                        <a:rPr lang="en-US" b="0" i="1" smtClean="0">
                          <a:solidFill>
                            <a:srgbClr val="262626"/>
                          </a:solidFill>
                          <a:latin typeface="Cambria Math" panose="02040503050406030204" pitchFamily="18" charset="0"/>
                        </a:rPr>
                        <m:t>) </m:t>
                      </m:r>
                    </m:oMath>
                  </m:oMathPara>
                </a14:m>
                <a:endParaRPr lang="en-US" b="0">
                  <a:solidFill>
                    <a:srgbClr val="262626"/>
                  </a:solidFill>
                </a:endParaRPr>
              </a:p>
            </p:txBody>
          </p:sp>
        </mc:Choice>
        <mc:Fallback xmlns="">
          <p:sp>
            <p:nvSpPr>
              <p:cNvPr id="11" name="TextBox 10">
                <a:extLst>
                  <a:ext uri="{FF2B5EF4-FFF2-40B4-BE49-F238E27FC236}">
                    <a16:creationId xmlns:a16="http://schemas.microsoft.com/office/drawing/2014/main" id="{4AD715B7-2751-3484-696F-E921B938966C}"/>
                  </a:ext>
                </a:extLst>
              </p:cNvPr>
              <p:cNvSpPr txBox="1">
                <a:spLocks noRot="1" noChangeAspect="1" noMove="1" noResize="1" noEditPoints="1" noAdjustHandles="1" noChangeArrowheads="1" noChangeShapeType="1" noTextEdit="1"/>
              </p:cNvSpPr>
              <p:nvPr/>
            </p:nvSpPr>
            <p:spPr>
              <a:xfrm>
                <a:off x="4953000" y="5375632"/>
                <a:ext cx="3500438" cy="800219"/>
              </a:xfrm>
              <a:prstGeom prst="rect">
                <a:avLst/>
              </a:prstGeom>
              <a:blipFill>
                <a:blip r:embed="rId6"/>
                <a:stretch>
                  <a:fillRect t="-3008"/>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527435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82C30-A014-DEB9-A193-912360A57D3B}"/>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632543B0-E115-373E-0EF2-FB0747691546}"/>
              </a:ext>
            </a:extLst>
          </p:cNvPr>
          <p:cNvPicPr>
            <a:picLocks noChangeAspect="1"/>
          </p:cNvPicPr>
          <p:nvPr/>
        </p:nvPicPr>
        <p:blipFill>
          <a:blip r:embed="rId3"/>
          <a:stretch>
            <a:fillRect/>
          </a:stretch>
        </p:blipFill>
        <p:spPr>
          <a:xfrm>
            <a:off x="0" y="875597"/>
            <a:ext cx="9889664" cy="5571922"/>
          </a:xfrm>
          <a:prstGeom prst="rect">
            <a:avLst/>
          </a:prstGeom>
        </p:spPr>
        <p:style>
          <a:lnRef idx="2">
            <a:schemeClr val="dk1"/>
          </a:lnRef>
          <a:fillRef idx="1">
            <a:schemeClr val="lt1"/>
          </a:fillRef>
          <a:effectRef idx="0">
            <a:schemeClr val="dk1"/>
          </a:effectRef>
          <a:fontRef idx="minor">
            <a:schemeClr val="dk1"/>
          </a:fontRef>
        </p:style>
      </p:pic>
      <p:sp>
        <p:nvSpPr>
          <p:cNvPr id="19" name="Slide Number Placeholder 6">
            <a:extLst>
              <a:ext uri="{FF2B5EF4-FFF2-40B4-BE49-F238E27FC236}">
                <a16:creationId xmlns:a16="http://schemas.microsoft.com/office/drawing/2014/main" id="{92B8E97C-DB6B-7F86-503C-CC9EBCAF2FCD}"/>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13</a:t>
            </a:fld>
            <a:r>
              <a:rPr lang="en-US"/>
              <a:t> 	</a:t>
            </a:r>
          </a:p>
        </p:txBody>
      </p:sp>
      <p:sp>
        <p:nvSpPr>
          <p:cNvPr id="20" name="Date Placeholder 3">
            <a:extLst>
              <a:ext uri="{FF2B5EF4-FFF2-40B4-BE49-F238E27FC236}">
                <a16:creationId xmlns:a16="http://schemas.microsoft.com/office/drawing/2014/main" id="{C86199A5-6344-2F90-607A-8AA0C1E4AF37}"/>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61B84119-F830-4066-0A22-39029AE14607}"/>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2" name="Title 4">
            <a:extLst>
              <a:ext uri="{FF2B5EF4-FFF2-40B4-BE49-F238E27FC236}">
                <a16:creationId xmlns:a16="http://schemas.microsoft.com/office/drawing/2014/main" id="{6E09D5D4-A227-6F06-53AD-AE0E5BB64164}"/>
              </a:ext>
            </a:extLst>
          </p:cNvPr>
          <p:cNvSpPr>
            <a:spLocks noGrp="1"/>
          </p:cNvSpPr>
          <p:nvPr>
            <p:ph type="title"/>
          </p:nvPr>
        </p:nvSpPr>
        <p:spPr>
          <a:xfrm>
            <a:off x="466887" y="89570"/>
            <a:ext cx="9766931" cy="548731"/>
          </a:xfrm>
        </p:spPr>
        <p:txBody>
          <a:bodyPr/>
          <a:lstStyle/>
          <a:p>
            <a:r>
              <a:rPr lang="en-US" sz="3600">
                <a:solidFill>
                  <a:srgbClr val="262626"/>
                </a:solidFill>
              </a:rPr>
              <a:t>III. Mô phỏng Psim </a:t>
            </a:r>
            <a:endParaRPr lang="en-US" sz="3600"/>
          </a:p>
        </p:txBody>
      </p:sp>
      <p:pic>
        <p:nvPicPr>
          <p:cNvPr id="5" name="Picture 4">
            <a:extLst>
              <a:ext uri="{FF2B5EF4-FFF2-40B4-BE49-F238E27FC236}">
                <a16:creationId xmlns:a16="http://schemas.microsoft.com/office/drawing/2014/main" id="{DF3AF58B-B382-0CA9-29BD-BF5932CE0798}"/>
              </a:ext>
            </a:extLst>
          </p:cNvPr>
          <p:cNvPicPr>
            <a:picLocks noChangeAspect="1"/>
          </p:cNvPicPr>
          <p:nvPr/>
        </p:nvPicPr>
        <p:blipFill>
          <a:blip r:embed="rId4"/>
          <a:stretch>
            <a:fillRect/>
          </a:stretch>
        </p:blipFill>
        <p:spPr>
          <a:xfrm>
            <a:off x="7982413" y="4253888"/>
            <a:ext cx="1907251" cy="1569082"/>
          </a:xfrm>
          <a:prstGeom prst="rect">
            <a:avLst/>
          </a:prstGeom>
        </p:spPr>
        <p:style>
          <a:lnRef idx="2">
            <a:schemeClr val="dk1"/>
          </a:lnRef>
          <a:fillRef idx="1">
            <a:schemeClr val="lt1"/>
          </a:fillRef>
          <a:effectRef idx="0">
            <a:schemeClr val="dk1"/>
          </a:effectRef>
          <a:fontRef idx="minor">
            <a:schemeClr val="dk1"/>
          </a:fontRef>
        </p:style>
      </p:pic>
      <p:sp>
        <p:nvSpPr>
          <p:cNvPr id="3" name="TextBox 2">
            <a:extLst>
              <a:ext uri="{FF2B5EF4-FFF2-40B4-BE49-F238E27FC236}">
                <a16:creationId xmlns:a16="http://schemas.microsoft.com/office/drawing/2014/main" id="{0690F03F-2E06-8144-969F-BD8D20AC5C23}"/>
              </a:ext>
            </a:extLst>
          </p:cNvPr>
          <p:cNvSpPr txBox="1"/>
          <p:nvPr/>
        </p:nvSpPr>
        <p:spPr>
          <a:xfrm>
            <a:off x="8110944" y="5879939"/>
            <a:ext cx="1650187" cy="276999"/>
          </a:xfrm>
          <a:prstGeom prst="rect">
            <a:avLst/>
          </a:prstGeom>
          <a:noFill/>
        </p:spPr>
        <p:txBody>
          <a:bodyPr wrap="square">
            <a:spAutoFit/>
          </a:bodyPr>
          <a:lstStyle/>
          <a:p>
            <a:pPr algn="ctr"/>
            <a:r>
              <a:rPr lang="en-US" sz="1200"/>
              <a:t>Mô hình Thevenin</a:t>
            </a:r>
          </a:p>
        </p:txBody>
      </p:sp>
      <p:sp>
        <p:nvSpPr>
          <p:cNvPr id="6" name="Rectangle 5">
            <a:extLst>
              <a:ext uri="{FF2B5EF4-FFF2-40B4-BE49-F238E27FC236}">
                <a16:creationId xmlns:a16="http://schemas.microsoft.com/office/drawing/2014/main" id="{01DB7BF8-7A59-88E4-A03F-A25141686D27}"/>
              </a:ext>
            </a:extLst>
          </p:cNvPr>
          <p:cNvSpPr/>
          <p:nvPr/>
        </p:nvSpPr>
        <p:spPr>
          <a:xfrm>
            <a:off x="141245" y="975361"/>
            <a:ext cx="6157955" cy="4945218"/>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12210C4-0935-3257-153B-B7AAE20655E4}"/>
              </a:ext>
            </a:extLst>
          </p:cNvPr>
          <p:cNvSpPr txBox="1"/>
          <p:nvPr/>
        </p:nvSpPr>
        <p:spPr>
          <a:xfrm>
            <a:off x="141245" y="975360"/>
            <a:ext cx="1555834" cy="461665"/>
          </a:xfrm>
          <a:prstGeom prst="rect">
            <a:avLst/>
          </a:prstGeom>
          <a:noFill/>
        </p:spPr>
        <p:txBody>
          <a:bodyPr wrap="square">
            <a:spAutoFit/>
          </a:bodyPr>
          <a:lstStyle/>
          <a:p>
            <a:pPr algn="ctr"/>
            <a:r>
              <a:rPr lang="en-US" sz="2400">
                <a:solidFill>
                  <a:srgbClr val="00B050"/>
                </a:solidFill>
              </a:rPr>
              <a:t>Battery </a:t>
            </a:r>
          </a:p>
        </p:txBody>
      </p:sp>
      <p:sp>
        <p:nvSpPr>
          <p:cNvPr id="8" name="Rectangle 7">
            <a:extLst>
              <a:ext uri="{FF2B5EF4-FFF2-40B4-BE49-F238E27FC236}">
                <a16:creationId xmlns:a16="http://schemas.microsoft.com/office/drawing/2014/main" id="{A3D987A5-4C3B-C0BF-B432-A9F2E339E04E}"/>
              </a:ext>
            </a:extLst>
          </p:cNvPr>
          <p:cNvSpPr/>
          <p:nvPr/>
        </p:nvSpPr>
        <p:spPr>
          <a:xfrm>
            <a:off x="2918019" y="2930346"/>
            <a:ext cx="2259680" cy="2088694"/>
          </a:xfrm>
          <a:prstGeom prst="rect">
            <a:avLst/>
          </a:prstGeom>
          <a:noFill/>
          <a:ln w="28575">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
        <p:nvSpPr>
          <p:cNvPr id="9" name="TextBox 8">
            <a:extLst>
              <a:ext uri="{FF2B5EF4-FFF2-40B4-BE49-F238E27FC236}">
                <a16:creationId xmlns:a16="http://schemas.microsoft.com/office/drawing/2014/main" id="{DCF10E20-40BF-C3C0-FB76-FDC891DC11BB}"/>
              </a:ext>
            </a:extLst>
          </p:cNvPr>
          <p:cNvSpPr txBox="1"/>
          <p:nvPr/>
        </p:nvSpPr>
        <p:spPr>
          <a:xfrm>
            <a:off x="3444796" y="4581886"/>
            <a:ext cx="1818527" cy="400110"/>
          </a:xfrm>
          <a:prstGeom prst="rect">
            <a:avLst/>
          </a:prstGeom>
          <a:noFill/>
        </p:spPr>
        <p:txBody>
          <a:bodyPr wrap="square">
            <a:spAutoFit/>
          </a:bodyPr>
          <a:lstStyle/>
          <a:p>
            <a:pPr algn="ctr"/>
            <a:r>
              <a:rPr lang="en-US" sz="2000">
                <a:solidFill>
                  <a:srgbClr val="00B0F0"/>
                </a:solidFill>
              </a:rPr>
              <a:t>1.Tụ Cp(Soc) </a:t>
            </a:r>
          </a:p>
        </p:txBody>
      </p:sp>
      <p:sp>
        <p:nvSpPr>
          <p:cNvPr id="10" name="Rectangle 9">
            <a:extLst>
              <a:ext uri="{FF2B5EF4-FFF2-40B4-BE49-F238E27FC236}">
                <a16:creationId xmlns:a16="http://schemas.microsoft.com/office/drawing/2014/main" id="{2985A47F-7D7D-A07E-D195-8CB8EBC9A0B2}"/>
              </a:ext>
            </a:extLst>
          </p:cNvPr>
          <p:cNvSpPr/>
          <p:nvPr/>
        </p:nvSpPr>
        <p:spPr>
          <a:xfrm>
            <a:off x="2377440" y="1092434"/>
            <a:ext cx="3525520" cy="1574595"/>
          </a:xfrm>
          <a:prstGeom prst="rect">
            <a:avLst/>
          </a:prstGeom>
          <a:noFill/>
          <a:ln w="28575">
            <a:solidFill>
              <a:schemeClr val="accent4">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
        <p:nvSpPr>
          <p:cNvPr id="11" name="TextBox 10">
            <a:extLst>
              <a:ext uri="{FF2B5EF4-FFF2-40B4-BE49-F238E27FC236}">
                <a16:creationId xmlns:a16="http://schemas.microsoft.com/office/drawing/2014/main" id="{95DB9701-4F77-06BE-2B5B-7FD25ABB4C8C}"/>
              </a:ext>
            </a:extLst>
          </p:cNvPr>
          <p:cNvSpPr txBox="1"/>
          <p:nvPr/>
        </p:nvSpPr>
        <p:spPr>
          <a:xfrm>
            <a:off x="4475131" y="2219514"/>
            <a:ext cx="1555834" cy="338554"/>
          </a:xfrm>
          <a:prstGeom prst="rect">
            <a:avLst/>
          </a:prstGeom>
          <a:noFill/>
        </p:spPr>
        <p:txBody>
          <a:bodyPr wrap="square">
            <a:spAutoFit/>
          </a:bodyPr>
          <a:lstStyle/>
          <a:p>
            <a:pPr algn="ctr"/>
            <a:r>
              <a:rPr lang="en-US" sz="1600">
                <a:solidFill>
                  <a:schemeClr val="accent4">
                    <a:lumMod val="75000"/>
                  </a:schemeClr>
                </a:solidFill>
              </a:rPr>
              <a:t>2.Rp(Soc)</a:t>
            </a:r>
          </a:p>
        </p:txBody>
      </p:sp>
      <p:pic>
        <p:nvPicPr>
          <p:cNvPr id="14" name="Picture 13">
            <a:extLst>
              <a:ext uri="{FF2B5EF4-FFF2-40B4-BE49-F238E27FC236}">
                <a16:creationId xmlns:a16="http://schemas.microsoft.com/office/drawing/2014/main" id="{A64A7BE9-8853-9E4C-EEAB-B1BC62014A01}"/>
              </a:ext>
            </a:extLst>
          </p:cNvPr>
          <p:cNvPicPr>
            <a:picLocks noChangeAspect="1"/>
          </p:cNvPicPr>
          <p:nvPr/>
        </p:nvPicPr>
        <p:blipFill>
          <a:blip r:embed="rId5"/>
          <a:stretch>
            <a:fillRect/>
          </a:stretch>
        </p:blipFill>
        <p:spPr>
          <a:xfrm>
            <a:off x="375468" y="4156182"/>
            <a:ext cx="1571134" cy="1407018"/>
          </a:xfrm>
          <a:prstGeom prst="rect">
            <a:avLst/>
          </a:prstGeom>
        </p:spPr>
        <p:style>
          <a:lnRef idx="2">
            <a:schemeClr val="dk1"/>
          </a:lnRef>
          <a:fillRef idx="1">
            <a:schemeClr val="lt1"/>
          </a:fillRef>
          <a:effectRef idx="0">
            <a:schemeClr val="dk1"/>
          </a:effectRef>
          <a:fontRef idx="minor">
            <a:schemeClr val="dk1"/>
          </a:fontRef>
        </p:style>
      </p:pic>
      <p:cxnSp>
        <p:nvCxnSpPr>
          <p:cNvPr id="16" name="Straight Connector 15">
            <a:extLst>
              <a:ext uri="{FF2B5EF4-FFF2-40B4-BE49-F238E27FC236}">
                <a16:creationId xmlns:a16="http://schemas.microsoft.com/office/drawing/2014/main" id="{9EEA3FC6-9681-781C-21CF-985247028268}"/>
              </a:ext>
            </a:extLst>
          </p:cNvPr>
          <p:cNvCxnSpPr>
            <a:cxnSpLocks/>
          </p:cNvCxnSpPr>
          <p:nvPr/>
        </p:nvCxnSpPr>
        <p:spPr>
          <a:xfrm flipH="1">
            <a:off x="375468" y="3200400"/>
            <a:ext cx="1019205" cy="9518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1F5F17D-1D59-549E-A9E2-A1DD49E47189}"/>
              </a:ext>
            </a:extLst>
          </p:cNvPr>
          <p:cNvCxnSpPr>
            <a:cxnSpLocks/>
          </p:cNvCxnSpPr>
          <p:nvPr/>
        </p:nvCxnSpPr>
        <p:spPr>
          <a:xfrm flipH="1">
            <a:off x="1955302" y="3938016"/>
            <a:ext cx="62474" cy="214271"/>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D7C72ED-9EA0-E67B-BDD7-FCCA5B002B4C}"/>
              </a:ext>
            </a:extLst>
          </p:cNvPr>
          <p:cNvSpPr txBox="1"/>
          <p:nvPr/>
        </p:nvSpPr>
        <p:spPr>
          <a:xfrm>
            <a:off x="263952" y="5582870"/>
            <a:ext cx="1650187" cy="276999"/>
          </a:xfrm>
          <a:prstGeom prst="rect">
            <a:avLst/>
          </a:prstGeom>
          <a:noFill/>
        </p:spPr>
        <p:txBody>
          <a:bodyPr wrap="square">
            <a:spAutoFit/>
          </a:bodyPr>
          <a:lstStyle/>
          <a:p>
            <a:pPr algn="ctr"/>
            <a:r>
              <a:rPr lang="en-US" sz="1200">
                <a:solidFill>
                  <a:srgbClr val="FF0000"/>
                </a:solidFill>
                <a:sym typeface="Wingdings" panose="05000000000000000000" pitchFamily="2" charset="2"/>
              </a:rPr>
              <a:t> Cần bổ sung Cp,Rp</a:t>
            </a:r>
            <a:endParaRPr lang="en-US" sz="1200">
              <a:solidFill>
                <a:srgbClr val="FF0000"/>
              </a:solidFill>
            </a:endParaRPr>
          </a:p>
        </p:txBody>
      </p:sp>
      <p:sp>
        <p:nvSpPr>
          <p:cNvPr id="25" name="Rectangle 24">
            <a:extLst>
              <a:ext uri="{FF2B5EF4-FFF2-40B4-BE49-F238E27FC236}">
                <a16:creationId xmlns:a16="http://schemas.microsoft.com/office/drawing/2014/main" id="{42E4F092-1C4A-F289-5D3C-630347B4F724}"/>
              </a:ext>
            </a:extLst>
          </p:cNvPr>
          <p:cNvSpPr/>
          <p:nvPr/>
        </p:nvSpPr>
        <p:spPr>
          <a:xfrm>
            <a:off x="390842" y="5147436"/>
            <a:ext cx="423863" cy="122055"/>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7C14FF4-627E-E18F-F8E1-ECABEB20D968}"/>
              </a:ext>
            </a:extLst>
          </p:cNvPr>
          <p:cNvSpPr/>
          <p:nvPr/>
        </p:nvSpPr>
        <p:spPr>
          <a:xfrm>
            <a:off x="390842" y="5430982"/>
            <a:ext cx="595313" cy="122055"/>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C7AD92C-DD6C-DDF2-5C02-F427F3739AB9}"/>
              </a:ext>
            </a:extLst>
          </p:cNvPr>
          <p:cNvSpPr txBox="1"/>
          <p:nvPr/>
        </p:nvSpPr>
        <p:spPr>
          <a:xfrm>
            <a:off x="2793683" y="6003626"/>
            <a:ext cx="3859277" cy="292388"/>
          </a:xfrm>
          <a:prstGeom prst="rect">
            <a:avLst/>
          </a:prstGeom>
          <a:noFill/>
        </p:spPr>
        <p:txBody>
          <a:bodyPr wrap="square">
            <a:spAutoFit/>
          </a:bodyPr>
          <a:lstStyle/>
          <a:p>
            <a:pPr algn="ctr"/>
            <a:r>
              <a:rPr lang="en-US" sz="1300"/>
              <a:t>H4 :Mô phỏng sạc CC trên Psim </a:t>
            </a:r>
          </a:p>
        </p:txBody>
      </p:sp>
    </p:spTree>
    <p:extLst>
      <p:ext uri="{BB962C8B-B14F-4D97-AF65-F5344CB8AC3E}">
        <p14:creationId xmlns:p14="http://schemas.microsoft.com/office/powerpoint/2010/main" val="2341276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3BE84-BAD0-0B50-D3EB-25CF19D931B0}"/>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09A37F91-6FAF-94CE-A78D-7302A5F10681}"/>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14</a:t>
            </a:fld>
            <a:r>
              <a:rPr lang="en-US"/>
              <a:t> 	</a:t>
            </a:r>
          </a:p>
        </p:txBody>
      </p:sp>
      <p:sp>
        <p:nvSpPr>
          <p:cNvPr id="20" name="Date Placeholder 3">
            <a:extLst>
              <a:ext uri="{FF2B5EF4-FFF2-40B4-BE49-F238E27FC236}">
                <a16:creationId xmlns:a16="http://schemas.microsoft.com/office/drawing/2014/main" id="{89964522-AE02-9E7D-D7A6-1B0DA9735701}"/>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38C6EB9F-C60D-1007-EBEB-EB6A896B2FD2}"/>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2" name="Title 4">
            <a:extLst>
              <a:ext uri="{FF2B5EF4-FFF2-40B4-BE49-F238E27FC236}">
                <a16:creationId xmlns:a16="http://schemas.microsoft.com/office/drawing/2014/main" id="{49943438-A19C-898A-B89B-72993A0B1D69}"/>
              </a:ext>
            </a:extLst>
          </p:cNvPr>
          <p:cNvSpPr>
            <a:spLocks noGrp="1"/>
          </p:cNvSpPr>
          <p:nvPr>
            <p:ph type="title"/>
          </p:nvPr>
        </p:nvSpPr>
        <p:spPr>
          <a:xfrm>
            <a:off x="466887" y="89570"/>
            <a:ext cx="9766931" cy="548731"/>
          </a:xfrm>
        </p:spPr>
        <p:txBody>
          <a:bodyPr/>
          <a:lstStyle/>
          <a:p>
            <a:r>
              <a:rPr lang="en-US" sz="3600">
                <a:solidFill>
                  <a:srgbClr val="262626"/>
                </a:solidFill>
              </a:rPr>
              <a:t>III. Mô phỏng Psim </a:t>
            </a:r>
            <a:endParaRPr lang="en-US" sz="3600"/>
          </a:p>
        </p:txBody>
      </p:sp>
      <p:sp>
        <p:nvSpPr>
          <p:cNvPr id="2" name="TextBox 1">
            <a:extLst>
              <a:ext uri="{FF2B5EF4-FFF2-40B4-BE49-F238E27FC236}">
                <a16:creationId xmlns:a16="http://schemas.microsoft.com/office/drawing/2014/main" id="{4749CE35-3C20-0B5A-66FC-7813A8973FF1}"/>
              </a:ext>
            </a:extLst>
          </p:cNvPr>
          <p:cNvSpPr txBox="1"/>
          <p:nvPr/>
        </p:nvSpPr>
        <p:spPr>
          <a:xfrm>
            <a:off x="0" y="893554"/>
            <a:ext cx="10306050" cy="523220"/>
          </a:xfrm>
          <a:prstGeom prst="rect">
            <a:avLst/>
          </a:prstGeom>
          <a:noFill/>
        </p:spPr>
        <p:txBody>
          <a:bodyPr wrap="square">
            <a:spAutoFit/>
          </a:bodyPr>
          <a:lstStyle/>
          <a:p>
            <a:r>
              <a:rPr lang="en-US" sz="2800" b="1">
                <a:solidFill>
                  <a:srgbClr val="262626"/>
                </a:solidFill>
              </a:rPr>
              <a:t>1. Tụ điện Cp(SOC) (Tham khảo [3]) </a:t>
            </a:r>
            <a:endParaRPr lang="en-US" sz="1000">
              <a:solidFill>
                <a:srgbClr val="262626"/>
              </a:solidFill>
            </a:endParaRPr>
          </a:p>
        </p:txBody>
      </p:sp>
      <p:pic>
        <p:nvPicPr>
          <p:cNvPr id="8" name="Picture 7">
            <a:extLst>
              <a:ext uri="{FF2B5EF4-FFF2-40B4-BE49-F238E27FC236}">
                <a16:creationId xmlns:a16="http://schemas.microsoft.com/office/drawing/2014/main" id="{6AB1E436-9638-4556-61D1-6BCF591AE0A1}"/>
              </a:ext>
            </a:extLst>
          </p:cNvPr>
          <p:cNvPicPr>
            <a:picLocks noChangeAspect="1"/>
          </p:cNvPicPr>
          <p:nvPr/>
        </p:nvPicPr>
        <p:blipFill>
          <a:blip r:embed="rId3"/>
          <a:srcRect l="8794"/>
          <a:stretch/>
        </p:blipFill>
        <p:spPr>
          <a:xfrm>
            <a:off x="6307545" y="1715034"/>
            <a:ext cx="3153969" cy="1371791"/>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2121B4E-9562-9042-30BD-650560131412}"/>
                  </a:ext>
                </a:extLst>
              </p:cNvPr>
              <p:cNvSpPr txBox="1"/>
              <p:nvPr/>
            </p:nvSpPr>
            <p:spPr>
              <a:xfrm>
                <a:off x="322897" y="1401146"/>
                <a:ext cx="6318211" cy="1798826"/>
              </a:xfrm>
              <a:prstGeom prst="rect">
                <a:avLst/>
              </a:prstGeom>
              <a:noFill/>
            </p:spPr>
            <p:txBody>
              <a:bodyPr wrap="square">
                <a:spAutoFit/>
              </a:bodyPr>
              <a:lstStyle/>
              <a:p>
                <a:pPr marL="342900" indent="-342900">
                  <a:buFont typeface="Courier New" panose="02070309020205020404" pitchFamily="49" charset="0"/>
                  <a:buChar char="o"/>
                </a:pPr>
                <a:r>
                  <a:rPr lang="en-US" sz="2000" b="1">
                    <a:solidFill>
                      <a:srgbClr val="262626"/>
                    </a:solidFill>
                  </a:rPr>
                  <a:t>(1) : Khối time </a:t>
                </a:r>
              </a:p>
              <a:p>
                <a:r>
                  <a:rPr lang="en-US" sz="2000">
                    <a:solidFill>
                      <a:srgbClr val="262626"/>
                    </a:solidFill>
                    <a:sym typeface="Wingdings" panose="05000000000000000000" pitchFamily="2" charset="2"/>
                  </a:rPr>
                  <a:t>Tạo đầu vào là t (s)</a:t>
                </a:r>
              </a:p>
              <a:p>
                <a:pPr marL="342900" indent="-342900">
                  <a:buFont typeface="Courier New" panose="02070309020205020404" pitchFamily="49" charset="0"/>
                  <a:buChar char="o"/>
                </a:pPr>
                <a:r>
                  <a:rPr lang="en-US" sz="2000" b="1">
                    <a:solidFill>
                      <a:srgbClr val="262626"/>
                    </a:solidFill>
                    <a:sym typeface="Wingdings" panose="05000000000000000000" pitchFamily="2" charset="2"/>
                  </a:rPr>
                  <a:t>(2) : Khối gain </a:t>
                </a:r>
              </a:p>
              <a:p>
                <a:r>
                  <a:rPr lang="en-US" sz="2000">
                    <a:solidFill>
                      <a:srgbClr val="262626"/>
                    </a:solidFill>
                    <a:sym typeface="Wingdings" panose="05000000000000000000" pitchFamily="2" charset="2"/>
                  </a:rPr>
                  <a:t> Chuyển đầu vào từ t sang SoC </a:t>
                </a:r>
              </a:p>
              <a:p>
                <a:r>
                  <a:rPr lang="en-US" sz="2000">
                    <a:solidFill>
                      <a:srgbClr val="262626"/>
                    </a:solidFill>
                    <a:sym typeface="Wingdings" panose="05000000000000000000" pitchFamily="2" charset="2"/>
                  </a:rPr>
                  <a:t>     (CT coulomb : </a:t>
                </a:r>
                <a14:m>
                  <m:oMath xmlns:m="http://schemas.openxmlformats.org/officeDocument/2006/math">
                    <m:r>
                      <a:rPr lang="en-US" sz="2000" b="0" i="1" smtClean="0">
                        <a:solidFill>
                          <a:srgbClr val="262626"/>
                        </a:solidFill>
                        <a:latin typeface="Cambria Math" panose="02040503050406030204" pitchFamily="18" charset="0"/>
                        <a:sym typeface="Wingdings" panose="05000000000000000000" pitchFamily="2" charset="2"/>
                      </a:rPr>
                      <m:t>𝑆𝑜𝐶</m:t>
                    </m:r>
                    <m:d>
                      <m:dPr>
                        <m:ctrlPr>
                          <a:rPr lang="en-US" sz="2000" b="0" i="1" smtClean="0">
                            <a:solidFill>
                              <a:srgbClr val="262626"/>
                            </a:solidFill>
                            <a:latin typeface="Cambria Math" panose="02040503050406030204" pitchFamily="18" charset="0"/>
                            <a:sym typeface="Wingdings" panose="05000000000000000000" pitchFamily="2" charset="2"/>
                          </a:rPr>
                        </m:ctrlPr>
                      </m:dPr>
                      <m:e>
                        <m:r>
                          <a:rPr lang="en-US" sz="2000" b="0" i="1" smtClean="0">
                            <a:solidFill>
                              <a:srgbClr val="262626"/>
                            </a:solidFill>
                            <a:latin typeface="Cambria Math" panose="02040503050406030204" pitchFamily="18" charset="0"/>
                            <a:sym typeface="Wingdings" panose="05000000000000000000" pitchFamily="2" charset="2"/>
                          </a:rPr>
                          <m:t>𝑡</m:t>
                        </m:r>
                      </m:e>
                    </m:d>
                    <m:r>
                      <a:rPr lang="en-US" sz="2000" b="0" i="1" smtClean="0">
                        <a:solidFill>
                          <a:srgbClr val="262626"/>
                        </a:solidFill>
                        <a:latin typeface="Cambria Math" panose="02040503050406030204" pitchFamily="18" charset="0"/>
                        <a:sym typeface="Wingdings" panose="05000000000000000000" pitchFamily="2" charset="2"/>
                      </a:rPr>
                      <m:t>=</m:t>
                    </m:r>
                    <m:f>
                      <m:fPr>
                        <m:ctrlPr>
                          <a:rPr lang="en-US" sz="2000" b="0" i="1" smtClean="0">
                            <a:solidFill>
                              <a:srgbClr val="262626"/>
                            </a:solidFill>
                            <a:latin typeface="Cambria Math" panose="02040503050406030204" pitchFamily="18" charset="0"/>
                            <a:sym typeface="Wingdings" panose="05000000000000000000" pitchFamily="2" charset="2"/>
                          </a:rPr>
                        </m:ctrlPr>
                      </m:fPr>
                      <m:num>
                        <m:r>
                          <a:rPr lang="en-US" sz="2000" b="0" i="1" smtClean="0">
                            <a:solidFill>
                              <a:srgbClr val="262626"/>
                            </a:solidFill>
                            <a:latin typeface="Cambria Math" panose="02040503050406030204" pitchFamily="18" charset="0"/>
                            <a:sym typeface="Wingdings" panose="05000000000000000000" pitchFamily="2" charset="2"/>
                          </a:rPr>
                          <m:t>𝐼</m:t>
                        </m:r>
                      </m:num>
                      <m:den>
                        <m:sSub>
                          <m:sSubPr>
                            <m:ctrlPr>
                              <a:rPr lang="en-US" sz="2000" b="0" i="1" smtClean="0">
                                <a:solidFill>
                                  <a:srgbClr val="262626"/>
                                </a:solidFill>
                                <a:latin typeface="Cambria Math" panose="02040503050406030204" pitchFamily="18" charset="0"/>
                                <a:sym typeface="Wingdings" panose="05000000000000000000" pitchFamily="2" charset="2"/>
                              </a:rPr>
                            </m:ctrlPr>
                          </m:sSubPr>
                          <m:e>
                            <m:r>
                              <a:rPr lang="en-US" sz="2000" b="0" i="1" smtClean="0">
                                <a:solidFill>
                                  <a:srgbClr val="262626"/>
                                </a:solidFill>
                                <a:latin typeface="Cambria Math" panose="02040503050406030204" pitchFamily="18" charset="0"/>
                                <a:sym typeface="Wingdings" panose="05000000000000000000" pitchFamily="2" charset="2"/>
                              </a:rPr>
                              <m:t>𝑄</m:t>
                            </m:r>
                          </m:e>
                          <m:sub>
                            <m:r>
                              <a:rPr lang="en-US" sz="2000" b="0" i="1" smtClean="0">
                                <a:solidFill>
                                  <a:srgbClr val="262626"/>
                                </a:solidFill>
                                <a:latin typeface="Cambria Math" panose="02040503050406030204" pitchFamily="18" charset="0"/>
                                <a:sym typeface="Wingdings" panose="05000000000000000000" pitchFamily="2" charset="2"/>
                              </a:rPr>
                              <m:t>0</m:t>
                            </m:r>
                          </m:sub>
                        </m:sSub>
                      </m:den>
                    </m:f>
                    <m:r>
                      <a:rPr lang="en-US" sz="2000" b="0" i="1" smtClean="0">
                        <a:solidFill>
                          <a:srgbClr val="262626"/>
                        </a:solidFill>
                        <a:latin typeface="Cambria Math" panose="02040503050406030204" pitchFamily="18" charset="0"/>
                        <a:sym typeface="Wingdings" panose="05000000000000000000" pitchFamily="2" charset="2"/>
                      </a:rPr>
                      <m:t>.</m:t>
                    </m:r>
                    <m:r>
                      <a:rPr lang="en-US" sz="2000" b="0" i="1" smtClean="0">
                        <a:solidFill>
                          <a:srgbClr val="262626"/>
                        </a:solidFill>
                        <a:latin typeface="Cambria Math" panose="02040503050406030204" pitchFamily="18" charset="0"/>
                        <a:sym typeface="Wingdings" panose="05000000000000000000" pitchFamily="2" charset="2"/>
                      </a:rPr>
                      <m:t>𝑡</m:t>
                    </m:r>
                    <m:r>
                      <a:rPr lang="en-US" sz="2000" b="0" i="1" smtClean="0">
                        <a:solidFill>
                          <a:srgbClr val="262626"/>
                        </a:solidFill>
                        <a:latin typeface="Cambria Math" panose="02040503050406030204" pitchFamily="18" charset="0"/>
                        <a:sym typeface="Wingdings" panose="05000000000000000000" pitchFamily="2" charset="2"/>
                      </a:rPr>
                      <m:t>=</m:t>
                    </m:r>
                    <m:r>
                      <a:rPr lang="en-US" sz="2000" b="0" i="1" smtClean="0">
                        <a:solidFill>
                          <a:srgbClr val="262626"/>
                        </a:solidFill>
                        <a:latin typeface="Cambria Math" panose="02040503050406030204" pitchFamily="18" charset="0"/>
                        <a:sym typeface="Wingdings" panose="05000000000000000000" pitchFamily="2" charset="2"/>
                      </a:rPr>
                      <m:t>𝑡</m:t>
                    </m:r>
                    <m:r>
                      <a:rPr lang="en-US" sz="2000" b="0" i="1" smtClean="0">
                        <a:solidFill>
                          <a:srgbClr val="262626"/>
                        </a:solidFill>
                        <a:latin typeface="Cambria Math" panose="02040503050406030204" pitchFamily="18" charset="0"/>
                        <a:sym typeface="Wingdings" panose="05000000000000000000" pitchFamily="2" charset="2"/>
                      </a:rPr>
                      <m:t>/3600</m:t>
                    </m:r>
                  </m:oMath>
                </a14:m>
                <a:r>
                  <a:rPr lang="en-US" sz="2000">
                    <a:solidFill>
                      <a:srgbClr val="262626"/>
                    </a:solidFill>
                  </a:rPr>
                  <a:t>)</a:t>
                </a:r>
              </a:p>
            </p:txBody>
          </p:sp>
        </mc:Choice>
        <mc:Fallback xmlns="">
          <p:sp>
            <p:nvSpPr>
              <p:cNvPr id="11" name="TextBox 10">
                <a:extLst>
                  <a:ext uri="{FF2B5EF4-FFF2-40B4-BE49-F238E27FC236}">
                    <a16:creationId xmlns:a16="http://schemas.microsoft.com/office/drawing/2014/main" id="{B2121B4E-9562-9042-30BD-650560131412}"/>
                  </a:ext>
                </a:extLst>
              </p:cNvPr>
              <p:cNvSpPr txBox="1">
                <a:spLocks noRot="1" noChangeAspect="1" noMove="1" noResize="1" noEditPoints="1" noAdjustHandles="1" noChangeArrowheads="1" noChangeShapeType="1" noTextEdit="1"/>
              </p:cNvSpPr>
              <p:nvPr/>
            </p:nvSpPr>
            <p:spPr>
              <a:xfrm>
                <a:off x="322897" y="1401146"/>
                <a:ext cx="6318211" cy="1798826"/>
              </a:xfrm>
              <a:prstGeom prst="rect">
                <a:avLst/>
              </a:prstGeom>
              <a:blipFill>
                <a:blip r:embed="rId4"/>
                <a:stretch>
                  <a:fillRect l="-1062" t="-1695"/>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9ED142A3-2E36-BDA9-A755-8BE608D13223}"/>
              </a:ext>
            </a:extLst>
          </p:cNvPr>
          <p:cNvSpPr txBox="1"/>
          <p:nvPr/>
        </p:nvSpPr>
        <p:spPr>
          <a:xfrm>
            <a:off x="8431257" y="1801010"/>
            <a:ext cx="467210" cy="338554"/>
          </a:xfrm>
          <a:prstGeom prst="rect">
            <a:avLst/>
          </a:prstGeom>
          <a:noFill/>
        </p:spPr>
        <p:txBody>
          <a:bodyPr wrap="square">
            <a:spAutoFit/>
          </a:bodyPr>
          <a:lstStyle/>
          <a:p>
            <a:r>
              <a:rPr lang="en-US" sz="1600">
                <a:solidFill>
                  <a:srgbClr val="FF0000"/>
                </a:solidFill>
                <a:highlight>
                  <a:srgbClr val="FFFF00"/>
                </a:highlight>
              </a:rPr>
              <a:t>(4)</a:t>
            </a:r>
          </a:p>
        </p:txBody>
      </p:sp>
      <p:sp>
        <p:nvSpPr>
          <p:cNvPr id="24" name="TextBox 23">
            <a:extLst>
              <a:ext uri="{FF2B5EF4-FFF2-40B4-BE49-F238E27FC236}">
                <a16:creationId xmlns:a16="http://schemas.microsoft.com/office/drawing/2014/main" id="{81BB7173-1444-66A9-697A-BF56D790BE57}"/>
              </a:ext>
            </a:extLst>
          </p:cNvPr>
          <p:cNvSpPr txBox="1"/>
          <p:nvPr/>
        </p:nvSpPr>
        <p:spPr>
          <a:xfrm>
            <a:off x="7730217" y="2068977"/>
            <a:ext cx="467210" cy="338554"/>
          </a:xfrm>
          <a:prstGeom prst="rect">
            <a:avLst/>
          </a:prstGeom>
          <a:noFill/>
        </p:spPr>
        <p:txBody>
          <a:bodyPr wrap="square">
            <a:spAutoFit/>
          </a:bodyPr>
          <a:lstStyle/>
          <a:p>
            <a:r>
              <a:rPr lang="en-US" sz="1600">
                <a:solidFill>
                  <a:srgbClr val="FF0000"/>
                </a:solidFill>
                <a:highlight>
                  <a:srgbClr val="FFFF00"/>
                </a:highlight>
              </a:rPr>
              <a:t>(3)</a:t>
            </a:r>
          </a:p>
        </p:txBody>
      </p:sp>
      <p:sp>
        <p:nvSpPr>
          <p:cNvPr id="25" name="TextBox 24">
            <a:extLst>
              <a:ext uri="{FF2B5EF4-FFF2-40B4-BE49-F238E27FC236}">
                <a16:creationId xmlns:a16="http://schemas.microsoft.com/office/drawing/2014/main" id="{28C3BA06-8D1B-387C-3003-DD18AD0D115C}"/>
              </a:ext>
            </a:extLst>
          </p:cNvPr>
          <p:cNvSpPr txBox="1"/>
          <p:nvPr/>
        </p:nvSpPr>
        <p:spPr>
          <a:xfrm>
            <a:off x="7173957" y="2160359"/>
            <a:ext cx="467210" cy="338554"/>
          </a:xfrm>
          <a:prstGeom prst="rect">
            <a:avLst/>
          </a:prstGeom>
          <a:noFill/>
        </p:spPr>
        <p:txBody>
          <a:bodyPr wrap="square">
            <a:spAutoFit/>
          </a:bodyPr>
          <a:lstStyle/>
          <a:p>
            <a:r>
              <a:rPr lang="en-US" sz="1600">
                <a:solidFill>
                  <a:srgbClr val="FF0000"/>
                </a:solidFill>
                <a:highlight>
                  <a:srgbClr val="FFFF00"/>
                </a:highlight>
              </a:rPr>
              <a:t>(2)</a:t>
            </a:r>
          </a:p>
        </p:txBody>
      </p:sp>
      <p:sp>
        <p:nvSpPr>
          <p:cNvPr id="26" name="TextBox 25">
            <a:extLst>
              <a:ext uri="{FF2B5EF4-FFF2-40B4-BE49-F238E27FC236}">
                <a16:creationId xmlns:a16="http://schemas.microsoft.com/office/drawing/2014/main" id="{EEEAE55C-B5DC-C504-A846-930917ACB5FA}"/>
              </a:ext>
            </a:extLst>
          </p:cNvPr>
          <p:cNvSpPr txBox="1"/>
          <p:nvPr/>
        </p:nvSpPr>
        <p:spPr>
          <a:xfrm>
            <a:off x="6624175" y="2231652"/>
            <a:ext cx="467210" cy="369332"/>
          </a:xfrm>
          <a:prstGeom prst="rect">
            <a:avLst/>
          </a:prstGeom>
          <a:noFill/>
        </p:spPr>
        <p:txBody>
          <a:bodyPr wrap="square">
            <a:spAutoFit/>
          </a:bodyPr>
          <a:lstStyle/>
          <a:p>
            <a:r>
              <a:rPr lang="en-US">
                <a:solidFill>
                  <a:srgbClr val="FF0000"/>
                </a:solidFill>
                <a:highlight>
                  <a:srgbClr val="FFFF00"/>
                </a:highlight>
              </a:rPr>
              <a:t>(1)</a:t>
            </a:r>
          </a:p>
        </p:txBody>
      </p:sp>
      <p:sp>
        <p:nvSpPr>
          <p:cNvPr id="27" name="TextBox 26">
            <a:extLst>
              <a:ext uri="{FF2B5EF4-FFF2-40B4-BE49-F238E27FC236}">
                <a16:creationId xmlns:a16="http://schemas.microsoft.com/office/drawing/2014/main" id="{C96CBDF9-88C6-B55F-3D5C-94D204E35E0C}"/>
              </a:ext>
            </a:extLst>
          </p:cNvPr>
          <p:cNvSpPr txBox="1"/>
          <p:nvPr/>
        </p:nvSpPr>
        <p:spPr>
          <a:xfrm>
            <a:off x="322898" y="3124188"/>
            <a:ext cx="5756169" cy="400110"/>
          </a:xfrm>
          <a:prstGeom prst="rect">
            <a:avLst/>
          </a:prstGeom>
          <a:noFill/>
        </p:spPr>
        <p:txBody>
          <a:bodyPr wrap="square">
            <a:spAutoFit/>
          </a:bodyPr>
          <a:lstStyle/>
          <a:p>
            <a:pPr marL="342900" indent="-342900">
              <a:buFont typeface="Courier New" panose="02070309020205020404" pitchFamily="49" charset="0"/>
              <a:buChar char="o"/>
            </a:pPr>
            <a:r>
              <a:rPr lang="en-US" sz="2000" b="1">
                <a:solidFill>
                  <a:srgbClr val="262626"/>
                </a:solidFill>
              </a:rPr>
              <a:t>(3) : Bảng giá trị mqh của đầu vào và đầu ra  </a:t>
            </a:r>
          </a:p>
        </p:txBody>
      </p:sp>
      <p:pic>
        <p:nvPicPr>
          <p:cNvPr id="29" name="Picture 28">
            <a:extLst>
              <a:ext uri="{FF2B5EF4-FFF2-40B4-BE49-F238E27FC236}">
                <a16:creationId xmlns:a16="http://schemas.microsoft.com/office/drawing/2014/main" id="{6EB6F641-8788-91A4-1C70-C7E0F6810903}"/>
              </a:ext>
            </a:extLst>
          </p:cNvPr>
          <p:cNvPicPr>
            <a:picLocks noChangeAspect="1"/>
          </p:cNvPicPr>
          <p:nvPr/>
        </p:nvPicPr>
        <p:blipFill>
          <a:blip r:embed="rId5"/>
          <a:srcRect t="26859"/>
          <a:stretch/>
        </p:blipFill>
        <p:spPr>
          <a:xfrm>
            <a:off x="1021285" y="4066178"/>
            <a:ext cx="3240677" cy="1989806"/>
          </a:xfrm>
          <a:prstGeom prst="rect">
            <a:avLst/>
          </a:prstGeom>
        </p:spPr>
        <p:style>
          <a:lnRef idx="2">
            <a:schemeClr val="dk1"/>
          </a:lnRef>
          <a:fillRef idx="1">
            <a:schemeClr val="lt1"/>
          </a:fillRef>
          <a:effectRef idx="0">
            <a:schemeClr val="dk1"/>
          </a:effectRef>
          <a:fontRef idx="minor">
            <a:schemeClr val="dk1"/>
          </a:fontRef>
        </p:style>
      </p:pic>
      <p:sp>
        <p:nvSpPr>
          <p:cNvPr id="30" name="TextBox 29">
            <a:extLst>
              <a:ext uri="{FF2B5EF4-FFF2-40B4-BE49-F238E27FC236}">
                <a16:creationId xmlns:a16="http://schemas.microsoft.com/office/drawing/2014/main" id="{3307C82E-2F74-EA20-C4E4-A230C205DDE4}"/>
              </a:ext>
            </a:extLst>
          </p:cNvPr>
          <p:cNvSpPr txBox="1"/>
          <p:nvPr/>
        </p:nvSpPr>
        <p:spPr>
          <a:xfrm>
            <a:off x="322898" y="3478872"/>
            <a:ext cx="6166696" cy="400110"/>
          </a:xfrm>
          <a:prstGeom prst="rect">
            <a:avLst/>
          </a:prstGeom>
          <a:noFill/>
        </p:spPr>
        <p:txBody>
          <a:bodyPr wrap="square">
            <a:spAutoFit/>
          </a:bodyPr>
          <a:lstStyle/>
          <a:p>
            <a:pPr marL="342900" indent="-342900">
              <a:buFont typeface="Courier New" panose="02070309020205020404" pitchFamily="49" charset="0"/>
              <a:buChar char="o"/>
            </a:pPr>
            <a:r>
              <a:rPr lang="en-US" sz="2000" b="1">
                <a:solidFill>
                  <a:srgbClr val="262626"/>
                </a:solidFill>
              </a:rPr>
              <a:t>(4) : Tụ điện biến thiên theo t </a:t>
            </a:r>
          </a:p>
        </p:txBody>
      </p:sp>
      <p:pic>
        <p:nvPicPr>
          <p:cNvPr id="32" name="Picture 31">
            <a:extLst>
              <a:ext uri="{FF2B5EF4-FFF2-40B4-BE49-F238E27FC236}">
                <a16:creationId xmlns:a16="http://schemas.microsoft.com/office/drawing/2014/main" id="{9835EC42-5FBE-7625-FA69-C7A705B52E6F}"/>
              </a:ext>
            </a:extLst>
          </p:cNvPr>
          <p:cNvPicPr>
            <a:picLocks noChangeAspect="1"/>
          </p:cNvPicPr>
          <p:nvPr/>
        </p:nvPicPr>
        <p:blipFill>
          <a:blip r:embed="rId6"/>
          <a:stretch>
            <a:fillRect/>
          </a:stretch>
        </p:blipFill>
        <p:spPr>
          <a:xfrm>
            <a:off x="6412261" y="3917683"/>
            <a:ext cx="2970661" cy="2138301"/>
          </a:xfrm>
          <a:prstGeom prst="rect">
            <a:avLst/>
          </a:prstGeom>
        </p:spPr>
        <p:style>
          <a:lnRef idx="2">
            <a:schemeClr val="dk1"/>
          </a:lnRef>
          <a:fillRef idx="1">
            <a:schemeClr val="lt1"/>
          </a:fillRef>
          <a:effectRef idx="0">
            <a:schemeClr val="dk1"/>
          </a:effectRef>
          <a:fontRef idx="minor">
            <a:schemeClr val="dk1"/>
          </a:fontRef>
        </p:style>
      </p:pic>
      <p:sp>
        <p:nvSpPr>
          <p:cNvPr id="33" name="TextBox 32">
            <a:extLst>
              <a:ext uri="{FF2B5EF4-FFF2-40B4-BE49-F238E27FC236}">
                <a16:creationId xmlns:a16="http://schemas.microsoft.com/office/drawing/2014/main" id="{325DF7FC-0B44-1F4E-CE38-D655CC6B5A7B}"/>
              </a:ext>
            </a:extLst>
          </p:cNvPr>
          <p:cNvSpPr txBox="1"/>
          <p:nvPr/>
        </p:nvSpPr>
        <p:spPr>
          <a:xfrm>
            <a:off x="8413634" y="5488508"/>
            <a:ext cx="467210" cy="338554"/>
          </a:xfrm>
          <a:prstGeom prst="rect">
            <a:avLst/>
          </a:prstGeom>
          <a:noFill/>
        </p:spPr>
        <p:txBody>
          <a:bodyPr wrap="square">
            <a:spAutoFit/>
          </a:bodyPr>
          <a:lstStyle/>
          <a:p>
            <a:r>
              <a:rPr lang="en-US" sz="1600">
                <a:solidFill>
                  <a:srgbClr val="FF0000"/>
                </a:solidFill>
                <a:highlight>
                  <a:srgbClr val="FFFF00"/>
                </a:highlight>
              </a:rPr>
              <a:t>(4)</a:t>
            </a:r>
          </a:p>
        </p:txBody>
      </p:sp>
      <p:sp>
        <p:nvSpPr>
          <p:cNvPr id="34" name="TextBox 33">
            <a:extLst>
              <a:ext uri="{FF2B5EF4-FFF2-40B4-BE49-F238E27FC236}">
                <a16:creationId xmlns:a16="http://schemas.microsoft.com/office/drawing/2014/main" id="{D6F65EA8-980A-8690-150E-59BBAAA7F6EF}"/>
              </a:ext>
            </a:extLst>
          </p:cNvPr>
          <p:cNvSpPr txBox="1"/>
          <p:nvPr/>
        </p:nvSpPr>
        <p:spPr>
          <a:xfrm>
            <a:off x="3483168" y="5286659"/>
            <a:ext cx="467210" cy="338554"/>
          </a:xfrm>
          <a:prstGeom prst="rect">
            <a:avLst/>
          </a:prstGeom>
          <a:noFill/>
        </p:spPr>
        <p:txBody>
          <a:bodyPr wrap="square">
            <a:spAutoFit/>
          </a:bodyPr>
          <a:lstStyle/>
          <a:p>
            <a:r>
              <a:rPr lang="en-US" sz="1600">
                <a:solidFill>
                  <a:srgbClr val="FF0000"/>
                </a:solidFill>
                <a:highlight>
                  <a:srgbClr val="FFFF00"/>
                </a:highlight>
              </a:rPr>
              <a:t>(3)</a:t>
            </a:r>
          </a:p>
        </p:txBody>
      </p:sp>
    </p:spTree>
    <p:extLst>
      <p:ext uri="{BB962C8B-B14F-4D97-AF65-F5344CB8AC3E}">
        <p14:creationId xmlns:p14="http://schemas.microsoft.com/office/powerpoint/2010/main" val="325759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AE59B-E521-74E0-0A91-778ED47C912E}"/>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36FE8196-700C-CBC2-0BD4-BB3EDCDACA37}"/>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15</a:t>
            </a:fld>
            <a:r>
              <a:rPr lang="en-US"/>
              <a:t> 	</a:t>
            </a:r>
          </a:p>
        </p:txBody>
      </p:sp>
      <p:sp>
        <p:nvSpPr>
          <p:cNvPr id="20" name="Date Placeholder 3">
            <a:extLst>
              <a:ext uri="{FF2B5EF4-FFF2-40B4-BE49-F238E27FC236}">
                <a16:creationId xmlns:a16="http://schemas.microsoft.com/office/drawing/2014/main" id="{BF1CA0DF-8ACC-762E-CFC0-CDE5EAEBFA13}"/>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04A13F61-DD59-6C37-C001-5E728A9961F5}"/>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2" name="Title 4">
            <a:extLst>
              <a:ext uri="{FF2B5EF4-FFF2-40B4-BE49-F238E27FC236}">
                <a16:creationId xmlns:a16="http://schemas.microsoft.com/office/drawing/2014/main" id="{B47C003F-2140-A49A-442D-3697AF7A8EDB}"/>
              </a:ext>
            </a:extLst>
          </p:cNvPr>
          <p:cNvSpPr>
            <a:spLocks noGrp="1"/>
          </p:cNvSpPr>
          <p:nvPr>
            <p:ph type="title"/>
          </p:nvPr>
        </p:nvSpPr>
        <p:spPr>
          <a:xfrm>
            <a:off x="466887" y="89570"/>
            <a:ext cx="9766931" cy="548731"/>
          </a:xfrm>
        </p:spPr>
        <p:txBody>
          <a:bodyPr/>
          <a:lstStyle/>
          <a:p>
            <a:r>
              <a:rPr lang="en-US" sz="3600">
                <a:solidFill>
                  <a:srgbClr val="262626"/>
                </a:solidFill>
              </a:rPr>
              <a:t>III. Mô phỏng Psim </a:t>
            </a:r>
            <a:endParaRPr lang="en-US" sz="3600"/>
          </a:p>
        </p:txBody>
      </p:sp>
      <p:sp>
        <p:nvSpPr>
          <p:cNvPr id="2" name="TextBox 1">
            <a:extLst>
              <a:ext uri="{FF2B5EF4-FFF2-40B4-BE49-F238E27FC236}">
                <a16:creationId xmlns:a16="http://schemas.microsoft.com/office/drawing/2014/main" id="{FE145DAA-B891-28DA-49C3-8F871369C8EF}"/>
              </a:ext>
            </a:extLst>
          </p:cNvPr>
          <p:cNvSpPr txBox="1"/>
          <p:nvPr/>
        </p:nvSpPr>
        <p:spPr>
          <a:xfrm>
            <a:off x="9525" y="893554"/>
            <a:ext cx="10306050" cy="523220"/>
          </a:xfrm>
          <a:prstGeom prst="rect">
            <a:avLst/>
          </a:prstGeom>
          <a:noFill/>
        </p:spPr>
        <p:txBody>
          <a:bodyPr wrap="square">
            <a:spAutoFit/>
          </a:bodyPr>
          <a:lstStyle/>
          <a:p>
            <a:r>
              <a:rPr lang="en-US" sz="2800" b="1">
                <a:solidFill>
                  <a:srgbClr val="262626"/>
                </a:solidFill>
              </a:rPr>
              <a:t>2. Điện trở Rp(SOC) : </a:t>
            </a:r>
            <a:endParaRPr lang="en-US" sz="1000">
              <a:solidFill>
                <a:srgbClr val="262626"/>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31721EE-B579-DD06-EE97-B401CC2B5B19}"/>
                  </a:ext>
                </a:extLst>
              </p:cNvPr>
              <p:cNvSpPr txBox="1"/>
              <p:nvPr/>
            </p:nvSpPr>
            <p:spPr>
              <a:xfrm>
                <a:off x="229599" y="3172996"/>
                <a:ext cx="8171451" cy="1933093"/>
              </a:xfrm>
              <a:prstGeom prst="rect">
                <a:avLst/>
              </a:prstGeom>
              <a:noFill/>
            </p:spPr>
            <p:txBody>
              <a:bodyPr wrap="square">
                <a:spAutoFit/>
              </a:bodyPr>
              <a:lstStyle/>
              <a:p>
                <a:pPr marL="342900" indent="-342900">
                  <a:lnSpc>
                    <a:spcPct val="150000"/>
                  </a:lnSpc>
                  <a:buFont typeface="Courier New" panose="02070309020205020404" pitchFamily="49" charset="0"/>
                  <a:buChar char="o"/>
                </a:pPr>
                <a:r>
                  <a:rPr lang="en-US" sz="2000">
                    <a:solidFill>
                      <a:srgbClr val="262626"/>
                    </a:solidFill>
                  </a:rPr>
                  <a:t>(1) : Bảng giá trị mqh của đầu vào SoC và đầu ra</a:t>
                </a:r>
              </a:p>
              <a:p>
                <a:pPr marL="342900" indent="-342900">
                  <a:lnSpc>
                    <a:spcPct val="150000"/>
                  </a:lnSpc>
                  <a:buFont typeface="Courier New" panose="02070309020205020404" pitchFamily="49" charset="0"/>
                  <a:buChar char="o"/>
                </a:pPr>
                <a:r>
                  <a:rPr lang="en-US" sz="2000">
                    <a:solidFill>
                      <a:srgbClr val="262626"/>
                    </a:solidFill>
                  </a:rPr>
                  <a:t>(2) : Đo điện áp </a:t>
                </a:r>
              </a:p>
              <a:p>
                <a:pPr marL="342900" indent="-342900">
                  <a:lnSpc>
                    <a:spcPct val="150000"/>
                  </a:lnSpc>
                  <a:buFont typeface="Courier New" panose="02070309020205020404" pitchFamily="49" charset="0"/>
                  <a:buChar char="o"/>
                </a:pPr>
                <a:r>
                  <a:rPr lang="en-US" sz="2000">
                    <a:solidFill>
                      <a:srgbClr val="262626"/>
                    </a:solidFill>
                  </a:rPr>
                  <a:t>(3) : Bộ chia với input : Ucp(t), Rp </a:t>
                </a:r>
                <a:r>
                  <a:rPr lang="en-US" sz="2000">
                    <a:solidFill>
                      <a:srgbClr val="262626"/>
                    </a:solidFill>
                    <a:sym typeface="Wingdings" panose="05000000000000000000" pitchFamily="2" charset="2"/>
                  </a:rPr>
                  <a:t> output : dòng điện i_Cp(t) </a:t>
                </a:r>
              </a:p>
              <a:p>
                <a:pPr marL="342900" indent="-342900">
                  <a:lnSpc>
                    <a:spcPct val="150000"/>
                  </a:lnSpc>
                  <a:buFont typeface="Courier New" panose="02070309020205020404" pitchFamily="49" charset="0"/>
                  <a:buChar char="o"/>
                </a:pPr>
                <a:r>
                  <a:rPr lang="en-US" sz="2000">
                    <a:solidFill>
                      <a:srgbClr val="262626"/>
                    </a:solidFill>
                    <a:sym typeface="Wingdings" panose="05000000000000000000" pitchFamily="2" charset="2"/>
                  </a:rPr>
                  <a:t> Biểu diễn </a:t>
                </a:r>
                <a14:m>
                  <m:oMath xmlns:m="http://schemas.openxmlformats.org/officeDocument/2006/math">
                    <m:sSub>
                      <m:sSubPr>
                        <m:ctrlPr>
                          <a:rPr lang="en-US" sz="2000" i="1" smtClean="0">
                            <a:solidFill>
                              <a:srgbClr val="262626"/>
                            </a:solidFill>
                            <a:latin typeface="Cambria Math" panose="02040503050406030204" pitchFamily="18" charset="0"/>
                            <a:sym typeface="Wingdings" panose="05000000000000000000" pitchFamily="2" charset="2"/>
                          </a:rPr>
                        </m:ctrlPr>
                      </m:sSubPr>
                      <m:e>
                        <m:r>
                          <a:rPr lang="en-US" sz="2000" b="0" i="1" smtClean="0">
                            <a:solidFill>
                              <a:srgbClr val="262626"/>
                            </a:solidFill>
                            <a:latin typeface="Cambria Math" panose="02040503050406030204" pitchFamily="18" charset="0"/>
                            <a:sym typeface="Wingdings" panose="05000000000000000000" pitchFamily="2" charset="2"/>
                          </a:rPr>
                          <m:t>𝑈</m:t>
                        </m:r>
                      </m:e>
                      <m:sub>
                        <m:r>
                          <a:rPr lang="en-US" sz="2000" b="0" i="1" smtClean="0">
                            <a:solidFill>
                              <a:srgbClr val="262626"/>
                            </a:solidFill>
                            <a:latin typeface="Cambria Math" panose="02040503050406030204" pitchFamily="18" charset="0"/>
                            <a:sym typeface="Wingdings" panose="05000000000000000000" pitchFamily="2" charset="2"/>
                          </a:rPr>
                          <m:t>𝐶𝑝</m:t>
                        </m:r>
                      </m:sub>
                    </m:sSub>
                    <m:d>
                      <m:dPr>
                        <m:ctrlPr>
                          <a:rPr lang="en-US" sz="2000" i="1" smtClean="0">
                            <a:solidFill>
                              <a:srgbClr val="262626"/>
                            </a:solidFill>
                            <a:latin typeface="Cambria Math" panose="02040503050406030204" pitchFamily="18" charset="0"/>
                            <a:sym typeface="Wingdings" panose="05000000000000000000" pitchFamily="2" charset="2"/>
                          </a:rPr>
                        </m:ctrlPr>
                      </m:dPr>
                      <m:e>
                        <m:r>
                          <a:rPr lang="en-US" sz="2000" b="0" i="1" smtClean="0">
                            <a:solidFill>
                              <a:srgbClr val="262626"/>
                            </a:solidFill>
                            <a:latin typeface="Cambria Math" panose="02040503050406030204" pitchFamily="18" charset="0"/>
                            <a:sym typeface="Wingdings" panose="05000000000000000000" pitchFamily="2" charset="2"/>
                          </a:rPr>
                          <m:t>𝑡</m:t>
                        </m:r>
                      </m:e>
                    </m:d>
                  </m:oMath>
                </a14:m>
                <a:r>
                  <a:rPr lang="en-US" sz="2000">
                    <a:solidFill>
                      <a:srgbClr val="262626"/>
                    </a:solidFill>
                  </a:rPr>
                  <a:t> dưới dạng nguồn dòng </a:t>
                </a:r>
                <a14:m>
                  <m:oMath xmlns:m="http://schemas.openxmlformats.org/officeDocument/2006/math">
                    <m:sSub>
                      <m:sSubPr>
                        <m:ctrlPr>
                          <a:rPr lang="en-US" sz="2000" i="1" smtClean="0">
                            <a:solidFill>
                              <a:srgbClr val="262626"/>
                            </a:solidFill>
                            <a:latin typeface="Cambria Math" panose="02040503050406030204" pitchFamily="18" charset="0"/>
                          </a:rPr>
                        </m:ctrlPr>
                      </m:sSubPr>
                      <m:e>
                        <m:r>
                          <a:rPr lang="en-US" sz="2000" b="0" i="1" smtClean="0">
                            <a:solidFill>
                              <a:srgbClr val="262626"/>
                            </a:solidFill>
                            <a:latin typeface="Cambria Math" panose="02040503050406030204" pitchFamily="18" charset="0"/>
                          </a:rPr>
                          <m:t>𝑖</m:t>
                        </m:r>
                      </m:e>
                      <m:sub>
                        <m:r>
                          <a:rPr lang="en-US" sz="2000" b="0" i="1" smtClean="0">
                            <a:solidFill>
                              <a:srgbClr val="262626"/>
                            </a:solidFill>
                            <a:latin typeface="Cambria Math" panose="02040503050406030204" pitchFamily="18" charset="0"/>
                          </a:rPr>
                          <m:t>𝐶𝑝</m:t>
                        </m:r>
                      </m:sub>
                    </m:sSub>
                    <m:d>
                      <m:dPr>
                        <m:ctrlPr>
                          <a:rPr lang="en-US" sz="2000" i="1" smtClean="0">
                            <a:solidFill>
                              <a:srgbClr val="262626"/>
                            </a:solidFill>
                            <a:latin typeface="Cambria Math" panose="02040503050406030204" pitchFamily="18" charset="0"/>
                          </a:rPr>
                        </m:ctrlPr>
                      </m:dPr>
                      <m:e>
                        <m:r>
                          <a:rPr lang="en-US" sz="2000" b="0" i="1" smtClean="0">
                            <a:solidFill>
                              <a:srgbClr val="262626"/>
                            </a:solidFill>
                            <a:latin typeface="Cambria Math" panose="02040503050406030204" pitchFamily="18" charset="0"/>
                          </a:rPr>
                          <m:t>𝑡</m:t>
                        </m:r>
                      </m:e>
                    </m:d>
                  </m:oMath>
                </a14:m>
                <a:endParaRPr lang="en-US" sz="2000">
                  <a:solidFill>
                    <a:srgbClr val="262626"/>
                  </a:solidFill>
                </a:endParaRPr>
              </a:p>
            </p:txBody>
          </p:sp>
        </mc:Choice>
        <mc:Fallback xmlns="">
          <p:sp>
            <p:nvSpPr>
              <p:cNvPr id="6" name="TextBox 5">
                <a:extLst>
                  <a:ext uri="{FF2B5EF4-FFF2-40B4-BE49-F238E27FC236}">
                    <a16:creationId xmlns:a16="http://schemas.microsoft.com/office/drawing/2014/main" id="{231721EE-B579-DD06-EE97-B401CC2B5B19}"/>
                  </a:ext>
                </a:extLst>
              </p:cNvPr>
              <p:cNvSpPr txBox="1">
                <a:spLocks noRot="1" noChangeAspect="1" noMove="1" noResize="1" noEditPoints="1" noAdjustHandles="1" noChangeArrowheads="1" noChangeShapeType="1" noTextEdit="1"/>
              </p:cNvSpPr>
              <p:nvPr/>
            </p:nvSpPr>
            <p:spPr>
              <a:xfrm>
                <a:off x="229599" y="3172996"/>
                <a:ext cx="8171451" cy="1933093"/>
              </a:xfrm>
              <a:prstGeom prst="rect">
                <a:avLst/>
              </a:prstGeom>
              <a:blipFill>
                <a:blip r:embed="rId3"/>
                <a:stretch>
                  <a:fillRect l="-746" b="-410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D2614CF-0519-4D63-E072-801E297B213A}"/>
              </a:ext>
            </a:extLst>
          </p:cNvPr>
          <p:cNvPicPr>
            <a:picLocks noChangeAspect="1"/>
          </p:cNvPicPr>
          <p:nvPr/>
        </p:nvPicPr>
        <p:blipFill>
          <a:blip r:embed="rId4"/>
          <a:stretch>
            <a:fillRect/>
          </a:stretch>
        </p:blipFill>
        <p:spPr>
          <a:xfrm>
            <a:off x="2001087" y="1485500"/>
            <a:ext cx="3389225" cy="1676868"/>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A3C01FFF-DA4D-7414-8ED2-9FBBE59AFE56}"/>
              </a:ext>
            </a:extLst>
          </p:cNvPr>
          <p:cNvPicPr>
            <a:picLocks noChangeAspect="1"/>
          </p:cNvPicPr>
          <p:nvPr/>
        </p:nvPicPr>
        <p:blipFill>
          <a:blip r:embed="rId5"/>
          <a:stretch>
            <a:fillRect/>
          </a:stretch>
        </p:blipFill>
        <p:spPr>
          <a:xfrm>
            <a:off x="5414962" y="1485500"/>
            <a:ext cx="2077931" cy="1678787"/>
          </a:xfrm>
          <a:prstGeom prst="rect">
            <a:avLst/>
          </a:prstGeom>
        </p:spPr>
        <p:style>
          <a:lnRef idx="2">
            <a:schemeClr val="dk1"/>
          </a:lnRef>
          <a:fillRef idx="1">
            <a:schemeClr val="lt1"/>
          </a:fillRef>
          <a:effectRef idx="0">
            <a:schemeClr val="dk1"/>
          </a:effectRef>
          <a:fontRef idx="minor">
            <a:schemeClr val="dk1"/>
          </a:fontRef>
        </p:style>
      </p:pic>
      <p:sp>
        <p:nvSpPr>
          <p:cNvPr id="8" name="TextBox 7">
            <a:extLst>
              <a:ext uri="{FF2B5EF4-FFF2-40B4-BE49-F238E27FC236}">
                <a16:creationId xmlns:a16="http://schemas.microsoft.com/office/drawing/2014/main" id="{DB326099-C564-79B4-E0E9-B7CFC33E8914}"/>
              </a:ext>
            </a:extLst>
          </p:cNvPr>
          <p:cNvSpPr txBox="1"/>
          <p:nvPr/>
        </p:nvSpPr>
        <p:spPr>
          <a:xfrm>
            <a:off x="6220322" y="2898914"/>
            <a:ext cx="467210" cy="369332"/>
          </a:xfrm>
          <a:prstGeom prst="rect">
            <a:avLst/>
          </a:prstGeom>
          <a:noFill/>
        </p:spPr>
        <p:txBody>
          <a:bodyPr wrap="square">
            <a:spAutoFit/>
          </a:bodyPr>
          <a:lstStyle/>
          <a:p>
            <a:r>
              <a:rPr lang="en-US">
                <a:solidFill>
                  <a:srgbClr val="FF0000"/>
                </a:solidFill>
                <a:highlight>
                  <a:srgbClr val="FFFF00"/>
                </a:highlight>
              </a:rPr>
              <a:t>(1)</a:t>
            </a:r>
          </a:p>
        </p:txBody>
      </p:sp>
      <p:sp>
        <p:nvSpPr>
          <p:cNvPr id="9" name="TextBox 8">
            <a:extLst>
              <a:ext uri="{FF2B5EF4-FFF2-40B4-BE49-F238E27FC236}">
                <a16:creationId xmlns:a16="http://schemas.microsoft.com/office/drawing/2014/main" id="{A1448301-611A-1C4C-2276-B92D650F3BA7}"/>
              </a:ext>
            </a:extLst>
          </p:cNvPr>
          <p:cNvSpPr txBox="1"/>
          <p:nvPr/>
        </p:nvSpPr>
        <p:spPr>
          <a:xfrm>
            <a:off x="2782282" y="2617216"/>
            <a:ext cx="467210" cy="369332"/>
          </a:xfrm>
          <a:prstGeom prst="rect">
            <a:avLst/>
          </a:prstGeom>
          <a:noFill/>
        </p:spPr>
        <p:txBody>
          <a:bodyPr wrap="square">
            <a:spAutoFit/>
          </a:bodyPr>
          <a:lstStyle/>
          <a:p>
            <a:r>
              <a:rPr lang="en-US">
                <a:solidFill>
                  <a:srgbClr val="FF0000"/>
                </a:solidFill>
                <a:highlight>
                  <a:srgbClr val="FFFF00"/>
                </a:highlight>
              </a:rPr>
              <a:t>(2)</a:t>
            </a:r>
          </a:p>
        </p:txBody>
      </p:sp>
      <p:sp>
        <p:nvSpPr>
          <p:cNvPr id="10" name="TextBox 9">
            <a:extLst>
              <a:ext uri="{FF2B5EF4-FFF2-40B4-BE49-F238E27FC236}">
                <a16:creationId xmlns:a16="http://schemas.microsoft.com/office/drawing/2014/main" id="{BB2BC032-479D-DDB3-1EB1-67EF3C98106A}"/>
              </a:ext>
            </a:extLst>
          </p:cNvPr>
          <p:cNvSpPr txBox="1"/>
          <p:nvPr/>
        </p:nvSpPr>
        <p:spPr>
          <a:xfrm>
            <a:off x="2810857" y="2125728"/>
            <a:ext cx="467210" cy="369332"/>
          </a:xfrm>
          <a:prstGeom prst="rect">
            <a:avLst/>
          </a:prstGeom>
          <a:noFill/>
        </p:spPr>
        <p:txBody>
          <a:bodyPr wrap="square">
            <a:spAutoFit/>
          </a:bodyPr>
          <a:lstStyle/>
          <a:p>
            <a:r>
              <a:rPr lang="en-US">
                <a:solidFill>
                  <a:srgbClr val="FF0000"/>
                </a:solidFill>
                <a:highlight>
                  <a:srgbClr val="FFFF00"/>
                </a:highlight>
              </a:rPr>
              <a:t>(3)</a:t>
            </a:r>
          </a:p>
        </p:txBody>
      </p:sp>
    </p:spTree>
    <p:extLst>
      <p:ext uri="{BB962C8B-B14F-4D97-AF65-F5344CB8AC3E}">
        <p14:creationId xmlns:p14="http://schemas.microsoft.com/office/powerpoint/2010/main" val="973440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2053-38E1-574F-2F89-DC5B1CB91F43}"/>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A72435D0-786A-6FBC-A5DD-9E338DBA11C7}"/>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16</a:t>
            </a:fld>
            <a:r>
              <a:rPr lang="en-US"/>
              <a:t> 	</a:t>
            </a:r>
          </a:p>
        </p:txBody>
      </p:sp>
      <p:sp>
        <p:nvSpPr>
          <p:cNvPr id="20" name="Date Placeholder 3">
            <a:extLst>
              <a:ext uri="{FF2B5EF4-FFF2-40B4-BE49-F238E27FC236}">
                <a16:creationId xmlns:a16="http://schemas.microsoft.com/office/drawing/2014/main" id="{2C90D1A6-4961-1D74-89C1-B4DE884D7F3D}"/>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13A6FFF7-2C4C-5D00-7DD6-ABE6D70A0EDD}"/>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2" name="Title 4">
            <a:extLst>
              <a:ext uri="{FF2B5EF4-FFF2-40B4-BE49-F238E27FC236}">
                <a16:creationId xmlns:a16="http://schemas.microsoft.com/office/drawing/2014/main" id="{3824CCB6-3EA8-83E5-0B49-3FF31FEBC1D8}"/>
              </a:ext>
            </a:extLst>
          </p:cNvPr>
          <p:cNvSpPr>
            <a:spLocks noGrp="1"/>
          </p:cNvSpPr>
          <p:nvPr>
            <p:ph type="title"/>
          </p:nvPr>
        </p:nvSpPr>
        <p:spPr>
          <a:xfrm>
            <a:off x="466887" y="89570"/>
            <a:ext cx="9766931" cy="548731"/>
          </a:xfrm>
        </p:spPr>
        <p:txBody>
          <a:bodyPr/>
          <a:lstStyle/>
          <a:p>
            <a:r>
              <a:rPr lang="en-US" sz="3600">
                <a:solidFill>
                  <a:srgbClr val="262626"/>
                </a:solidFill>
              </a:rPr>
              <a:t>III. Mô phỏng Psim </a:t>
            </a:r>
            <a:endParaRPr lang="en-US" sz="3600"/>
          </a:p>
        </p:txBody>
      </p:sp>
      <p:sp>
        <p:nvSpPr>
          <p:cNvPr id="2" name="TextBox 1">
            <a:extLst>
              <a:ext uri="{FF2B5EF4-FFF2-40B4-BE49-F238E27FC236}">
                <a16:creationId xmlns:a16="http://schemas.microsoft.com/office/drawing/2014/main" id="{33EE9C65-C4E9-8356-4DC8-7A4C6220F14B}"/>
              </a:ext>
            </a:extLst>
          </p:cNvPr>
          <p:cNvSpPr txBox="1"/>
          <p:nvPr/>
        </p:nvSpPr>
        <p:spPr>
          <a:xfrm>
            <a:off x="9525" y="893554"/>
            <a:ext cx="10306050" cy="523220"/>
          </a:xfrm>
          <a:prstGeom prst="rect">
            <a:avLst/>
          </a:prstGeom>
          <a:noFill/>
        </p:spPr>
        <p:txBody>
          <a:bodyPr wrap="square">
            <a:spAutoFit/>
          </a:bodyPr>
          <a:lstStyle/>
          <a:p>
            <a:pPr marL="457200" indent="-457200">
              <a:buFont typeface="Wingdings" panose="05000000000000000000" pitchFamily="2" charset="2"/>
              <a:buChar char="q"/>
            </a:pPr>
            <a:r>
              <a:rPr lang="en-US" sz="2800" b="1">
                <a:solidFill>
                  <a:srgbClr val="262626"/>
                </a:solidFill>
              </a:rPr>
              <a:t>Kết quả mô phỏng : </a:t>
            </a:r>
            <a:endParaRPr lang="en-US" sz="1000">
              <a:solidFill>
                <a:srgbClr val="262626"/>
              </a:solidFill>
            </a:endParaRPr>
          </a:p>
        </p:txBody>
      </p:sp>
      <p:sp>
        <p:nvSpPr>
          <p:cNvPr id="6" name="TextBox 5">
            <a:extLst>
              <a:ext uri="{FF2B5EF4-FFF2-40B4-BE49-F238E27FC236}">
                <a16:creationId xmlns:a16="http://schemas.microsoft.com/office/drawing/2014/main" id="{7D097F39-0989-62EE-3F2A-91365658382D}"/>
              </a:ext>
            </a:extLst>
          </p:cNvPr>
          <p:cNvSpPr txBox="1"/>
          <p:nvPr/>
        </p:nvSpPr>
        <p:spPr>
          <a:xfrm>
            <a:off x="343899" y="5670215"/>
            <a:ext cx="8171451" cy="493212"/>
          </a:xfrm>
          <a:prstGeom prst="rect">
            <a:avLst/>
          </a:prstGeom>
          <a:noFill/>
        </p:spPr>
        <p:txBody>
          <a:bodyPr wrap="square">
            <a:spAutoFit/>
          </a:bodyPr>
          <a:lstStyle/>
          <a:p>
            <a:pPr>
              <a:lnSpc>
                <a:spcPct val="150000"/>
              </a:lnSpc>
            </a:pPr>
            <a:r>
              <a:rPr lang="en-US" sz="2000">
                <a:solidFill>
                  <a:srgbClr val="262626"/>
                </a:solidFill>
                <a:sym typeface="Wingdings" panose="05000000000000000000" pitchFamily="2" charset="2"/>
              </a:rPr>
              <a:t> Xuất data so sánh với công thức matlab </a:t>
            </a:r>
            <a:endParaRPr lang="en-US" sz="2000">
              <a:solidFill>
                <a:srgbClr val="262626"/>
              </a:solidFill>
            </a:endParaRPr>
          </a:p>
        </p:txBody>
      </p:sp>
      <p:pic>
        <p:nvPicPr>
          <p:cNvPr id="14" name="Picture 13">
            <a:extLst>
              <a:ext uri="{FF2B5EF4-FFF2-40B4-BE49-F238E27FC236}">
                <a16:creationId xmlns:a16="http://schemas.microsoft.com/office/drawing/2014/main" id="{1FCB5BF4-9B42-1197-F983-7FC879996273}"/>
              </a:ext>
            </a:extLst>
          </p:cNvPr>
          <p:cNvPicPr>
            <a:picLocks noChangeAspect="1"/>
          </p:cNvPicPr>
          <p:nvPr/>
        </p:nvPicPr>
        <p:blipFill>
          <a:blip r:embed="rId3"/>
          <a:stretch>
            <a:fillRect/>
          </a:stretch>
        </p:blipFill>
        <p:spPr>
          <a:xfrm>
            <a:off x="1134665" y="1510091"/>
            <a:ext cx="7466409" cy="4160124"/>
          </a:xfrm>
          <a:prstGeom prst="rect">
            <a:avLst/>
          </a:prstGeom>
        </p:spPr>
        <p:style>
          <a:lnRef idx="2">
            <a:schemeClr val="dk1"/>
          </a:lnRef>
          <a:fillRef idx="1">
            <a:schemeClr val="lt1"/>
          </a:fillRef>
          <a:effectRef idx="0">
            <a:schemeClr val="dk1"/>
          </a:effectRef>
          <a:fontRef idx="minor">
            <a:schemeClr val="dk1"/>
          </a:fontRef>
        </p:style>
      </p:pic>
      <p:sp>
        <p:nvSpPr>
          <p:cNvPr id="12" name="TextBox 11">
            <a:extLst>
              <a:ext uri="{FF2B5EF4-FFF2-40B4-BE49-F238E27FC236}">
                <a16:creationId xmlns:a16="http://schemas.microsoft.com/office/drawing/2014/main" id="{83A22FAD-7601-0BE5-576C-E24E3E8FDD88}"/>
              </a:ext>
            </a:extLst>
          </p:cNvPr>
          <p:cNvSpPr txBox="1"/>
          <p:nvPr/>
        </p:nvSpPr>
        <p:spPr>
          <a:xfrm>
            <a:off x="6253163" y="5177808"/>
            <a:ext cx="723900" cy="307777"/>
          </a:xfrm>
          <a:prstGeom prst="rect">
            <a:avLst/>
          </a:prstGeom>
          <a:solidFill>
            <a:schemeClr val="accent4">
              <a:lumMod val="40000"/>
              <a:lumOff val="60000"/>
            </a:schemeClr>
          </a:solidFill>
        </p:spPr>
        <p:txBody>
          <a:bodyPr wrap="square">
            <a:spAutoFit/>
          </a:bodyPr>
          <a:lstStyle/>
          <a:p>
            <a:pPr algn="ctr"/>
            <a:r>
              <a:rPr lang="en-US" sz="1400">
                <a:solidFill>
                  <a:srgbClr val="262626"/>
                </a:solidFill>
                <a:sym typeface="Wingdings" panose="05000000000000000000" pitchFamily="2" charset="2"/>
              </a:rPr>
              <a:t>4205s</a:t>
            </a:r>
            <a:endParaRPr lang="en-US" sz="1400"/>
          </a:p>
        </p:txBody>
      </p:sp>
      <p:sp>
        <p:nvSpPr>
          <p:cNvPr id="15" name="TextBox 14">
            <a:extLst>
              <a:ext uri="{FF2B5EF4-FFF2-40B4-BE49-F238E27FC236}">
                <a16:creationId xmlns:a16="http://schemas.microsoft.com/office/drawing/2014/main" id="{3B0EC7FC-06E3-2F89-EC52-2D768AA63244}"/>
              </a:ext>
            </a:extLst>
          </p:cNvPr>
          <p:cNvSpPr txBox="1"/>
          <p:nvPr/>
        </p:nvSpPr>
        <p:spPr>
          <a:xfrm>
            <a:off x="7491413" y="5184945"/>
            <a:ext cx="723900" cy="307777"/>
          </a:xfrm>
          <a:prstGeom prst="rect">
            <a:avLst/>
          </a:prstGeom>
          <a:solidFill>
            <a:schemeClr val="accent4">
              <a:lumMod val="40000"/>
              <a:lumOff val="60000"/>
            </a:schemeClr>
          </a:solidFill>
        </p:spPr>
        <p:txBody>
          <a:bodyPr wrap="square">
            <a:spAutoFit/>
          </a:bodyPr>
          <a:lstStyle/>
          <a:p>
            <a:pPr algn="ctr"/>
            <a:r>
              <a:rPr lang="en-US" sz="1400">
                <a:solidFill>
                  <a:srgbClr val="262626"/>
                </a:solidFill>
                <a:sym typeface="Wingdings" panose="05000000000000000000" pitchFamily="2" charset="2"/>
              </a:rPr>
              <a:t>5152s</a:t>
            </a:r>
            <a:endParaRPr lang="en-US" sz="1400"/>
          </a:p>
        </p:txBody>
      </p:sp>
    </p:spTree>
    <p:extLst>
      <p:ext uri="{BB962C8B-B14F-4D97-AF65-F5344CB8AC3E}">
        <p14:creationId xmlns:p14="http://schemas.microsoft.com/office/powerpoint/2010/main" val="2212472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52DD4-3D58-FB3C-9FBD-0986FB09AB06}"/>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B5743919-ECF8-A261-8E17-D5CE37BDE68F}"/>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17</a:t>
            </a:fld>
            <a:r>
              <a:rPr lang="en-US"/>
              <a:t> 	</a:t>
            </a:r>
          </a:p>
        </p:txBody>
      </p:sp>
      <p:sp>
        <p:nvSpPr>
          <p:cNvPr id="20" name="Date Placeholder 3">
            <a:extLst>
              <a:ext uri="{FF2B5EF4-FFF2-40B4-BE49-F238E27FC236}">
                <a16:creationId xmlns:a16="http://schemas.microsoft.com/office/drawing/2014/main" id="{A3730CFA-178F-1C8D-00A9-D32A082623ED}"/>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F14530DF-385F-513D-E94F-90EA65E39669}"/>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2" name="Title 4">
            <a:extLst>
              <a:ext uri="{FF2B5EF4-FFF2-40B4-BE49-F238E27FC236}">
                <a16:creationId xmlns:a16="http://schemas.microsoft.com/office/drawing/2014/main" id="{094A1B26-7F2E-D26E-7B5E-CAFA1663587A}"/>
              </a:ext>
            </a:extLst>
          </p:cNvPr>
          <p:cNvSpPr>
            <a:spLocks noGrp="1"/>
          </p:cNvSpPr>
          <p:nvPr>
            <p:ph type="title"/>
          </p:nvPr>
        </p:nvSpPr>
        <p:spPr>
          <a:xfrm>
            <a:off x="466887" y="89570"/>
            <a:ext cx="9766931" cy="548731"/>
          </a:xfrm>
        </p:spPr>
        <p:txBody>
          <a:bodyPr/>
          <a:lstStyle/>
          <a:p>
            <a:r>
              <a:rPr lang="en-US" sz="3600">
                <a:solidFill>
                  <a:srgbClr val="262626"/>
                </a:solidFill>
              </a:rPr>
              <a:t>III. Mô phỏng Psim </a:t>
            </a:r>
            <a:endParaRPr lang="en-US" sz="3600"/>
          </a:p>
        </p:txBody>
      </p:sp>
      <p:sp>
        <p:nvSpPr>
          <p:cNvPr id="2" name="TextBox 1">
            <a:extLst>
              <a:ext uri="{FF2B5EF4-FFF2-40B4-BE49-F238E27FC236}">
                <a16:creationId xmlns:a16="http://schemas.microsoft.com/office/drawing/2014/main" id="{ED97215D-7155-2889-9FCB-3376E0D036FF}"/>
              </a:ext>
            </a:extLst>
          </p:cNvPr>
          <p:cNvSpPr txBox="1"/>
          <p:nvPr/>
        </p:nvSpPr>
        <p:spPr>
          <a:xfrm>
            <a:off x="9525" y="893554"/>
            <a:ext cx="10306050" cy="523220"/>
          </a:xfrm>
          <a:prstGeom prst="rect">
            <a:avLst/>
          </a:prstGeom>
          <a:noFill/>
        </p:spPr>
        <p:txBody>
          <a:bodyPr wrap="square">
            <a:spAutoFit/>
          </a:bodyPr>
          <a:lstStyle/>
          <a:p>
            <a:pPr marL="457200" indent="-457200">
              <a:buFont typeface="Wingdings" panose="05000000000000000000" pitchFamily="2" charset="2"/>
              <a:buChar char="q"/>
            </a:pPr>
            <a:r>
              <a:rPr lang="en-US" sz="2800" b="1">
                <a:solidFill>
                  <a:srgbClr val="262626"/>
                </a:solidFill>
              </a:rPr>
              <a:t>So sánh kết quả psim và công thức matlab </a:t>
            </a:r>
            <a:endParaRPr lang="en-US" sz="1000">
              <a:solidFill>
                <a:srgbClr val="262626"/>
              </a:solidFill>
            </a:endParaRPr>
          </a:p>
        </p:txBody>
      </p:sp>
      <p:sp>
        <p:nvSpPr>
          <p:cNvPr id="5" name="Arrow: Right 4">
            <a:extLst>
              <a:ext uri="{FF2B5EF4-FFF2-40B4-BE49-F238E27FC236}">
                <a16:creationId xmlns:a16="http://schemas.microsoft.com/office/drawing/2014/main" id="{5EB63BC5-BC29-D760-925E-B19CD2AE05B8}"/>
              </a:ext>
            </a:extLst>
          </p:cNvPr>
          <p:cNvSpPr/>
          <p:nvPr/>
        </p:nvSpPr>
        <p:spPr>
          <a:xfrm>
            <a:off x="4484950" y="3764439"/>
            <a:ext cx="654210" cy="2872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7AC3CC7-360E-6EC0-6BA1-A72CFD1E0A09}"/>
              </a:ext>
            </a:extLst>
          </p:cNvPr>
          <p:cNvPicPr>
            <a:picLocks noChangeAspect="1"/>
          </p:cNvPicPr>
          <p:nvPr/>
        </p:nvPicPr>
        <p:blipFill>
          <a:blip r:embed="rId3"/>
          <a:stretch>
            <a:fillRect/>
          </a:stretch>
        </p:blipFill>
        <p:spPr>
          <a:xfrm>
            <a:off x="233064" y="1560944"/>
            <a:ext cx="4072943" cy="4765570"/>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9FF39183-F1FE-EAC7-118A-D8D3365929FA}"/>
              </a:ext>
            </a:extLst>
          </p:cNvPr>
          <p:cNvPicPr>
            <a:picLocks noChangeAspect="1"/>
          </p:cNvPicPr>
          <p:nvPr/>
        </p:nvPicPr>
        <p:blipFill>
          <a:blip r:embed="rId4"/>
          <a:stretch>
            <a:fillRect/>
          </a:stretch>
        </p:blipFill>
        <p:spPr>
          <a:xfrm>
            <a:off x="5307988" y="2394770"/>
            <a:ext cx="4459515" cy="2906436"/>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661417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5B6EC-F2F3-D3C5-5302-E5A5E9A4E7FF}"/>
            </a:ext>
          </a:extLst>
        </p:cNvPr>
        <p:cNvGrpSpPr/>
        <p:nvPr/>
      </p:nvGrpSpPr>
      <p:grpSpPr>
        <a:xfrm>
          <a:off x="0" y="0"/>
          <a:ext cx="0" cy="0"/>
          <a:chOff x="0" y="0"/>
          <a:chExt cx="0" cy="0"/>
        </a:xfrm>
      </p:grpSpPr>
      <p:sp>
        <p:nvSpPr>
          <p:cNvPr id="19" name="Slide Number Placeholder 6">
            <a:extLst>
              <a:ext uri="{FF2B5EF4-FFF2-40B4-BE49-F238E27FC236}">
                <a16:creationId xmlns:a16="http://schemas.microsoft.com/office/drawing/2014/main" id="{D8FE9E2D-5CF4-B27E-0C6A-74828735EB62}"/>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18</a:t>
            </a:fld>
            <a:r>
              <a:rPr lang="en-US"/>
              <a:t> 	</a:t>
            </a:r>
          </a:p>
        </p:txBody>
      </p:sp>
      <p:sp>
        <p:nvSpPr>
          <p:cNvPr id="20" name="Date Placeholder 3">
            <a:extLst>
              <a:ext uri="{FF2B5EF4-FFF2-40B4-BE49-F238E27FC236}">
                <a16:creationId xmlns:a16="http://schemas.microsoft.com/office/drawing/2014/main" id="{2E71AE92-4F2C-6925-16D8-7E8D62BC6D7D}"/>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A8C52B39-0503-9700-09F9-DB2E087062F7}"/>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2" name="Title 4">
            <a:extLst>
              <a:ext uri="{FF2B5EF4-FFF2-40B4-BE49-F238E27FC236}">
                <a16:creationId xmlns:a16="http://schemas.microsoft.com/office/drawing/2014/main" id="{693106BE-E6A9-7C00-DF71-A96FE99E909F}"/>
              </a:ext>
            </a:extLst>
          </p:cNvPr>
          <p:cNvSpPr>
            <a:spLocks noGrp="1"/>
          </p:cNvSpPr>
          <p:nvPr>
            <p:ph type="title"/>
          </p:nvPr>
        </p:nvSpPr>
        <p:spPr>
          <a:xfrm>
            <a:off x="466887" y="89570"/>
            <a:ext cx="9766931" cy="548731"/>
          </a:xfrm>
        </p:spPr>
        <p:txBody>
          <a:bodyPr/>
          <a:lstStyle/>
          <a:p>
            <a:r>
              <a:rPr lang="en-US" sz="3600">
                <a:solidFill>
                  <a:srgbClr val="262626"/>
                </a:solidFill>
              </a:rPr>
              <a:t>III. Mô phỏng Psim </a:t>
            </a:r>
            <a:endParaRPr lang="en-US" sz="3600"/>
          </a:p>
        </p:txBody>
      </p:sp>
      <p:sp>
        <p:nvSpPr>
          <p:cNvPr id="2" name="TextBox 1">
            <a:extLst>
              <a:ext uri="{FF2B5EF4-FFF2-40B4-BE49-F238E27FC236}">
                <a16:creationId xmlns:a16="http://schemas.microsoft.com/office/drawing/2014/main" id="{CAC5BC78-40C0-6DD2-5456-B1FECBB9F0BA}"/>
              </a:ext>
            </a:extLst>
          </p:cNvPr>
          <p:cNvSpPr txBox="1"/>
          <p:nvPr/>
        </p:nvSpPr>
        <p:spPr>
          <a:xfrm>
            <a:off x="9525" y="893554"/>
            <a:ext cx="10306050" cy="523220"/>
          </a:xfrm>
          <a:prstGeom prst="rect">
            <a:avLst/>
          </a:prstGeom>
          <a:noFill/>
        </p:spPr>
        <p:txBody>
          <a:bodyPr wrap="square">
            <a:spAutoFit/>
          </a:bodyPr>
          <a:lstStyle/>
          <a:p>
            <a:pPr marL="457200" indent="-457200">
              <a:buFont typeface="Wingdings" panose="05000000000000000000" pitchFamily="2" charset="2"/>
              <a:buChar char="q"/>
            </a:pPr>
            <a:r>
              <a:rPr lang="en-US" sz="2800" b="1">
                <a:solidFill>
                  <a:srgbClr val="262626"/>
                </a:solidFill>
              </a:rPr>
              <a:t>Nhận xét : </a:t>
            </a:r>
            <a:endParaRPr lang="en-US" sz="1000">
              <a:solidFill>
                <a:srgbClr val="262626"/>
              </a:solidFill>
            </a:endParaRPr>
          </a:p>
        </p:txBody>
      </p:sp>
      <p:sp>
        <p:nvSpPr>
          <p:cNvPr id="3" name="TextBox 2">
            <a:extLst>
              <a:ext uri="{FF2B5EF4-FFF2-40B4-BE49-F238E27FC236}">
                <a16:creationId xmlns:a16="http://schemas.microsoft.com/office/drawing/2014/main" id="{B489A517-3411-0B04-E5C6-E7BE491DE2C9}"/>
              </a:ext>
            </a:extLst>
          </p:cNvPr>
          <p:cNvSpPr txBox="1"/>
          <p:nvPr/>
        </p:nvSpPr>
        <p:spPr>
          <a:xfrm>
            <a:off x="181975" y="1321524"/>
            <a:ext cx="9647826" cy="2801536"/>
          </a:xfrm>
          <a:prstGeom prst="rect">
            <a:avLst/>
          </a:prstGeom>
          <a:noFill/>
        </p:spPr>
        <p:txBody>
          <a:bodyPr wrap="square">
            <a:spAutoFit/>
          </a:bodyPr>
          <a:lstStyle/>
          <a:p>
            <a:pPr marL="342900" indent="-342900">
              <a:lnSpc>
                <a:spcPct val="150000"/>
              </a:lnSpc>
              <a:buFont typeface="Courier New" panose="02070309020205020404" pitchFamily="49" charset="0"/>
              <a:buChar char="o"/>
            </a:pPr>
            <a:r>
              <a:rPr lang="en-US" sz="2000">
                <a:solidFill>
                  <a:srgbClr val="262626"/>
                </a:solidFill>
              </a:rPr>
              <a:t>Kết quả so sánh cho thấy giá trị U_bat, I_bat, t_char của mô phỏng Psim và công thức Matlab là tương đồng nhau với sai lệch rất nhỏ (&lt;0.5%) </a:t>
            </a:r>
          </a:p>
          <a:p>
            <a:pPr marL="342900" indent="-342900">
              <a:lnSpc>
                <a:spcPct val="150000"/>
              </a:lnSpc>
              <a:buFont typeface="Wingdings" panose="05000000000000000000" pitchFamily="2" charset="2"/>
              <a:buChar char="à"/>
            </a:pPr>
            <a:r>
              <a:rPr lang="en-US" sz="2000">
                <a:solidFill>
                  <a:srgbClr val="262626"/>
                </a:solidFill>
                <a:sym typeface="Wingdings" panose="05000000000000000000" pitchFamily="2" charset="2"/>
              </a:rPr>
              <a:t>Thấy rằng Chứng minh công thức đã đúng </a:t>
            </a:r>
          </a:p>
          <a:p>
            <a:pPr marL="342900" indent="-342900">
              <a:lnSpc>
                <a:spcPct val="150000"/>
              </a:lnSpc>
              <a:buFont typeface="Wingdings" panose="05000000000000000000" pitchFamily="2" charset="2"/>
              <a:buChar char="à"/>
            </a:pPr>
            <a:r>
              <a:rPr lang="en-US" sz="2000">
                <a:solidFill>
                  <a:srgbClr val="262626"/>
                </a:solidFill>
                <a:sym typeface="Wingdings" panose="05000000000000000000" pitchFamily="2" charset="2"/>
              </a:rPr>
              <a:t>Tuy nhiên kết quả từ thực tế còn phụ thuộc vào rất nhiều yếu tố( nhiệt độ, sai số dụng cụ đo, …) nên cần so sánh kết quả Công thức tính toán trên matlab, mô phỏng Psim, và data thực nghiệm để đưa ra được kết luận chính xác nhất </a:t>
            </a:r>
            <a:endParaRPr lang="en-US" sz="2000">
              <a:solidFill>
                <a:srgbClr val="262626"/>
              </a:solidFill>
            </a:endParaRPr>
          </a:p>
        </p:txBody>
      </p:sp>
    </p:spTree>
    <p:extLst>
      <p:ext uri="{BB962C8B-B14F-4D97-AF65-F5344CB8AC3E}">
        <p14:creationId xmlns:p14="http://schemas.microsoft.com/office/powerpoint/2010/main" val="2521792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82063-BACE-9F6C-597C-3A23138B1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DE237-A122-06FC-E25C-6A4977D810BB}"/>
              </a:ext>
            </a:extLst>
          </p:cNvPr>
          <p:cNvSpPr>
            <a:spLocks noGrp="1"/>
          </p:cNvSpPr>
          <p:nvPr>
            <p:ph type="title"/>
          </p:nvPr>
        </p:nvSpPr>
        <p:spPr>
          <a:xfrm>
            <a:off x="-156312" y="110469"/>
            <a:ext cx="9807016" cy="548731"/>
          </a:xfrm>
        </p:spPr>
        <p:txBody>
          <a:bodyPr/>
          <a:lstStyle/>
          <a:p>
            <a:r>
              <a:rPr lang="en-US" sz="3500">
                <a:latin typeface="+mj-lt"/>
              </a:rPr>
              <a:t>Reference </a:t>
            </a:r>
          </a:p>
        </p:txBody>
      </p:sp>
      <p:sp>
        <p:nvSpPr>
          <p:cNvPr id="19" name="Slide Number Placeholder 6">
            <a:extLst>
              <a:ext uri="{FF2B5EF4-FFF2-40B4-BE49-F238E27FC236}">
                <a16:creationId xmlns:a16="http://schemas.microsoft.com/office/drawing/2014/main" id="{0B220A2C-A787-DC41-B58E-3C51D1DDF900}"/>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19</a:t>
            </a:fld>
            <a:r>
              <a:rPr lang="en-US"/>
              <a:t> 	</a:t>
            </a:r>
          </a:p>
        </p:txBody>
      </p:sp>
      <p:sp>
        <p:nvSpPr>
          <p:cNvPr id="20" name="Date Placeholder 3">
            <a:extLst>
              <a:ext uri="{FF2B5EF4-FFF2-40B4-BE49-F238E27FC236}">
                <a16:creationId xmlns:a16="http://schemas.microsoft.com/office/drawing/2014/main" id="{1920D586-796A-0164-7216-BC5DE7BA0175}"/>
              </a:ext>
            </a:extLst>
          </p:cNvPr>
          <p:cNvSpPr>
            <a:spLocks noGrp="1"/>
          </p:cNvSpPr>
          <p:nvPr>
            <p:ph type="dt" sz="half" idx="10"/>
          </p:nvPr>
        </p:nvSpPr>
        <p:spPr>
          <a:xfrm>
            <a:off x="681038" y="6570787"/>
            <a:ext cx="2228850" cy="287215"/>
          </a:xfrm>
        </p:spPr>
        <p:txBody>
          <a:bodyPr/>
          <a:lstStyle/>
          <a:p>
            <a:fld id="{72FBDD94-7782-45D4-9A6E-CEF4E1EEEE1C}" type="datetime1">
              <a:rPr lang="en-US" smtClean="0"/>
              <a:pPr/>
              <a:t>4/4/2025</a:t>
            </a:fld>
            <a:endParaRPr lang="en-US"/>
          </a:p>
        </p:txBody>
      </p:sp>
      <p:sp>
        <p:nvSpPr>
          <p:cNvPr id="21" name="Footer Placeholder 5">
            <a:extLst>
              <a:ext uri="{FF2B5EF4-FFF2-40B4-BE49-F238E27FC236}">
                <a16:creationId xmlns:a16="http://schemas.microsoft.com/office/drawing/2014/main" id="{38F7EA4B-39BB-2FD7-3D69-820844C8C1F9}"/>
              </a:ext>
            </a:extLst>
          </p:cNvPr>
          <p:cNvSpPr>
            <a:spLocks noGrp="1"/>
          </p:cNvSpPr>
          <p:nvPr>
            <p:ph type="ftr" sz="quarter" idx="11"/>
          </p:nvPr>
        </p:nvSpPr>
        <p:spPr>
          <a:xfrm>
            <a:off x="2909888" y="6570787"/>
            <a:ext cx="4086225" cy="287215"/>
          </a:xfrm>
        </p:spPr>
        <p:txBody>
          <a:bodyPr/>
          <a:lstStyle/>
          <a:p>
            <a:r>
              <a:rPr lang="en-US" err="1"/>
              <a:t>EVSELab</a:t>
            </a:r>
            <a:r>
              <a:rPr lang="en-US"/>
              <a:t> profile</a:t>
            </a:r>
          </a:p>
        </p:txBody>
      </p:sp>
      <p:sp>
        <p:nvSpPr>
          <p:cNvPr id="23" name="TextBox 22">
            <a:extLst>
              <a:ext uri="{FF2B5EF4-FFF2-40B4-BE49-F238E27FC236}">
                <a16:creationId xmlns:a16="http://schemas.microsoft.com/office/drawing/2014/main" id="{AC4F1DEC-EEE7-DB6B-6DA6-C0D671FDC99E}"/>
              </a:ext>
            </a:extLst>
          </p:cNvPr>
          <p:cNvSpPr txBox="1"/>
          <p:nvPr/>
        </p:nvSpPr>
        <p:spPr>
          <a:xfrm>
            <a:off x="270552" y="1073449"/>
            <a:ext cx="9364896" cy="400110"/>
          </a:xfrm>
          <a:prstGeom prst="rect">
            <a:avLst/>
          </a:prstGeom>
          <a:noFill/>
        </p:spPr>
        <p:txBody>
          <a:bodyPr wrap="square" rtlCol="0">
            <a:spAutoFit/>
          </a:bodyPr>
          <a:lstStyle/>
          <a:p>
            <a:r>
              <a:rPr lang="en-US" sz="2000" i="1"/>
              <a:t>[1] file matlab : </a:t>
            </a:r>
          </a:p>
        </p:txBody>
      </p:sp>
      <p:sp>
        <p:nvSpPr>
          <p:cNvPr id="5" name="TextBox 3">
            <a:extLst>
              <a:ext uri="{FF2B5EF4-FFF2-40B4-BE49-F238E27FC236}">
                <a16:creationId xmlns:a16="http://schemas.microsoft.com/office/drawing/2014/main" id="{3152F877-1732-BC67-FD06-1F9A855934E2}"/>
              </a:ext>
            </a:extLst>
          </p:cNvPr>
          <p:cNvSpPr txBox="1"/>
          <p:nvPr/>
        </p:nvSpPr>
        <p:spPr>
          <a:xfrm>
            <a:off x="285808" y="1955934"/>
            <a:ext cx="9364896" cy="923330"/>
          </a:xfrm>
          <a:prstGeom prst="rect">
            <a:avLst/>
          </a:prstGeom>
          <a:noFill/>
        </p:spPr>
        <p:txBody>
          <a:bodyPr wrap="square" lIns="91440" tIns="45720" rIns="91440" bIns="45720" rtlCol="0" anchor="t">
            <a:spAutoFit/>
          </a:bodyPr>
          <a:lstStyle/>
          <a:p>
            <a:r>
              <a:rPr lang="en-US" i="1">
                <a:solidFill>
                  <a:srgbClr val="262626"/>
                </a:solidFill>
              </a:rPr>
              <a:t>[3] https://community.altair.com/discussion/39444/how-to-create-variable-capacitors-for-advanced-parameterized-studies?utm_source=community-search&amp;utm_medium=organic-search&amp;utm_term=Capatitor+ )</a:t>
            </a:r>
            <a:endParaRPr lang="en-US" i="1" err="1">
              <a:cs typeface="Lato"/>
            </a:endParaRPr>
          </a:p>
        </p:txBody>
      </p:sp>
      <p:sp>
        <p:nvSpPr>
          <p:cNvPr id="8" name="TextBox 7">
            <a:extLst>
              <a:ext uri="{FF2B5EF4-FFF2-40B4-BE49-F238E27FC236}">
                <a16:creationId xmlns:a16="http://schemas.microsoft.com/office/drawing/2014/main" id="{A9A0CC17-198E-2835-351F-79C00D353BFB}"/>
              </a:ext>
            </a:extLst>
          </p:cNvPr>
          <p:cNvSpPr txBox="1"/>
          <p:nvPr/>
        </p:nvSpPr>
        <p:spPr>
          <a:xfrm>
            <a:off x="285808" y="1510907"/>
            <a:ext cx="9364896" cy="400110"/>
          </a:xfrm>
          <a:prstGeom prst="rect">
            <a:avLst/>
          </a:prstGeom>
          <a:noFill/>
        </p:spPr>
        <p:txBody>
          <a:bodyPr wrap="square" rtlCol="0">
            <a:spAutoFit/>
          </a:bodyPr>
          <a:lstStyle/>
          <a:p>
            <a:r>
              <a:rPr lang="en-US" sz="2000" i="1"/>
              <a:t>[1] file psim :  </a:t>
            </a:r>
          </a:p>
        </p:txBody>
      </p:sp>
      <p:sp>
        <p:nvSpPr>
          <p:cNvPr id="3" name="Rectangle 1">
            <a:extLst>
              <a:ext uri="{FF2B5EF4-FFF2-40B4-BE49-F238E27FC236}">
                <a16:creationId xmlns:a16="http://schemas.microsoft.com/office/drawing/2014/main" id="{97334C72-957B-FE2D-E620-36DDDF798220}"/>
              </a:ext>
            </a:extLst>
          </p:cNvPr>
          <p:cNvSpPr>
            <a:spLocks noChangeArrowheads="1"/>
          </p:cNvSpPr>
          <p:nvPr/>
        </p:nvSpPr>
        <p:spPr bwMode="auto">
          <a:xfrm>
            <a:off x="2057400" y="1510907"/>
            <a:ext cx="32385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3"/>
              </a:rPr>
              <a:t>CC_charging_time_thevenin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B127B209-1B6B-199F-4A2F-682355EA20DE}"/>
              </a:ext>
            </a:extLst>
          </p:cNvPr>
          <p:cNvSpPr>
            <a:spLocks noChangeArrowheads="1"/>
          </p:cNvSpPr>
          <p:nvPr/>
        </p:nvSpPr>
        <p:spPr bwMode="auto">
          <a:xfrm>
            <a:off x="2221706" y="1110797"/>
            <a:ext cx="2909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4"/>
              </a:rPr>
              <a:t>CCCV_time_thevenin.rar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EC59A139-1EDD-3278-DCCD-830278F03DB3}"/>
              </a:ext>
            </a:extLst>
          </p:cNvPr>
          <p:cNvSpPr txBox="1"/>
          <p:nvPr/>
        </p:nvSpPr>
        <p:spPr>
          <a:xfrm>
            <a:off x="276280" y="2874293"/>
            <a:ext cx="9364896" cy="369332"/>
          </a:xfrm>
          <a:prstGeom prst="rect">
            <a:avLst/>
          </a:prstGeom>
          <a:noFill/>
        </p:spPr>
        <p:txBody>
          <a:bodyPr wrap="square" lIns="91440" tIns="45720" rIns="91440" bIns="45720" rtlCol="0" anchor="t">
            <a:spAutoFit/>
          </a:bodyPr>
          <a:lstStyle/>
          <a:p>
            <a:r>
              <a:rPr lang="en-US" i="1">
                <a:solidFill>
                  <a:srgbClr val="262626"/>
                </a:solidFill>
              </a:rPr>
              <a:t>[4] file excel ss : </a:t>
            </a:r>
            <a:endParaRPr lang="en-US" i="1" err="1">
              <a:cs typeface="Lato"/>
            </a:endParaRPr>
          </a:p>
        </p:txBody>
      </p:sp>
      <p:sp>
        <p:nvSpPr>
          <p:cNvPr id="7" name="TextBox 6">
            <a:extLst>
              <a:ext uri="{FF2B5EF4-FFF2-40B4-BE49-F238E27FC236}">
                <a16:creationId xmlns:a16="http://schemas.microsoft.com/office/drawing/2014/main" id="{3787ABA9-B06F-9DB3-BED9-8694C14E2D6A}"/>
              </a:ext>
            </a:extLst>
          </p:cNvPr>
          <p:cNvSpPr txBox="1"/>
          <p:nvPr/>
        </p:nvSpPr>
        <p:spPr>
          <a:xfrm>
            <a:off x="2221706" y="2843515"/>
            <a:ext cx="5074508" cy="369332"/>
          </a:xfrm>
          <a:prstGeom prst="rect">
            <a:avLst/>
          </a:prstGeom>
          <a:noFill/>
        </p:spPr>
        <p:txBody>
          <a:bodyPr wrap="square">
            <a:spAutoFit/>
          </a:bodyPr>
          <a:lstStyle/>
          <a:p>
            <a:r>
              <a:rPr lang="en-US">
                <a:hlinkClick r:id="rId5"/>
              </a:rPr>
              <a:t>ss_cccv_charging_time_Matlab_vs_psim.xlsx</a:t>
            </a:r>
            <a:endParaRPr lang="en-US"/>
          </a:p>
        </p:txBody>
      </p:sp>
    </p:spTree>
    <p:extLst>
      <p:ext uri="{BB962C8B-B14F-4D97-AF65-F5344CB8AC3E}">
        <p14:creationId xmlns:p14="http://schemas.microsoft.com/office/powerpoint/2010/main" val="3670442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15086-9F7A-0B23-7192-39C96D2F62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5B1FD5-42AA-7A74-3472-6291644BA675}"/>
              </a:ext>
            </a:extLst>
          </p:cNvPr>
          <p:cNvSpPr>
            <a:spLocks noGrp="1"/>
          </p:cNvSpPr>
          <p:nvPr>
            <p:ph type="title"/>
          </p:nvPr>
        </p:nvSpPr>
        <p:spPr>
          <a:xfrm>
            <a:off x="681037" y="1234956"/>
            <a:ext cx="8543925" cy="2852737"/>
          </a:xfrm>
        </p:spPr>
        <p:txBody>
          <a:bodyPr>
            <a:normAutofit/>
          </a:bodyPr>
          <a:lstStyle/>
          <a:p>
            <a:pPr algn="ctr"/>
            <a:r>
              <a:rPr lang="en-US" sz="8000">
                <a:solidFill>
                  <a:srgbClr val="262626"/>
                </a:solidFill>
                <a:latin typeface="Dosis ExtraBold" pitchFamily="2" charset="0"/>
              </a:rPr>
              <a:t>Thank you!</a:t>
            </a:r>
          </a:p>
        </p:txBody>
      </p:sp>
    </p:spTree>
    <p:extLst>
      <p:ext uri="{BB962C8B-B14F-4D97-AF65-F5344CB8AC3E}">
        <p14:creationId xmlns:p14="http://schemas.microsoft.com/office/powerpoint/2010/main" val="2032102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4EAFD-368E-0253-B59A-1BE33864B48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0E5742F-C5ED-39F2-D391-2CDDFE4F1942}"/>
              </a:ext>
            </a:extLst>
          </p:cNvPr>
          <p:cNvPicPr>
            <a:picLocks noChangeAspect="1"/>
          </p:cNvPicPr>
          <p:nvPr/>
        </p:nvPicPr>
        <p:blipFill>
          <a:blip r:embed="rId2"/>
          <a:stretch>
            <a:fillRect/>
          </a:stretch>
        </p:blipFill>
        <p:spPr>
          <a:xfrm>
            <a:off x="1140536" y="1632049"/>
            <a:ext cx="7909589" cy="4687729"/>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161748901"/>
      </p:ext>
    </p:extLst>
  </p:cSld>
  <p:clrMapOvr>
    <a:masterClrMapping/>
  </p:clrMapOvr>
</p:sld>
</file>

<file path=ppt/theme/theme1.xml><?xml version="1.0" encoding="utf-8"?>
<a:theme xmlns:a="http://schemas.openxmlformats.org/drawingml/2006/main" name="VPEC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Lato Black"/>
        <a:ea typeface="Asana"/>
        <a:cs typeface=""/>
      </a:majorFont>
      <a:minorFont>
        <a:latin typeface="Lato"/>
        <a:ea typeface="Asan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PEC_theme" id="{8AA4AFE5-4C9B-498E-826A-13CB54DF4FD5}" vid="{7D9A3D0F-9812-4AC9-A974-F1C3C9BA3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56721c0-6b3a-4e4c-8183-0c81254e71b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97DCB5278DCA64EA66CD17852BDE685" ma:contentTypeVersion="16" ma:contentTypeDescription="Create a new document." ma:contentTypeScope="" ma:versionID="386d1682a46c43990dd6828e9add67a6">
  <xsd:schema xmlns:xsd="http://www.w3.org/2001/XMLSchema" xmlns:xs="http://www.w3.org/2001/XMLSchema" xmlns:p="http://schemas.microsoft.com/office/2006/metadata/properties" xmlns:ns3="b56721c0-6b3a-4e4c-8183-0c81254e71b1" xmlns:ns4="2dd14a5b-7585-47f3-b208-26920f442fab" targetNamespace="http://schemas.microsoft.com/office/2006/metadata/properties" ma:root="true" ma:fieldsID="7081f63520021cf7b1d2c3f43b73dea3" ns3:_="" ns4:_="">
    <xsd:import namespace="b56721c0-6b3a-4e4c-8183-0c81254e71b1"/>
    <xsd:import namespace="2dd14a5b-7585-47f3-b208-26920f442fab"/>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DateTaken" minOccurs="0"/>
                <xsd:element ref="ns3:MediaServiceAutoTags" minOccurs="0"/>
                <xsd:element ref="ns3:MediaLengthInSeconds" minOccurs="0"/>
                <xsd:element ref="ns3:MediaServiceLocation" minOccurs="0"/>
                <xsd:element ref="ns3:MediaServiceSystemTags" minOccurs="0"/>
                <xsd:element ref="ns3:MediaServiceOCR"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6721c0-6b3a-4e4c-8183-0c81254e71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dd14a5b-7585-47f3-b208-26920f442fa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A7C5A7-05C0-4FE3-B169-7E865D8495CE}">
  <ds:schemaRefs>
    <ds:schemaRef ds:uri="http://purl.org/dc/terms/"/>
    <ds:schemaRef ds:uri="http://schemas.microsoft.com/office/2006/documentManagement/types"/>
    <ds:schemaRef ds:uri="http://www.w3.org/XML/1998/namespace"/>
    <ds:schemaRef ds:uri="http://schemas.microsoft.com/office/2006/metadata/properties"/>
    <ds:schemaRef ds:uri="b56721c0-6b3a-4e4c-8183-0c81254e71b1"/>
    <ds:schemaRef ds:uri="http://purl.org/dc/dcmitype/"/>
    <ds:schemaRef ds:uri="http://schemas.microsoft.com/office/infopath/2007/PartnerControls"/>
    <ds:schemaRef ds:uri="http://schemas.openxmlformats.org/package/2006/metadata/core-properties"/>
    <ds:schemaRef ds:uri="2dd14a5b-7585-47f3-b208-26920f442fab"/>
    <ds:schemaRef ds:uri="http://purl.org/dc/elements/1.1/"/>
  </ds:schemaRefs>
</ds:datastoreItem>
</file>

<file path=customXml/itemProps2.xml><?xml version="1.0" encoding="utf-8"?>
<ds:datastoreItem xmlns:ds="http://schemas.openxmlformats.org/officeDocument/2006/customXml" ds:itemID="{C02334BE-CFA4-40C2-B38C-62F691D75FBD}">
  <ds:schemaRefs>
    <ds:schemaRef ds:uri="2dd14a5b-7585-47f3-b208-26920f442fab"/>
    <ds:schemaRef ds:uri="b56721c0-6b3a-4e4c-8183-0c81254e71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5919F86-A71C-4826-BFD2-23EB659F8B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VPEC_theme</Template>
  <TotalTime>849</TotalTime>
  <Words>1448</Words>
  <Application>Microsoft Office PowerPoint</Application>
  <PresentationFormat>A4 Paper (210x297 mm)</PresentationFormat>
  <Paragraphs>238</Paragraphs>
  <Slides>21</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Aptos</vt:lpstr>
      <vt:lpstr>Arial</vt:lpstr>
      <vt:lpstr>Asana</vt:lpstr>
      <vt:lpstr>Calibri</vt:lpstr>
      <vt:lpstr>Cambria Math</vt:lpstr>
      <vt:lpstr>Courier New</vt:lpstr>
      <vt:lpstr>Dosis</vt:lpstr>
      <vt:lpstr>Dosis ExtraBold</vt:lpstr>
      <vt:lpstr>Inter</vt:lpstr>
      <vt:lpstr>Lato</vt:lpstr>
      <vt:lpstr>Wingdings</vt:lpstr>
      <vt:lpstr>VPEC_theme</vt:lpstr>
      <vt:lpstr>BÀI BÁO CÁO : Tính toán thời gian sạc CCCV</vt:lpstr>
      <vt:lpstr>Outline</vt:lpstr>
      <vt:lpstr>I. Đề tài bài toán </vt:lpstr>
      <vt:lpstr>II. Tính toán thời gian sạc CCCV</vt:lpstr>
      <vt:lpstr>II. Tính toán thời gian sạc CCCV</vt:lpstr>
      <vt:lpstr>II. Tính toán thời gian sạc CCCV</vt:lpstr>
      <vt:lpstr>II. Tính toán thời gian sạc CCCV</vt:lpstr>
      <vt:lpstr>II. Tính toán thời gian sạc CCCV</vt:lpstr>
      <vt:lpstr>II. Tính toán thời gian sạc CCCV</vt:lpstr>
      <vt:lpstr>II. Tính toán thời gian sạc CCCV</vt:lpstr>
      <vt:lpstr>II. Tính toán thời gian sạc CCCV</vt:lpstr>
      <vt:lpstr>II. Tính toán thời gian sạc CCCV</vt:lpstr>
      <vt:lpstr>III. Mô phỏng Psim </vt:lpstr>
      <vt:lpstr>III. Mô phỏng Psim </vt:lpstr>
      <vt:lpstr>III. Mô phỏng Psim </vt:lpstr>
      <vt:lpstr>III. Mô phỏng Psim </vt:lpstr>
      <vt:lpstr>III. Mô phỏng Psim </vt:lpstr>
      <vt:lpstr>III. Mô phỏng Psim </vt:lpstr>
      <vt:lpstr>Reference </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Dinh</dc:creator>
  <cp:lastModifiedBy>Hua Huy Hoang 20222538</cp:lastModifiedBy>
  <cp:revision>1</cp:revision>
  <cp:lastPrinted>2024-01-25T03:56:08Z</cp:lastPrinted>
  <dcterms:created xsi:type="dcterms:W3CDTF">2020-11-17T01:54:46Z</dcterms:created>
  <dcterms:modified xsi:type="dcterms:W3CDTF">2025-04-04T09:22:49Z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0x010100E97DCB5278DCA64EA66CD17852BDE685</vt:lpwstr>
  </property>
</Properties>
</file>