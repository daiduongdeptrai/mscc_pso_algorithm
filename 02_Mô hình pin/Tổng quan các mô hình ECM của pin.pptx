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ink/ink2.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3.xml" ContentType="application/inkml+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7"/>
  </p:notesMasterIdLst>
  <p:handoutMasterIdLst>
    <p:handoutMasterId r:id="rId18"/>
  </p:handoutMasterIdLst>
  <p:sldIdLst>
    <p:sldId id="256" r:id="rId5"/>
    <p:sldId id="326" r:id="rId6"/>
    <p:sldId id="413" r:id="rId7"/>
    <p:sldId id="424" r:id="rId8"/>
    <p:sldId id="425" r:id="rId9"/>
    <p:sldId id="428" r:id="rId10"/>
    <p:sldId id="427" r:id="rId11"/>
    <p:sldId id="429" r:id="rId12"/>
    <p:sldId id="430" r:id="rId13"/>
    <p:sldId id="431" r:id="rId14"/>
    <p:sldId id="414" r:id="rId15"/>
    <p:sldId id="266" r:id="rId16"/>
  </p:sldIdLst>
  <p:sldSz cx="9906000" cy="6858000" type="A4"/>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4977022-D1D5-448D-82D9-5A3E09766F0B}">
          <p14:sldIdLst>
            <p14:sldId id="256"/>
            <p14:sldId id="326"/>
            <p14:sldId id="413"/>
            <p14:sldId id="424"/>
            <p14:sldId id="425"/>
            <p14:sldId id="428"/>
            <p14:sldId id="427"/>
            <p14:sldId id="429"/>
            <p14:sldId id="430"/>
            <p14:sldId id="431"/>
            <p14:sldId id="414"/>
            <p14:sldId id="26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06DBCD-D208-D3A7-2849-057023EC31D8}" name="Guest User" initials="GU" userId="S::urn:spo:anon#23c2c3b25906e6ff3256d0b4399699bbf3aabb54eab21a455bfe91ec7cd7464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AEFF7"/>
    <a:srgbClr val="262626"/>
    <a:srgbClr val="01204C"/>
    <a:srgbClr val="D2DEEF"/>
    <a:srgbClr val="990134"/>
    <a:srgbClr val="00552B"/>
    <a:srgbClr val="CFAFE7"/>
    <a:srgbClr val="B686DA"/>
    <a:srgbClr val="F5B68B"/>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3115DA-3C35-4034-938B-A4A1C55AA9E1}" v="128" dt="2025-03-08T14:14:36.8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033" autoAdjust="0"/>
  </p:normalViewPr>
  <p:slideViewPr>
    <p:cSldViewPr snapToGrid="0">
      <p:cViewPr varScale="1">
        <p:scale>
          <a:sx n="82" d="100"/>
          <a:sy n="82" d="100"/>
        </p:scale>
        <p:origin x="1277" y="7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o Lam Tung 20222709" userId="S::tung.cl222709@sis.hust.edu.vn::ce9674a6-c058-496c-88bf-33b32ed75606" providerId="AD" clId="Web-{102C6164-87FE-B9B7-3BCD-C2150E9708D8}"/>
    <pc:docChg chg="modSld">
      <pc:chgData name="Cao Lam Tung 20222709" userId="S::tung.cl222709@sis.hust.edu.vn::ce9674a6-c058-496c-88bf-33b32ed75606" providerId="AD" clId="Web-{102C6164-87FE-B9B7-3BCD-C2150E9708D8}" dt="2024-12-21T11:53:55.089" v="18" actId="20577"/>
      <pc:docMkLst>
        <pc:docMk/>
      </pc:docMkLst>
      <pc:sldChg chg="modSp">
        <pc:chgData name="Cao Lam Tung 20222709" userId="S::tung.cl222709@sis.hust.edu.vn::ce9674a6-c058-496c-88bf-33b32ed75606" providerId="AD" clId="Web-{102C6164-87FE-B9B7-3BCD-C2150E9708D8}" dt="2024-12-21T11:53:55.089" v="18" actId="20577"/>
        <pc:sldMkLst>
          <pc:docMk/>
          <pc:sldMk cId="425079733" sldId="256"/>
        </pc:sldMkLst>
        <pc:spChg chg="mod">
          <ac:chgData name="Cao Lam Tung 20222709" userId="S::tung.cl222709@sis.hust.edu.vn::ce9674a6-c058-496c-88bf-33b32ed75606" providerId="AD" clId="Web-{102C6164-87FE-B9B7-3BCD-C2150E9708D8}" dt="2024-12-21T11:53:55.089" v="18" actId="20577"/>
          <ac:spMkLst>
            <pc:docMk/>
            <pc:sldMk cId="425079733" sldId="256"/>
            <ac:spMk id="16" creationId="{54FAB818-6B30-A7C5-7D4E-1D98E2B32425}"/>
          </ac:spMkLst>
        </pc:spChg>
      </pc:sldChg>
    </pc:docChg>
  </pc:docChgLst>
  <pc:docChgLst>
    <pc:chgData name="Cao Lam Tung 20222709" userId="ce9674a6-c058-496c-88bf-33b32ed75606" providerId="ADAL" clId="{D55E4134-4533-4B33-A121-23ECB8AB8F30}"/>
    <pc:docChg chg="undo redo custSel addSld delSld modSld modSection">
      <pc:chgData name="Cao Lam Tung 20222709" userId="ce9674a6-c058-496c-88bf-33b32ed75606" providerId="ADAL" clId="{D55E4134-4533-4B33-A121-23ECB8AB8F30}" dt="2024-12-27T09:28:46.660" v="1019" actId="20577"/>
      <pc:docMkLst>
        <pc:docMk/>
      </pc:docMkLst>
      <pc:sldChg chg="modSp mod">
        <pc:chgData name="Cao Lam Tung 20222709" userId="ce9674a6-c058-496c-88bf-33b32ed75606" providerId="ADAL" clId="{D55E4134-4533-4B33-A121-23ECB8AB8F30}" dt="2024-12-25T15:13:45.052" v="22" actId="20577"/>
        <pc:sldMkLst>
          <pc:docMk/>
          <pc:sldMk cId="425079733" sldId="256"/>
        </pc:sldMkLst>
        <pc:spChg chg="mod">
          <ac:chgData name="Cao Lam Tung 20222709" userId="ce9674a6-c058-496c-88bf-33b32ed75606" providerId="ADAL" clId="{D55E4134-4533-4B33-A121-23ECB8AB8F30}" dt="2024-12-25T15:13:45.052" v="22" actId="20577"/>
          <ac:spMkLst>
            <pc:docMk/>
            <pc:sldMk cId="425079733" sldId="256"/>
            <ac:spMk id="16" creationId="{54FAB818-6B30-A7C5-7D4E-1D98E2B32425}"/>
          </ac:spMkLst>
        </pc:spChg>
      </pc:sldChg>
      <pc:sldChg chg="modSp mod">
        <pc:chgData name="Cao Lam Tung 20222709" userId="ce9674a6-c058-496c-88bf-33b32ed75606" providerId="ADAL" clId="{D55E4134-4533-4B33-A121-23ECB8AB8F30}" dt="2024-12-27T09:28:46.660" v="1019" actId="20577"/>
        <pc:sldMkLst>
          <pc:docMk/>
          <pc:sldMk cId="3405558723" sldId="382"/>
        </pc:sldMkLst>
      </pc:sldChg>
      <pc:sldChg chg="addSp delSp modSp mod">
        <pc:chgData name="Cao Lam Tung 20222709" userId="ce9674a6-c058-496c-88bf-33b32ed75606" providerId="ADAL" clId="{D55E4134-4533-4B33-A121-23ECB8AB8F30}" dt="2024-12-27T08:27:18.850" v="562" actId="1076"/>
        <pc:sldMkLst>
          <pc:docMk/>
          <pc:sldMk cId="1512609409" sldId="383"/>
        </pc:sldMkLst>
      </pc:sldChg>
      <pc:sldChg chg="modNotesTx">
        <pc:chgData name="Cao Lam Tung 20222709" userId="ce9674a6-c058-496c-88bf-33b32ed75606" providerId="ADAL" clId="{D55E4134-4533-4B33-A121-23ECB8AB8F30}" dt="2024-12-27T08:18:48.901" v="250"/>
        <pc:sldMkLst>
          <pc:docMk/>
          <pc:sldMk cId="973910400" sldId="387"/>
        </pc:sldMkLst>
      </pc:sldChg>
      <pc:sldChg chg="modSp mod">
        <pc:chgData name="Cao Lam Tung 20222709" userId="ce9674a6-c058-496c-88bf-33b32ed75606" providerId="ADAL" clId="{D55E4134-4533-4B33-A121-23ECB8AB8F30}" dt="2024-12-27T04:21:13.097" v="45" actId="1076"/>
        <pc:sldMkLst>
          <pc:docMk/>
          <pc:sldMk cId="1705887883" sldId="396"/>
        </pc:sldMkLst>
      </pc:sldChg>
      <pc:sldChg chg="modSp mod modNotesTx">
        <pc:chgData name="Cao Lam Tung 20222709" userId="ce9674a6-c058-496c-88bf-33b32ed75606" providerId="ADAL" clId="{D55E4134-4533-4B33-A121-23ECB8AB8F30}" dt="2024-12-27T04:21:48.991" v="53" actId="1076"/>
        <pc:sldMkLst>
          <pc:docMk/>
          <pc:sldMk cId="3490198815" sldId="397"/>
        </pc:sldMkLst>
      </pc:sldChg>
      <pc:sldChg chg="modSp mod modNotesTx">
        <pc:chgData name="Cao Lam Tung 20222709" userId="ce9674a6-c058-496c-88bf-33b32ed75606" providerId="ADAL" clId="{D55E4134-4533-4B33-A121-23ECB8AB8F30}" dt="2024-12-27T04:29:06.232" v="232" actId="20577"/>
        <pc:sldMkLst>
          <pc:docMk/>
          <pc:sldMk cId="3618849856" sldId="398"/>
        </pc:sldMkLst>
      </pc:sldChg>
      <pc:sldChg chg="addSp delSp modSp add mod modNotesTx">
        <pc:chgData name="Cao Lam Tung 20222709" userId="ce9674a6-c058-496c-88bf-33b32ed75606" providerId="ADAL" clId="{D55E4134-4533-4B33-A121-23ECB8AB8F30}" dt="2024-12-27T08:52:42.707" v="796" actId="20577"/>
        <pc:sldMkLst>
          <pc:docMk/>
          <pc:sldMk cId="2861518484" sldId="400"/>
        </pc:sldMkLst>
      </pc:sldChg>
      <pc:sldChg chg="add del">
        <pc:chgData name="Cao Lam Tung 20222709" userId="ce9674a6-c058-496c-88bf-33b32ed75606" providerId="ADAL" clId="{D55E4134-4533-4B33-A121-23ECB8AB8F30}" dt="2024-12-27T04:22:01.763" v="56" actId="47"/>
        <pc:sldMkLst>
          <pc:docMk/>
          <pc:sldMk cId="3575042794" sldId="400"/>
        </pc:sldMkLst>
      </pc:sldChg>
      <pc:sldChg chg="addSp delSp modSp add mod">
        <pc:chgData name="Cao Lam Tung 20222709" userId="ce9674a6-c058-496c-88bf-33b32ed75606" providerId="ADAL" clId="{D55E4134-4533-4B33-A121-23ECB8AB8F30}" dt="2024-12-27T08:55:30.451" v="818" actId="478"/>
        <pc:sldMkLst>
          <pc:docMk/>
          <pc:sldMk cId="513666704" sldId="401"/>
        </pc:sldMkLst>
      </pc:sldChg>
      <pc:sldChg chg="add del">
        <pc:chgData name="Cao Lam Tung 20222709" userId="ce9674a6-c058-496c-88bf-33b32ed75606" providerId="ADAL" clId="{D55E4134-4533-4B33-A121-23ECB8AB8F30}" dt="2024-12-27T08:51:14.388" v="787"/>
        <pc:sldMkLst>
          <pc:docMk/>
          <pc:sldMk cId="2806087674" sldId="402"/>
        </pc:sldMkLst>
      </pc:sldChg>
      <pc:sldChg chg="addSp delSp modSp add mod modNotesTx">
        <pc:chgData name="Cao Lam Tung 20222709" userId="ce9674a6-c058-496c-88bf-33b32ed75606" providerId="ADAL" clId="{D55E4134-4533-4B33-A121-23ECB8AB8F30}" dt="2024-12-27T09:25:25.508" v="988"/>
        <pc:sldMkLst>
          <pc:docMk/>
          <pc:sldMk cId="4265039605" sldId="402"/>
        </pc:sldMkLst>
      </pc:sldChg>
      <pc:sldChg chg="addSp delSp modSp add mod modNotesTx">
        <pc:chgData name="Cao Lam Tung 20222709" userId="ce9674a6-c058-496c-88bf-33b32ed75606" providerId="ADAL" clId="{D55E4134-4533-4B33-A121-23ECB8AB8F30}" dt="2024-12-27T09:26:56.086" v="1016"/>
        <pc:sldMkLst>
          <pc:docMk/>
          <pc:sldMk cId="3866274425" sldId="403"/>
        </pc:sldMkLst>
      </pc:sldChg>
    </pc:docChg>
  </pc:docChgLst>
  <pc:docChgLst>
    <pc:chgData name="Cao Lam Tung 20222709" userId="ce9674a6-c058-496c-88bf-33b32ed75606" providerId="ADAL" clId="{600EA3E8-7A88-4898-BA5D-3D768744E8FE}"/>
    <pc:docChg chg="undo custSel modSld sldOrd">
      <pc:chgData name="Cao Lam Tung 20222709" userId="ce9674a6-c058-496c-88bf-33b32ed75606" providerId="ADAL" clId="{600EA3E8-7A88-4898-BA5D-3D768744E8FE}" dt="2024-09-11T09:29:54.079" v="793"/>
      <pc:docMkLst>
        <pc:docMk/>
      </pc:docMkLst>
      <pc:sldChg chg="modSp mod">
        <pc:chgData name="Cao Lam Tung 20222709" userId="ce9674a6-c058-496c-88bf-33b32ed75606" providerId="ADAL" clId="{600EA3E8-7A88-4898-BA5D-3D768744E8FE}" dt="2024-08-20T01:47:12.781" v="1" actId="14100"/>
        <pc:sldMkLst>
          <pc:docMk/>
          <pc:sldMk cId="3643748511" sldId="258"/>
        </pc:sldMkLst>
      </pc:sldChg>
      <pc:sldChg chg="ord">
        <pc:chgData name="Cao Lam Tung 20222709" userId="ce9674a6-c058-496c-88bf-33b32ed75606" providerId="ADAL" clId="{600EA3E8-7A88-4898-BA5D-3D768744E8FE}" dt="2024-09-11T09:29:54.079" v="793"/>
        <pc:sldMkLst>
          <pc:docMk/>
          <pc:sldMk cId="463760155" sldId="266"/>
        </pc:sldMkLst>
      </pc:sldChg>
      <pc:sldChg chg="modSp mod">
        <pc:chgData name="Cao Lam Tung 20222709" userId="ce9674a6-c058-496c-88bf-33b32ed75606" providerId="ADAL" clId="{600EA3E8-7A88-4898-BA5D-3D768744E8FE}" dt="2024-08-20T02:39:43.819" v="5" actId="1076"/>
        <pc:sldMkLst>
          <pc:docMk/>
          <pc:sldMk cId="290600735" sldId="328"/>
        </pc:sldMkLst>
      </pc:sldChg>
      <pc:sldChg chg="modSp mod">
        <pc:chgData name="Cao Lam Tung 20222709" userId="ce9674a6-c058-496c-88bf-33b32ed75606" providerId="ADAL" clId="{600EA3E8-7A88-4898-BA5D-3D768744E8FE}" dt="2024-08-25T15:51:53.048" v="290" actId="1076"/>
        <pc:sldMkLst>
          <pc:docMk/>
          <pc:sldMk cId="3209251382" sldId="331"/>
        </pc:sldMkLst>
      </pc:sldChg>
      <pc:sldChg chg="addSp modSp mod">
        <pc:chgData name="Cao Lam Tung 20222709" userId="ce9674a6-c058-496c-88bf-33b32ed75606" providerId="ADAL" clId="{600EA3E8-7A88-4898-BA5D-3D768744E8FE}" dt="2024-09-01T02:48:03.078" v="428" actId="1076"/>
        <pc:sldMkLst>
          <pc:docMk/>
          <pc:sldMk cId="959314624" sldId="332"/>
        </pc:sldMkLst>
      </pc:sldChg>
      <pc:sldChg chg="modSp mod">
        <pc:chgData name="Cao Lam Tung 20222709" userId="ce9674a6-c058-496c-88bf-33b32ed75606" providerId="ADAL" clId="{600EA3E8-7A88-4898-BA5D-3D768744E8FE}" dt="2024-08-20T12:58:45.203" v="192" actId="20577"/>
        <pc:sldMkLst>
          <pc:docMk/>
          <pc:sldMk cId="563296614" sldId="334"/>
        </pc:sldMkLst>
      </pc:sldChg>
      <pc:sldChg chg="modSp mod">
        <pc:chgData name="Cao Lam Tung 20222709" userId="ce9674a6-c058-496c-88bf-33b32ed75606" providerId="ADAL" clId="{600EA3E8-7A88-4898-BA5D-3D768744E8FE}" dt="2024-08-20T03:18:19.974" v="182" actId="1076"/>
        <pc:sldMkLst>
          <pc:docMk/>
          <pc:sldMk cId="2749988275" sldId="335"/>
        </pc:sldMkLst>
      </pc:sldChg>
      <pc:sldChg chg="addSp delSp modSp mod">
        <pc:chgData name="Cao Lam Tung 20222709" userId="ce9674a6-c058-496c-88bf-33b32ed75606" providerId="ADAL" clId="{600EA3E8-7A88-4898-BA5D-3D768744E8FE}" dt="2024-09-11T09:08:54.613" v="716" actId="20577"/>
        <pc:sldMkLst>
          <pc:docMk/>
          <pc:sldMk cId="2379758615" sldId="337"/>
        </pc:sldMkLst>
      </pc:sldChg>
      <pc:sldChg chg="addSp delSp modSp mod">
        <pc:chgData name="Cao Lam Tung 20222709" userId="ce9674a6-c058-496c-88bf-33b32ed75606" providerId="ADAL" clId="{600EA3E8-7A88-4898-BA5D-3D768744E8FE}" dt="2024-09-11T09:10:33.167" v="747" actId="478"/>
        <pc:sldMkLst>
          <pc:docMk/>
          <pc:sldMk cId="629533612" sldId="338"/>
        </pc:sldMkLst>
      </pc:sldChg>
      <pc:sldChg chg="addSp delSp modSp mod">
        <pc:chgData name="Cao Lam Tung 20222709" userId="ce9674a6-c058-496c-88bf-33b32ed75606" providerId="ADAL" clId="{600EA3E8-7A88-4898-BA5D-3D768744E8FE}" dt="2024-09-11T09:19:29.738" v="780" actId="20577"/>
        <pc:sldMkLst>
          <pc:docMk/>
          <pc:sldMk cId="3803284696" sldId="339"/>
        </pc:sldMkLst>
      </pc:sldChg>
      <pc:sldChg chg="modSp mod">
        <pc:chgData name="Cao Lam Tung 20222709" userId="ce9674a6-c058-496c-88bf-33b32ed75606" providerId="ADAL" clId="{600EA3E8-7A88-4898-BA5D-3D768744E8FE}" dt="2024-09-11T09:29:28.867" v="782" actId="20577"/>
        <pc:sldMkLst>
          <pc:docMk/>
          <pc:sldMk cId="3904980597" sldId="340"/>
        </pc:sldMkLst>
      </pc:sldChg>
      <pc:sldChg chg="modSp mod">
        <pc:chgData name="Cao Lam Tung 20222709" userId="ce9674a6-c058-496c-88bf-33b32ed75606" providerId="ADAL" clId="{600EA3E8-7A88-4898-BA5D-3D768744E8FE}" dt="2024-09-11T09:29:32.105" v="784" actId="20577"/>
        <pc:sldMkLst>
          <pc:docMk/>
          <pc:sldMk cId="3158382041" sldId="341"/>
        </pc:sldMkLst>
      </pc:sldChg>
      <pc:sldChg chg="modSp">
        <pc:chgData name="Cao Lam Tung 20222709" userId="ce9674a6-c058-496c-88bf-33b32ed75606" providerId="ADAL" clId="{600EA3E8-7A88-4898-BA5D-3D768744E8FE}" dt="2024-09-01T03:10:37.292" v="429" actId="20577"/>
        <pc:sldMkLst>
          <pc:docMk/>
          <pc:sldMk cId="2416454450" sldId="342"/>
        </pc:sldMkLst>
      </pc:sldChg>
      <pc:sldChg chg="modSp mod">
        <pc:chgData name="Cao Lam Tung 20222709" userId="ce9674a6-c058-496c-88bf-33b32ed75606" providerId="ADAL" clId="{600EA3E8-7A88-4898-BA5D-3D768744E8FE}" dt="2024-09-11T09:29:46.710" v="789" actId="20577"/>
        <pc:sldMkLst>
          <pc:docMk/>
          <pc:sldMk cId="18072324" sldId="343"/>
        </pc:sldMkLst>
      </pc:sldChg>
      <pc:sldChg chg="modSp mod">
        <pc:chgData name="Cao Lam Tung 20222709" userId="ce9674a6-c058-496c-88bf-33b32ed75606" providerId="ADAL" clId="{600EA3E8-7A88-4898-BA5D-3D768744E8FE}" dt="2024-09-11T09:29:49.296" v="791" actId="20577"/>
        <pc:sldMkLst>
          <pc:docMk/>
          <pc:sldMk cId="958536204" sldId="344"/>
        </pc:sldMkLst>
      </pc:sldChg>
    </pc:docChg>
  </pc:docChgLst>
  <pc:docChgLst>
    <pc:chgData name="Cao Lam Tung 20222709" userId="ce9674a6-c058-496c-88bf-33b32ed75606" providerId="ADAL" clId="{7BEC58D4-8E2B-4C81-A519-91013BC190C1}"/>
    <pc:docChg chg="custSel modSld">
      <pc:chgData name="Cao Lam Tung 20222709" userId="ce9674a6-c058-496c-88bf-33b32ed75606" providerId="ADAL" clId="{7BEC58D4-8E2B-4C81-A519-91013BC190C1}" dt="2025-02-06T02:11:41.298" v="66" actId="113"/>
      <pc:docMkLst>
        <pc:docMk/>
      </pc:docMkLst>
      <pc:sldChg chg="modSp modNotesTx">
        <pc:chgData name="Cao Lam Tung 20222709" userId="ce9674a6-c058-496c-88bf-33b32ed75606" providerId="ADAL" clId="{7BEC58D4-8E2B-4C81-A519-91013BC190C1}" dt="2025-02-05T16:23:26.588" v="48" actId="20577"/>
        <pc:sldMkLst>
          <pc:docMk/>
          <pc:sldMk cId="1512609409" sldId="383"/>
        </pc:sldMkLst>
      </pc:sldChg>
      <pc:sldChg chg="modSp modNotesTx">
        <pc:chgData name="Cao Lam Tung 20222709" userId="ce9674a6-c058-496c-88bf-33b32ed75606" providerId="ADAL" clId="{7BEC58D4-8E2B-4C81-A519-91013BC190C1}" dt="2025-02-06T02:11:41.298" v="66" actId="113"/>
        <pc:sldMkLst>
          <pc:docMk/>
          <pc:sldMk cId="973910400" sldId="387"/>
        </pc:sldMkLst>
      </pc:sldChg>
      <pc:sldChg chg="delSp modSp mod">
        <pc:chgData name="Cao Lam Tung 20222709" userId="ce9674a6-c058-496c-88bf-33b32ed75606" providerId="ADAL" clId="{7BEC58D4-8E2B-4C81-A519-91013BC190C1}" dt="2025-02-05T16:23:56.327" v="52" actId="478"/>
        <pc:sldMkLst>
          <pc:docMk/>
          <pc:sldMk cId="1934133307" sldId="399"/>
        </pc:sldMkLst>
      </pc:sldChg>
      <pc:sldChg chg="modSp">
        <pc:chgData name="Cao Lam Tung 20222709" userId="ce9674a6-c058-496c-88bf-33b32ed75606" providerId="ADAL" clId="{7BEC58D4-8E2B-4C81-A519-91013BC190C1}" dt="2025-02-05T16:25:30.438" v="61" actId="20577"/>
        <pc:sldMkLst>
          <pc:docMk/>
          <pc:sldMk cId="2861518484" sldId="400"/>
        </pc:sldMkLst>
      </pc:sldChg>
    </pc:docChg>
  </pc:docChgLst>
  <pc:docChgLst>
    <pc:chgData name="Cao Lam Tung 20222709" userId="ce9674a6-c058-496c-88bf-33b32ed75606" providerId="ADAL" clId="{713115DA-3C35-4034-938B-A4A1C55AA9E1}"/>
    <pc:docChg chg="undo redo custSel addSld delSld modSld sldOrd modSection">
      <pc:chgData name="Cao Lam Tung 20222709" userId="ce9674a6-c058-496c-88bf-33b32ed75606" providerId="ADAL" clId="{713115DA-3C35-4034-938B-A4A1C55AA9E1}" dt="2025-03-08T14:36:19.173" v="1823" actId="20577"/>
      <pc:docMkLst>
        <pc:docMk/>
      </pc:docMkLst>
      <pc:sldChg chg="modSp mod">
        <pc:chgData name="Cao Lam Tung 20222709" userId="ce9674a6-c058-496c-88bf-33b32ed75606" providerId="ADAL" clId="{713115DA-3C35-4034-938B-A4A1C55AA9E1}" dt="2025-03-08T14:18:47.994" v="1762" actId="20577"/>
        <pc:sldMkLst>
          <pc:docMk/>
          <pc:sldMk cId="425079733" sldId="256"/>
        </pc:sldMkLst>
        <pc:spChg chg="mod">
          <ac:chgData name="Cao Lam Tung 20222709" userId="ce9674a6-c058-496c-88bf-33b32ed75606" providerId="ADAL" clId="{713115DA-3C35-4034-938B-A4A1C55AA9E1}" dt="2025-03-08T14:18:47.994" v="1762" actId="20577"/>
          <ac:spMkLst>
            <pc:docMk/>
            <pc:sldMk cId="425079733" sldId="256"/>
            <ac:spMk id="16" creationId="{54FAB818-6B30-A7C5-7D4E-1D98E2B32425}"/>
          </ac:spMkLst>
        </pc:spChg>
      </pc:sldChg>
      <pc:sldChg chg="modSp mod">
        <pc:chgData name="Cao Lam Tung 20222709" userId="ce9674a6-c058-496c-88bf-33b32ed75606" providerId="ADAL" clId="{713115DA-3C35-4034-938B-A4A1C55AA9E1}" dt="2025-03-08T14:16:09.625" v="1719" actId="20577"/>
        <pc:sldMkLst>
          <pc:docMk/>
          <pc:sldMk cId="3526839302" sldId="326"/>
        </pc:sldMkLst>
        <pc:spChg chg="mod">
          <ac:chgData name="Cao Lam Tung 20222709" userId="ce9674a6-c058-496c-88bf-33b32ed75606" providerId="ADAL" clId="{713115DA-3C35-4034-938B-A4A1C55AA9E1}" dt="2025-03-08T14:16:09.625" v="1719" actId="20577"/>
          <ac:spMkLst>
            <pc:docMk/>
            <pc:sldMk cId="3526839302" sldId="326"/>
            <ac:spMk id="3" creationId="{0895A506-3843-4133-A061-4C59624F0C7D}"/>
          </ac:spMkLst>
        </pc:spChg>
      </pc:sldChg>
      <pc:sldChg chg="del">
        <pc:chgData name="Cao Lam Tung 20222709" userId="ce9674a6-c058-496c-88bf-33b32ed75606" providerId="ADAL" clId="{713115DA-3C35-4034-938B-A4A1C55AA9E1}" dt="2025-03-08T14:07:53.448" v="1510" actId="47"/>
        <pc:sldMkLst>
          <pc:docMk/>
          <pc:sldMk cId="3405558723" sldId="382"/>
        </pc:sldMkLst>
      </pc:sldChg>
      <pc:sldChg chg="del">
        <pc:chgData name="Cao Lam Tung 20222709" userId="ce9674a6-c058-496c-88bf-33b32ed75606" providerId="ADAL" clId="{713115DA-3C35-4034-938B-A4A1C55AA9E1}" dt="2025-03-08T08:54:41.730" v="725" actId="47"/>
        <pc:sldMkLst>
          <pc:docMk/>
          <pc:sldMk cId="1512609409" sldId="383"/>
        </pc:sldMkLst>
      </pc:sldChg>
      <pc:sldChg chg="addSp delSp modSp mod modNotesTx">
        <pc:chgData name="Cao Lam Tung 20222709" userId="ce9674a6-c058-496c-88bf-33b32ed75606" providerId="ADAL" clId="{713115DA-3C35-4034-938B-A4A1C55AA9E1}" dt="2025-03-08T14:21:46.094" v="1802" actId="20577"/>
        <pc:sldMkLst>
          <pc:docMk/>
          <pc:sldMk cId="3887032254" sldId="413"/>
        </pc:sldMkLst>
        <pc:spChg chg="mod">
          <ac:chgData name="Cao Lam Tung 20222709" userId="ce9674a6-c058-496c-88bf-33b32ed75606" providerId="ADAL" clId="{713115DA-3C35-4034-938B-A4A1C55AA9E1}" dt="2025-03-08T03:58:51.663" v="36" actId="20577"/>
          <ac:spMkLst>
            <pc:docMk/>
            <pc:sldMk cId="3887032254" sldId="413"/>
            <ac:spMk id="6" creationId="{F5B1B958-2112-7B31-B34A-EE9D8EBC646C}"/>
          </ac:spMkLst>
        </pc:spChg>
        <pc:spChg chg="mod">
          <ac:chgData name="Cao Lam Tung 20222709" userId="ce9674a6-c058-496c-88bf-33b32ed75606" providerId="ADAL" clId="{713115DA-3C35-4034-938B-A4A1C55AA9E1}" dt="2025-03-08T04:03:55.362" v="226" actId="1076"/>
          <ac:spMkLst>
            <pc:docMk/>
            <pc:sldMk cId="3887032254" sldId="413"/>
            <ac:spMk id="9" creationId="{D70DF97C-12A6-A8E0-1727-552857FCA032}"/>
          </ac:spMkLst>
        </pc:spChg>
        <pc:spChg chg="add mod">
          <ac:chgData name="Cao Lam Tung 20222709" userId="ce9674a6-c058-496c-88bf-33b32ed75606" providerId="ADAL" clId="{713115DA-3C35-4034-938B-A4A1C55AA9E1}" dt="2025-03-08T04:00:39.169" v="108" actId="1076"/>
          <ac:spMkLst>
            <pc:docMk/>
            <pc:sldMk cId="3887032254" sldId="413"/>
            <ac:spMk id="10" creationId="{2F88AAFA-0B19-BFDD-B5DB-5DCD9C3BA006}"/>
          </ac:spMkLst>
        </pc:spChg>
        <pc:spChg chg="add mod">
          <ac:chgData name="Cao Lam Tung 20222709" userId="ce9674a6-c058-496c-88bf-33b32ed75606" providerId="ADAL" clId="{713115DA-3C35-4034-938B-A4A1C55AA9E1}" dt="2025-03-08T04:01:47.554" v="131" actId="1076"/>
          <ac:spMkLst>
            <pc:docMk/>
            <pc:sldMk cId="3887032254" sldId="413"/>
            <ac:spMk id="11" creationId="{4A2795F5-5B0F-F6BB-B870-7A0523AC5997}"/>
          </ac:spMkLst>
        </pc:spChg>
        <pc:spChg chg="add mod ord">
          <ac:chgData name="Cao Lam Tung 20222709" userId="ce9674a6-c058-496c-88bf-33b32ed75606" providerId="ADAL" clId="{713115DA-3C35-4034-938B-A4A1C55AA9E1}" dt="2025-03-08T04:02:29.085" v="136" actId="1076"/>
          <ac:spMkLst>
            <pc:docMk/>
            <pc:sldMk cId="3887032254" sldId="413"/>
            <ac:spMk id="14" creationId="{1DFF9615-6824-EB43-424A-9DA312263D50}"/>
          </ac:spMkLst>
        </pc:spChg>
        <pc:spChg chg="add mod">
          <ac:chgData name="Cao Lam Tung 20222709" userId="ce9674a6-c058-496c-88bf-33b32ed75606" providerId="ADAL" clId="{713115DA-3C35-4034-938B-A4A1C55AA9E1}" dt="2025-03-08T04:03:07.938" v="163" actId="1076"/>
          <ac:spMkLst>
            <pc:docMk/>
            <pc:sldMk cId="3887032254" sldId="413"/>
            <ac:spMk id="15" creationId="{BF07C825-7335-F24A-3752-8D1DB88CAD7B}"/>
          </ac:spMkLst>
        </pc:spChg>
        <pc:spChg chg="add">
          <ac:chgData name="Cao Lam Tung 20222709" userId="ce9674a6-c058-496c-88bf-33b32ed75606" providerId="ADAL" clId="{713115DA-3C35-4034-938B-A4A1C55AA9E1}" dt="2025-03-08T04:03:03.980" v="162" actId="11529"/>
          <ac:spMkLst>
            <pc:docMk/>
            <pc:sldMk cId="3887032254" sldId="413"/>
            <ac:spMk id="16" creationId="{F1161DFC-3502-C476-EFC2-1A191E2E3A8E}"/>
          </ac:spMkLst>
        </pc:spChg>
        <pc:spChg chg="del mod">
          <ac:chgData name="Cao Lam Tung 20222709" userId="ce9674a6-c058-496c-88bf-33b32ed75606" providerId="ADAL" clId="{713115DA-3C35-4034-938B-A4A1C55AA9E1}" dt="2025-03-08T03:58:56.941" v="40"/>
          <ac:spMkLst>
            <pc:docMk/>
            <pc:sldMk cId="3887032254" sldId="413"/>
            <ac:spMk id="17" creationId="{6E251360-A31A-0B2B-D986-059E619111A1}"/>
          </ac:spMkLst>
        </pc:spChg>
        <pc:spChg chg="add mod">
          <ac:chgData name="Cao Lam Tung 20222709" userId="ce9674a6-c058-496c-88bf-33b32ed75606" providerId="ADAL" clId="{713115DA-3C35-4034-938B-A4A1C55AA9E1}" dt="2025-03-08T14:21:46.094" v="1802" actId="20577"/>
          <ac:spMkLst>
            <pc:docMk/>
            <pc:sldMk cId="3887032254" sldId="413"/>
            <ac:spMk id="18" creationId="{F8B1CADB-F79A-0BC4-D365-7FFFBB846FEC}"/>
          </ac:spMkLst>
        </pc:spChg>
        <pc:picChg chg="add mod modCrop">
          <ac:chgData name="Cao Lam Tung 20222709" userId="ce9674a6-c058-496c-88bf-33b32ed75606" providerId="ADAL" clId="{713115DA-3C35-4034-938B-A4A1C55AA9E1}" dt="2025-03-08T04:03:52.546" v="225" actId="14100"/>
          <ac:picMkLst>
            <pc:docMk/>
            <pc:sldMk cId="3887032254" sldId="413"/>
            <ac:picMk id="3" creationId="{77351D0A-B80D-04B1-BC0F-28D67896A52F}"/>
          </ac:picMkLst>
        </pc:picChg>
        <pc:picChg chg="add mod">
          <ac:chgData name="Cao Lam Tung 20222709" userId="ce9674a6-c058-496c-88bf-33b32ed75606" providerId="ADAL" clId="{713115DA-3C35-4034-938B-A4A1C55AA9E1}" dt="2025-03-08T04:00:21.943" v="87" actId="1076"/>
          <ac:picMkLst>
            <pc:docMk/>
            <pc:sldMk cId="3887032254" sldId="413"/>
            <ac:picMk id="5" creationId="{27A903F9-16B5-B6F0-32A1-8ADD488D5AC1}"/>
          </ac:picMkLst>
        </pc:picChg>
        <pc:picChg chg="add del mod">
          <ac:chgData name="Cao Lam Tung 20222709" userId="ce9674a6-c058-496c-88bf-33b32ed75606" providerId="ADAL" clId="{713115DA-3C35-4034-938B-A4A1C55AA9E1}" dt="2025-03-08T03:59:12.737" v="45" actId="478"/>
          <ac:picMkLst>
            <pc:docMk/>
            <pc:sldMk cId="3887032254" sldId="413"/>
            <ac:picMk id="8" creationId="{D37ED8C5-5A3A-C52E-0C0A-4F170F09AD8A}"/>
          </ac:picMkLst>
        </pc:picChg>
        <pc:cxnChg chg="add">
          <ac:chgData name="Cao Lam Tung 20222709" userId="ce9674a6-c058-496c-88bf-33b32ed75606" providerId="ADAL" clId="{713115DA-3C35-4034-938B-A4A1C55AA9E1}" dt="2025-03-08T04:02:09.772" v="132" actId="11529"/>
          <ac:cxnSpMkLst>
            <pc:docMk/>
            <pc:sldMk cId="3887032254" sldId="413"/>
            <ac:cxnSpMk id="13" creationId="{664BAE2F-DE7F-4742-B0E0-CC1295D25E94}"/>
          </ac:cxnSpMkLst>
        </pc:cxnChg>
        <pc:cxnChg chg="add mod">
          <ac:chgData name="Cao Lam Tung 20222709" userId="ce9674a6-c058-496c-88bf-33b32ed75606" providerId="ADAL" clId="{713115DA-3C35-4034-938B-A4A1C55AA9E1}" dt="2025-03-08T14:17:18.058" v="1723" actId="1076"/>
          <ac:cxnSpMkLst>
            <pc:docMk/>
            <pc:sldMk cId="3887032254" sldId="413"/>
            <ac:cxnSpMk id="20" creationId="{44377F8D-250F-2431-071B-59C975CAF16F}"/>
          </ac:cxnSpMkLst>
        </pc:cxnChg>
      </pc:sldChg>
      <pc:sldChg chg="modSp mod">
        <pc:chgData name="Cao Lam Tung 20222709" userId="ce9674a6-c058-496c-88bf-33b32ed75606" providerId="ADAL" clId="{713115DA-3C35-4034-938B-A4A1C55AA9E1}" dt="2025-03-08T14:12:50.166" v="1577" actId="20577"/>
        <pc:sldMkLst>
          <pc:docMk/>
          <pc:sldMk cId="642788118" sldId="414"/>
        </pc:sldMkLst>
        <pc:spChg chg="mod">
          <ac:chgData name="Cao Lam Tung 20222709" userId="ce9674a6-c058-496c-88bf-33b32ed75606" providerId="ADAL" clId="{713115DA-3C35-4034-938B-A4A1C55AA9E1}" dt="2025-03-08T14:12:50.166" v="1577" actId="20577"/>
          <ac:spMkLst>
            <pc:docMk/>
            <pc:sldMk cId="642788118" sldId="414"/>
            <ac:spMk id="3" creationId="{22CAC6D4-C611-60FD-013A-33DF2F82DBAD}"/>
          </ac:spMkLst>
        </pc:spChg>
      </pc:sldChg>
      <pc:sldChg chg="del">
        <pc:chgData name="Cao Lam Tung 20222709" userId="ce9674a6-c058-496c-88bf-33b32ed75606" providerId="ADAL" clId="{713115DA-3C35-4034-938B-A4A1C55AA9E1}" dt="2025-03-08T08:54:40.430" v="722" actId="47"/>
        <pc:sldMkLst>
          <pc:docMk/>
          <pc:sldMk cId="1274460451" sldId="416"/>
        </pc:sldMkLst>
      </pc:sldChg>
      <pc:sldChg chg="delSp modSp del mod">
        <pc:chgData name="Cao Lam Tung 20222709" userId="ce9674a6-c058-496c-88bf-33b32ed75606" providerId="ADAL" clId="{713115DA-3C35-4034-938B-A4A1C55AA9E1}" dt="2025-03-08T08:54:39.989" v="721" actId="47"/>
        <pc:sldMkLst>
          <pc:docMk/>
          <pc:sldMk cId="3644625469" sldId="417"/>
        </pc:sldMkLst>
        <pc:spChg chg="mod">
          <ac:chgData name="Cao Lam Tung 20222709" userId="ce9674a6-c058-496c-88bf-33b32ed75606" providerId="ADAL" clId="{713115DA-3C35-4034-938B-A4A1C55AA9E1}" dt="2025-03-08T04:05:08.834" v="285" actId="20577"/>
          <ac:spMkLst>
            <pc:docMk/>
            <pc:sldMk cId="3644625469" sldId="417"/>
            <ac:spMk id="6" creationId="{6048CA66-C4E4-DC59-9ADF-50DBD032A616}"/>
          </ac:spMkLst>
        </pc:spChg>
        <pc:spChg chg="del">
          <ac:chgData name="Cao Lam Tung 20222709" userId="ce9674a6-c058-496c-88bf-33b32ed75606" providerId="ADAL" clId="{713115DA-3C35-4034-938B-A4A1C55AA9E1}" dt="2025-03-08T03:52:35.777" v="0" actId="478"/>
          <ac:spMkLst>
            <pc:docMk/>
            <pc:sldMk cId="3644625469" sldId="417"/>
            <ac:spMk id="8" creationId="{2CDD77FB-66E2-74E6-B740-9FB83514FF27}"/>
          </ac:spMkLst>
        </pc:spChg>
      </pc:sldChg>
      <pc:sldChg chg="del">
        <pc:chgData name="Cao Lam Tung 20222709" userId="ce9674a6-c058-496c-88bf-33b32ed75606" providerId="ADAL" clId="{713115DA-3C35-4034-938B-A4A1C55AA9E1}" dt="2025-03-08T08:54:40.960" v="724" actId="47"/>
        <pc:sldMkLst>
          <pc:docMk/>
          <pc:sldMk cId="2808913251" sldId="418"/>
        </pc:sldMkLst>
      </pc:sldChg>
      <pc:sldChg chg="del">
        <pc:chgData name="Cao Lam Tung 20222709" userId="ce9674a6-c058-496c-88bf-33b32ed75606" providerId="ADAL" clId="{713115DA-3C35-4034-938B-A4A1C55AA9E1}" dt="2025-03-08T08:54:42.908" v="727" actId="47"/>
        <pc:sldMkLst>
          <pc:docMk/>
          <pc:sldMk cId="2747384583" sldId="419"/>
        </pc:sldMkLst>
      </pc:sldChg>
      <pc:sldChg chg="del">
        <pc:chgData name="Cao Lam Tung 20222709" userId="ce9674a6-c058-496c-88bf-33b32ed75606" providerId="ADAL" clId="{713115DA-3C35-4034-938B-A4A1C55AA9E1}" dt="2025-03-08T08:54:42.639" v="726" actId="47"/>
        <pc:sldMkLst>
          <pc:docMk/>
          <pc:sldMk cId="3627886200" sldId="420"/>
        </pc:sldMkLst>
      </pc:sldChg>
      <pc:sldChg chg="del">
        <pc:chgData name="Cao Lam Tung 20222709" userId="ce9674a6-c058-496c-88bf-33b32ed75606" providerId="ADAL" clId="{713115DA-3C35-4034-938B-A4A1C55AA9E1}" dt="2025-03-08T08:54:43.748" v="728" actId="47"/>
        <pc:sldMkLst>
          <pc:docMk/>
          <pc:sldMk cId="3303339954" sldId="421"/>
        </pc:sldMkLst>
      </pc:sldChg>
      <pc:sldChg chg="del">
        <pc:chgData name="Cao Lam Tung 20222709" userId="ce9674a6-c058-496c-88bf-33b32ed75606" providerId="ADAL" clId="{713115DA-3C35-4034-938B-A4A1C55AA9E1}" dt="2025-03-08T10:20:42.644" v="819" actId="47"/>
        <pc:sldMkLst>
          <pc:docMk/>
          <pc:sldMk cId="225828607" sldId="422"/>
        </pc:sldMkLst>
      </pc:sldChg>
      <pc:sldChg chg="del">
        <pc:chgData name="Cao Lam Tung 20222709" userId="ce9674a6-c058-496c-88bf-33b32ed75606" providerId="ADAL" clId="{713115DA-3C35-4034-938B-A4A1C55AA9E1}" dt="2025-03-08T08:54:40.728" v="723" actId="47"/>
        <pc:sldMkLst>
          <pc:docMk/>
          <pc:sldMk cId="1048968366" sldId="423"/>
        </pc:sldMkLst>
      </pc:sldChg>
      <pc:sldChg chg="addSp delSp modSp add mod modNotesTx">
        <pc:chgData name="Cao Lam Tung 20222709" userId="ce9674a6-c058-496c-88bf-33b32ed75606" providerId="ADAL" clId="{713115DA-3C35-4034-938B-A4A1C55AA9E1}" dt="2025-03-08T04:29:25.789" v="562" actId="20577"/>
        <pc:sldMkLst>
          <pc:docMk/>
          <pc:sldMk cId="1986084853" sldId="424"/>
        </pc:sldMkLst>
        <pc:spChg chg="mod">
          <ac:chgData name="Cao Lam Tung 20222709" userId="ce9674a6-c058-496c-88bf-33b32ed75606" providerId="ADAL" clId="{713115DA-3C35-4034-938B-A4A1C55AA9E1}" dt="2025-03-08T04:22:22.224" v="333"/>
          <ac:spMkLst>
            <pc:docMk/>
            <pc:sldMk cId="1986084853" sldId="424"/>
            <ac:spMk id="6" creationId="{629C4EC5-E5D4-D34B-9AFC-5318F66AA2C1}"/>
          </ac:spMkLst>
        </pc:spChg>
        <pc:spChg chg="add mod">
          <ac:chgData name="Cao Lam Tung 20222709" userId="ce9674a6-c058-496c-88bf-33b32ed75606" providerId="ADAL" clId="{713115DA-3C35-4034-938B-A4A1C55AA9E1}" dt="2025-03-08T04:22:13.425" v="332" actId="113"/>
          <ac:spMkLst>
            <pc:docMk/>
            <pc:sldMk cId="1986084853" sldId="424"/>
            <ac:spMk id="8" creationId="{6CAAF9EA-CC05-A717-3F59-BD3C628AAB4E}"/>
          </ac:spMkLst>
        </pc:spChg>
        <pc:spChg chg="del">
          <ac:chgData name="Cao Lam Tung 20222709" userId="ce9674a6-c058-496c-88bf-33b32ed75606" providerId="ADAL" clId="{713115DA-3C35-4034-938B-A4A1C55AA9E1}" dt="2025-03-08T04:17:39.020" v="295" actId="478"/>
          <ac:spMkLst>
            <pc:docMk/>
            <pc:sldMk cId="1986084853" sldId="424"/>
            <ac:spMk id="9" creationId="{B5134CB3-E8B3-2B57-E656-8D1B23CD2F84}"/>
          </ac:spMkLst>
        </pc:spChg>
        <pc:spChg chg="del">
          <ac:chgData name="Cao Lam Tung 20222709" userId="ce9674a6-c058-496c-88bf-33b32ed75606" providerId="ADAL" clId="{713115DA-3C35-4034-938B-A4A1C55AA9E1}" dt="2025-03-08T04:17:41.558" v="296" actId="478"/>
          <ac:spMkLst>
            <pc:docMk/>
            <pc:sldMk cId="1986084853" sldId="424"/>
            <ac:spMk id="10" creationId="{BDD5E8D8-1E19-08E2-C1EA-084581759A76}"/>
          </ac:spMkLst>
        </pc:spChg>
        <pc:spChg chg="del">
          <ac:chgData name="Cao Lam Tung 20222709" userId="ce9674a6-c058-496c-88bf-33b32ed75606" providerId="ADAL" clId="{713115DA-3C35-4034-938B-A4A1C55AA9E1}" dt="2025-03-08T04:17:39.020" v="295" actId="478"/>
          <ac:spMkLst>
            <pc:docMk/>
            <pc:sldMk cId="1986084853" sldId="424"/>
            <ac:spMk id="11" creationId="{6CB3D6E3-E74E-5413-7FFD-231C39506C33}"/>
          </ac:spMkLst>
        </pc:spChg>
        <pc:spChg chg="add mod">
          <ac:chgData name="Cao Lam Tung 20222709" userId="ce9674a6-c058-496c-88bf-33b32ed75606" providerId="ADAL" clId="{713115DA-3C35-4034-938B-A4A1C55AA9E1}" dt="2025-03-08T04:21:40.502" v="329" actId="20577"/>
          <ac:spMkLst>
            <pc:docMk/>
            <pc:sldMk cId="1986084853" sldId="424"/>
            <ac:spMk id="12" creationId="{9958CFDF-5903-5365-9EA0-11A744722F12}"/>
          </ac:spMkLst>
        </pc:spChg>
        <pc:spChg chg="del">
          <ac:chgData name="Cao Lam Tung 20222709" userId="ce9674a6-c058-496c-88bf-33b32ed75606" providerId="ADAL" clId="{713115DA-3C35-4034-938B-A4A1C55AA9E1}" dt="2025-03-08T04:17:39.020" v="295" actId="478"/>
          <ac:spMkLst>
            <pc:docMk/>
            <pc:sldMk cId="1986084853" sldId="424"/>
            <ac:spMk id="14" creationId="{9DF0E03F-9332-5F41-9F08-6FD49BA93F9E}"/>
          </ac:spMkLst>
        </pc:spChg>
        <pc:spChg chg="del">
          <ac:chgData name="Cao Lam Tung 20222709" userId="ce9674a6-c058-496c-88bf-33b32ed75606" providerId="ADAL" clId="{713115DA-3C35-4034-938B-A4A1C55AA9E1}" dt="2025-03-08T04:17:39.020" v="295" actId="478"/>
          <ac:spMkLst>
            <pc:docMk/>
            <pc:sldMk cId="1986084853" sldId="424"/>
            <ac:spMk id="15" creationId="{C59F2ADD-620F-268B-FE29-D2470AB1CFCF}"/>
          </ac:spMkLst>
        </pc:spChg>
        <pc:spChg chg="del">
          <ac:chgData name="Cao Lam Tung 20222709" userId="ce9674a6-c058-496c-88bf-33b32ed75606" providerId="ADAL" clId="{713115DA-3C35-4034-938B-A4A1C55AA9E1}" dt="2025-03-08T04:17:39.020" v="295" actId="478"/>
          <ac:spMkLst>
            <pc:docMk/>
            <pc:sldMk cId="1986084853" sldId="424"/>
            <ac:spMk id="16" creationId="{8E817752-AF1B-877E-1559-54792FA13F3B}"/>
          </ac:spMkLst>
        </pc:spChg>
        <pc:spChg chg="add mod">
          <ac:chgData name="Cao Lam Tung 20222709" userId="ce9674a6-c058-496c-88bf-33b32ed75606" providerId="ADAL" clId="{713115DA-3C35-4034-938B-A4A1C55AA9E1}" dt="2025-03-08T04:21:41.882" v="330" actId="20577"/>
          <ac:spMkLst>
            <pc:docMk/>
            <pc:sldMk cId="1986084853" sldId="424"/>
            <ac:spMk id="17" creationId="{17FB1E3A-C9E5-F432-9100-F5E377AD6829}"/>
          </ac:spMkLst>
        </pc:spChg>
        <pc:spChg chg="del">
          <ac:chgData name="Cao Lam Tung 20222709" userId="ce9674a6-c058-496c-88bf-33b32ed75606" providerId="ADAL" clId="{713115DA-3C35-4034-938B-A4A1C55AA9E1}" dt="2025-03-08T04:17:39.020" v="295" actId="478"/>
          <ac:spMkLst>
            <pc:docMk/>
            <pc:sldMk cId="1986084853" sldId="424"/>
            <ac:spMk id="18" creationId="{F0F4000B-0EBB-9B04-9955-8DACD07D2D49}"/>
          </ac:spMkLst>
        </pc:spChg>
        <pc:spChg chg="add mod">
          <ac:chgData name="Cao Lam Tung 20222709" userId="ce9674a6-c058-496c-88bf-33b32ed75606" providerId="ADAL" clId="{713115DA-3C35-4034-938B-A4A1C55AA9E1}" dt="2025-03-08T04:21:33.323" v="322" actId="20577"/>
          <ac:spMkLst>
            <pc:docMk/>
            <pc:sldMk cId="1986084853" sldId="424"/>
            <ac:spMk id="19" creationId="{E42B1C76-38AE-7A4F-0BC8-3F567CC6E50A}"/>
          </ac:spMkLst>
        </pc:spChg>
        <pc:spChg chg="add mod">
          <ac:chgData name="Cao Lam Tung 20222709" userId="ce9674a6-c058-496c-88bf-33b32ed75606" providerId="ADAL" clId="{713115DA-3C35-4034-938B-A4A1C55AA9E1}" dt="2025-03-08T04:21:24.823" v="318" actId="1076"/>
          <ac:spMkLst>
            <pc:docMk/>
            <pc:sldMk cId="1986084853" sldId="424"/>
            <ac:spMk id="20" creationId="{5E2C8220-229B-342B-0D03-575AD8192D9E}"/>
          </ac:spMkLst>
        </pc:spChg>
        <pc:spChg chg="add del mod">
          <ac:chgData name="Cao Lam Tung 20222709" userId="ce9674a6-c058-496c-88bf-33b32ed75606" providerId="ADAL" clId="{713115DA-3C35-4034-938B-A4A1C55AA9E1}" dt="2025-03-08T04:19:13.816" v="301" actId="478"/>
          <ac:spMkLst>
            <pc:docMk/>
            <pc:sldMk cId="1986084853" sldId="424"/>
            <ac:spMk id="21" creationId="{E1FA0762-4A53-F8E1-D6A3-8B892D0E35D9}"/>
          </ac:spMkLst>
        </pc:spChg>
        <pc:spChg chg="add mod">
          <ac:chgData name="Cao Lam Tung 20222709" userId="ce9674a6-c058-496c-88bf-33b32ed75606" providerId="ADAL" clId="{713115DA-3C35-4034-938B-A4A1C55AA9E1}" dt="2025-03-08T04:24:07.022" v="343" actId="14100"/>
          <ac:spMkLst>
            <pc:docMk/>
            <pc:sldMk cId="1986084853" sldId="424"/>
            <ac:spMk id="22" creationId="{C4FE8195-0E5C-1445-F87B-D52A201C72E2}"/>
          </ac:spMkLst>
        </pc:spChg>
        <pc:spChg chg="add mod">
          <ac:chgData name="Cao Lam Tung 20222709" userId="ce9674a6-c058-496c-88bf-33b32ed75606" providerId="ADAL" clId="{713115DA-3C35-4034-938B-A4A1C55AA9E1}" dt="2025-03-08T04:27:57.627" v="505" actId="20577"/>
          <ac:spMkLst>
            <pc:docMk/>
            <pc:sldMk cId="1986084853" sldId="424"/>
            <ac:spMk id="33" creationId="{D9B2AC84-D872-1770-8373-9F08C58661D2}"/>
          </ac:spMkLst>
        </pc:spChg>
        <pc:spChg chg="add mod">
          <ac:chgData name="Cao Lam Tung 20222709" userId="ce9674a6-c058-496c-88bf-33b32ed75606" providerId="ADAL" clId="{713115DA-3C35-4034-938B-A4A1C55AA9E1}" dt="2025-03-08T04:29:25.789" v="562" actId="20577"/>
          <ac:spMkLst>
            <pc:docMk/>
            <pc:sldMk cId="1986084853" sldId="424"/>
            <ac:spMk id="34" creationId="{CC653BE8-E579-E0F5-878B-CD685DE5956C}"/>
          </ac:spMkLst>
        </pc:spChg>
        <pc:picChg chg="del">
          <ac:chgData name="Cao Lam Tung 20222709" userId="ce9674a6-c058-496c-88bf-33b32ed75606" providerId="ADAL" clId="{713115DA-3C35-4034-938B-A4A1C55AA9E1}" dt="2025-03-08T04:17:39.020" v="295" actId="478"/>
          <ac:picMkLst>
            <pc:docMk/>
            <pc:sldMk cId="1986084853" sldId="424"/>
            <ac:picMk id="3" creationId="{35EC8845-B66A-9D0F-01C3-FF6CEBA2FFB2}"/>
          </ac:picMkLst>
        </pc:picChg>
        <pc:picChg chg="del">
          <ac:chgData name="Cao Lam Tung 20222709" userId="ce9674a6-c058-496c-88bf-33b32ed75606" providerId="ADAL" clId="{713115DA-3C35-4034-938B-A4A1C55AA9E1}" dt="2025-03-08T04:17:39.020" v="295" actId="478"/>
          <ac:picMkLst>
            <pc:docMk/>
            <pc:sldMk cId="1986084853" sldId="424"/>
            <ac:picMk id="5" creationId="{41C2B43C-3404-5924-E12A-3DFDF47FE72A}"/>
          </ac:picMkLst>
        </pc:picChg>
        <pc:cxnChg chg="del">
          <ac:chgData name="Cao Lam Tung 20222709" userId="ce9674a6-c058-496c-88bf-33b32ed75606" providerId="ADAL" clId="{713115DA-3C35-4034-938B-A4A1C55AA9E1}" dt="2025-03-08T04:17:39.020" v="295" actId="478"/>
          <ac:cxnSpMkLst>
            <pc:docMk/>
            <pc:sldMk cId="1986084853" sldId="424"/>
            <ac:cxnSpMk id="13" creationId="{6E08FEFC-ED3D-A7D5-567B-2885F4E44C41}"/>
          </ac:cxnSpMkLst>
        </pc:cxnChg>
        <pc:cxnChg chg="add mod">
          <ac:chgData name="Cao Lam Tung 20222709" userId="ce9674a6-c058-496c-88bf-33b32ed75606" providerId="ADAL" clId="{713115DA-3C35-4034-938B-A4A1C55AA9E1}" dt="2025-03-08T04:21:05.488" v="315" actId="208"/>
          <ac:cxnSpMkLst>
            <pc:docMk/>
            <pc:sldMk cId="1986084853" sldId="424"/>
            <ac:cxnSpMk id="23" creationId="{BBDC1E2C-D050-D6EF-177C-A8025389B2CD}"/>
          </ac:cxnSpMkLst>
        </pc:cxnChg>
        <pc:cxnChg chg="mod">
          <ac:chgData name="Cao Lam Tung 20222709" userId="ce9674a6-c058-496c-88bf-33b32ed75606" providerId="ADAL" clId="{713115DA-3C35-4034-938B-A4A1C55AA9E1}" dt="2025-03-08T04:21:05.488" v="315" actId="208"/>
          <ac:cxnSpMkLst>
            <pc:docMk/>
            <pc:sldMk cId="1986084853" sldId="424"/>
            <ac:cxnSpMk id="24" creationId="{6ECC5F40-A8D5-DF16-A9EB-7046D801EEAE}"/>
          </ac:cxnSpMkLst>
        </pc:cxnChg>
        <pc:cxnChg chg="add mod">
          <ac:chgData name="Cao Lam Tung 20222709" userId="ce9674a6-c058-496c-88bf-33b32ed75606" providerId="ADAL" clId="{713115DA-3C35-4034-938B-A4A1C55AA9E1}" dt="2025-03-08T04:21:05.488" v="315" actId="208"/>
          <ac:cxnSpMkLst>
            <pc:docMk/>
            <pc:sldMk cId="1986084853" sldId="424"/>
            <ac:cxnSpMk id="25" creationId="{D24E0152-FE2B-409A-2653-CF1709095359}"/>
          </ac:cxnSpMkLst>
        </pc:cxnChg>
        <pc:cxnChg chg="add mod">
          <ac:chgData name="Cao Lam Tung 20222709" userId="ce9674a6-c058-496c-88bf-33b32ed75606" providerId="ADAL" clId="{713115DA-3C35-4034-938B-A4A1C55AA9E1}" dt="2025-03-08T04:21:05.488" v="315" actId="208"/>
          <ac:cxnSpMkLst>
            <pc:docMk/>
            <pc:sldMk cId="1986084853" sldId="424"/>
            <ac:cxnSpMk id="26" creationId="{58B17B7C-BA08-F7CF-6337-07514427557A}"/>
          </ac:cxnSpMkLst>
        </pc:cxnChg>
        <pc:cxnChg chg="mod">
          <ac:chgData name="Cao Lam Tung 20222709" userId="ce9674a6-c058-496c-88bf-33b32ed75606" providerId="ADAL" clId="{713115DA-3C35-4034-938B-A4A1C55AA9E1}" dt="2025-03-08T04:20:34.097" v="311" actId="1076"/>
          <ac:cxnSpMkLst>
            <pc:docMk/>
            <pc:sldMk cId="1986084853" sldId="424"/>
            <ac:cxnSpMk id="27" creationId="{82F3CB5C-01DC-5F47-0805-D5E8D60C5BC2}"/>
          </ac:cxnSpMkLst>
        </pc:cxnChg>
        <pc:cxnChg chg="mod">
          <ac:chgData name="Cao Lam Tung 20222709" userId="ce9674a6-c058-496c-88bf-33b32ed75606" providerId="ADAL" clId="{713115DA-3C35-4034-938B-A4A1C55AA9E1}" dt="2025-03-08T04:25:02.021" v="345" actId="14100"/>
          <ac:cxnSpMkLst>
            <pc:docMk/>
            <pc:sldMk cId="1986084853" sldId="424"/>
            <ac:cxnSpMk id="28" creationId="{787A338B-CAD5-CE76-46E2-DC98F0A3960F}"/>
          </ac:cxnSpMkLst>
        </pc:cxnChg>
      </pc:sldChg>
      <pc:sldChg chg="addSp delSp modSp add mod modNotesTx">
        <pc:chgData name="Cao Lam Tung 20222709" userId="ce9674a6-c058-496c-88bf-33b32ed75606" providerId="ADAL" clId="{713115DA-3C35-4034-938B-A4A1C55AA9E1}" dt="2025-03-08T14:27:08.390" v="1807" actId="14100"/>
        <pc:sldMkLst>
          <pc:docMk/>
          <pc:sldMk cId="69793235" sldId="425"/>
        </pc:sldMkLst>
        <pc:spChg chg="mod">
          <ac:chgData name="Cao Lam Tung 20222709" userId="ce9674a6-c058-496c-88bf-33b32ed75606" providerId="ADAL" clId="{713115DA-3C35-4034-938B-A4A1C55AA9E1}" dt="2025-03-08T09:53:14.219" v="765" actId="20577"/>
          <ac:spMkLst>
            <pc:docMk/>
            <pc:sldMk cId="69793235" sldId="425"/>
            <ac:spMk id="2" creationId="{64682D65-BF25-55D0-2DEC-B8863704673D}"/>
          </ac:spMkLst>
        </pc:spChg>
        <pc:spChg chg="mod">
          <ac:chgData name="Cao Lam Tung 20222709" userId="ce9674a6-c058-496c-88bf-33b32ed75606" providerId="ADAL" clId="{713115DA-3C35-4034-938B-A4A1C55AA9E1}" dt="2025-03-08T08:47:09.497" v="699" actId="20577"/>
          <ac:spMkLst>
            <pc:docMk/>
            <pc:sldMk cId="69793235" sldId="425"/>
            <ac:spMk id="6" creationId="{F0191D2D-7B61-3F56-CC07-15406CC995B5}"/>
          </ac:spMkLst>
        </pc:spChg>
        <pc:spChg chg="del">
          <ac:chgData name="Cao Lam Tung 20222709" userId="ce9674a6-c058-496c-88bf-33b32ed75606" providerId="ADAL" clId="{713115DA-3C35-4034-938B-A4A1C55AA9E1}" dt="2025-03-08T07:49:11.620" v="585" actId="478"/>
          <ac:spMkLst>
            <pc:docMk/>
            <pc:sldMk cId="69793235" sldId="425"/>
            <ac:spMk id="8" creationId="{29900362-8975-D5E2-71AB-9BD048D2CC1C}"/>
          </ac:spMkLst>
        </pc:spChg>
        <pc:spChg chg="del">
          <ac:chgData name="Cao Lam Tung 20222709" userId="ce9674a6-c058-496c-88bf-33b32ed75606" providerId="ADAL" clId="{713115DA-3C35-4034-938B-A4A1C55AA9E1}" dt="2025-03-08T07:49:11.620" v="585" actId="478"/>
          <ac:spMkLst>
            <pc:docMk/>
            <pc:sldMk cId="69793235" sldId="425"/>
            <ac:spMk id="12" creationId="{72E9D434-D853-C1F7-1338-86B4AD0402E1}"/>
          </ac:spMkLst>
        </pc:spChg>
        <pc:spChg chg="add mod">
          <ac:chgData name="Cao Lam Tung 20222709" userId="ce9674a6-c058-496c-88bf-33b32ed75606" providerId="ADAL" clId="{713115DA-3C35-4034-938B-A4A1C55AA9E1}" dt="2025-03-08T07:52:09.313" v="659" actId="1076"/>
          <ac:spMkLst>
            <pc:docMk/>
            <pc:sldMk cId="69793235" sldId="425"/>
            <ac:spMk id="16" creationId="{70459CA3-87EF-0769-AD0C-1171E4BDEE48}"/>
          </ac:spMkLst>
        </pc:spChg>
        <pc:spChg chg="del">
          <ac:chgData name="Cao Lam Tung 20222709" userId="ce9674a6-c058-496c-88bf-33b32ed75606" providerId="ADAL" clId="{713115DA-3C35-4034-938B-A4A1C55AA9E1}" dt="2025-03-08T07:49:11.620" v="585" actId="478"/>
          <ac:spMkLst>
            <pc:docMk/>
            <pc:sldMk cId="69793235" sldId="425"/>
            <ac:spMk id="17" creationId="{FA5AF06C-A3E2-0E67-A0A0-3231DC2CE470}"/>
          </ac:spMkLst>
        </pc:spChg>
        <pc:spChg chg="del">
          <ac:chgData name="Cao Lam Tung 20222709" userId="ce9674a6-c058-496c-88bf-33b32ed75606" providerId="ADAL" clId="{713115DA-3C35-4034-938B-A4A1C55AA9E1}" dt="2025-03-08T07:49:11.620" v="585" actId="478"/>
          <ac:spMkLst>
            <pc:docMk/>
            <pc:sldMk cId="69793235" sldId="425"/>
            <ac:spMk id="19" creationId="{99E72221-4847-363E-951F-87E02B4E70D5}"/>
          </ac:spMkLst>
        </pc:spChg>
        <pc:spChg chg="del">
          <ac:chgData name="Cao Lam Tung 20222709" userId="ce9674a6-c058-496c-88bf-33b32ed75606" providerId="ADAL" clId="{713115DA-3C35-4034-938B-A4A1C55AA9E1}" dt="2025-03-08T07:49:11.620" v="585" actId="478"/>
          <ac:spMkLst>
            <pc:docMk/>
            <pc:sldMk cId="69793235" sldId="425"/>
            <ac:spMk id="20" creationId="{A4EC8F5B-19E9-DC41-5381-93B9EF8D9B2F}"/>
          </ac:spMkLst>
        </pc:spChg>
        <pc:spChg chg="del">
          <ac:chgData name="Cao Lam Tung 20222709" userId="ce9674a6-c058-496c-88bf-33b32ed75606" providerId="ADAL" clId="{713115DA-3C35-4034-938B-A4A1C55AA9E1}" dt="2025-03-08T07:49:11.620" v="585" actId="478"/>
          <ac:spMkLst>
            <pc:docMk/>
            <pc:sldMk cId="69793235" sldId="425"/>
            <ac:spMk id="22" creationId="{61554817-475D-074B-A2B0-870C3B38AA49}"/>
          </ac:spMkLst>
        </pc:spChg>
        <pc:spChg chg="add mod">
          <ac:chgData name="Cao Lam Tung 20222709" userId="ce9674a6-c058-496c-88bf-33b32ed75606" providerId="ADAL" clId="{713115DA-3C35-4034-938B-A4A1C55AA9E1}" dt="2025-03-08T07:52:09.313" v="659" actId="1076"/>
          <ac:spMkLst>
            <pc:docMk/>
            <pc:sldMk cId="69793235" sldId="425"/>
            <ac:spMk id="29" creationId="{989F1A66-BDB3-DA2F-8E8E-B95D494D8BA3}"/>
          </ac:spMkLst>
        </pc:spChg>
        <pc:spChg chg="add mod">
          <ac:chgData name="Cao Lam Tung 20222709" userId="ce9674a6-c058-496c-88bf-33b32ed75606" providerId="ADAL" clId="{713115DA-3C35-4034-938B-A4A1C55AA9E1}" dt="2025-03-08T08:30:46.764" v="684" actId="20577"/>
          <ac:spMkLst>
            <pc:docMk/>
            <pc:sldMk cId="69793235" sldId="425"/>
            <ac:spMk id="32" creationId="{A9EE0A40-A8EC-7A4D-ED67-7CC20E0F1294}"/>
          </ac:spMkLst>
        </pc:spChg>
        <pc:spChg chg="del">
          <ac:chgData name="Cao Lam Tung 20222709" userId="ce9674a6-c058-496c-88bf-33b32ed75606" providerId="ADAL" clId="{713115DA-3C35-4034-938B-A4A1C55AA9E1}" dt="2025-03-08T07:49:11.620" v="585" actId="478"/>
          <ac:spMkLst>
            <pc:docMk/>
            <pc:sldMk cId="69793235" sldId="425"/>
            <ac:spMk id="33" creationId="{EE597DE2-775F-734C-1CDC-B56C7DAAEF7C}"/>
          </ac:spMkLst>
        </pc:spChg>
        <pc:spChg chg="del">
          <ac:chgData name="Cao Lam Tung 20222709" userId="ce9674a6-c058-496c-88bf-33b32ed75606" providerId="ADAL" clId="{713115DA-3C35-4034-938B-A4A1C55AA9E1}" dt="2025-03-08T07:49:11.620" v="585" actId="478"/>
          <ac:spMkLst>
            <pc:docMk/>
            <pc:sldMk cId="69793235" sldId="425"/>
            <ac:spMk id="34" creationId="{A8673655-F8A0-1502-FF1A-16CEA9A22326}"/>
          </ac:spMkLst>
        </pc:spChg>
        <pc:spChg chg="add mod">
          <ac:chgData name="Cao Lam Tung 20222709" userId="ce9674a6-c058-496c-88bf-33b32ed75606" providerId="ADAL" clId="{713115DA-3C35-4034-938B-A4A1C55AA9E1}" dt="2025-03-08T14:27:08.390" v="1807" actId="14100"/>
          <ac:spMkLst>
            <pc:docMk/>
            <pc:sldMk cId="69793235" sldId="425"/>
            <ac:spMk id="38" creationId="{0D954378-69D8-ED43-0EB9-2E882E450359}"/>
          </ac:spMkLst>
        </pc:spChg>
        <pc:picChg chg="add del mod">
          <ac:chgData name="Cao Lam Tung 20222709" userId="ce9674a6-c058-496c-88bf-33b32ed75606" providerId="ADAL" clId="{713115DA-3C35-4034-938B-A4A1C55AA9E1}" dt="2025-03-08T07:49:29.856" v="591" actId="478"/>
          <ac:picMkLst>
            <pc:docMk/>
            <pc:sldMk cId="69793235" sldId="425"/>
            <ac:picMk id="5" creationId="{F4078889-3D07-11E5-0F0A-26DBF2216DBA}"/>
          </ac:picMkLst>
        </pc:picChg>
        <pc:picChg chg="add del mod">
          <ac:chgData name="Cao Lam Tung 20222709" userId="ce9674a6-c058-496c-88bf-33b32ed75606" providerId="ADAL" clId="{713115DA-3C35-4034-938B-A4A1C55AA9E1}" dt="2025-03-08T07:50:08.358" v="596" actId="478"/>
          <ac:picMkLst>
            <pc:docMk/>
            <pc:sldMk cId="69793235" sldId="425"/>
            <ac:picMk id="10" creationId="{AE3D83A0-6614-A9F7-8871-2A37F2737F73}"/>
          </ac:picMkLst>
        </pc:picChg>
        <pc:picChg chg="add mod">
          <ac:chgData name="Cao Lam Tung 20222709" userId="ce9674a6-c058-496c-88bf-33b32ed75606" providerId="ADAL" clId="{713115DA-3C35-4034-938B-A4A1C55AA9E1}" dt="2025-03-08T07:52:09.313" v="659" actId="1076"/>
          <ac:picMkLst>
            <pc:docMk/>
            <pc:sldMk cId="69793235" sldId="425"/>
            <ac:picMk id="13" creationId="{44EECFEA-D33B-E030-93EE-BBC07A3A5168}"/>
          </ac:picMkLst>
        </pc:picChg>
        <pc:picChg chg="add mod">
          <ac:chgData name="Cao Lam Tung 20222709" userId="ce9674a6-c058-496c-88bf-33b32ed75606" providerId="ADAL" clId="{713115DA-3C35-4034-938B-A4A1C55AA9E1}" dt="2025-03-08T07:52:09.313" v="659" actId="1076"/>
          <ac:picMkLst>
            <pc:docMk/>
            <pc:sldMk cId="69793235" sldId="425"/>
            <ac:picMk id="15" creationId="{A3BC42EB-B7A0-7B98-B21C-C0EC5249CFC3}"/>
          </ac:picMkLst>
        </pc:picChg>
        <pc:picChg chg="add del">
          <ac:chgData name="Cao Lam Tung 20222709" userId="ce9674a6-c058-496c-88bf-33b32ed75606" providerId="ADAL" clId="{713115DA-3C35-4034-938B-A4A1C55AA9E1}" dt="2025-03-08T07:50:55.515" v="643" actId="22"/>
          <ac:picMkLst>
            <pc:docMk/>
            <pc:sldMk cId="69793235" sldId="425"/>
            <ac:picMk id="21" creationId="{E99E5260-D23F-9B2A-4DFF-E6FD249CEF4C}"/>
          </ac:picMkLst>
        </pc:picChg>
        <pc:picChg chg="add mod">
          <ac:chgData name="Cao Lam Tung 20222709" userId="ce9674a6-c058-496c-88bf-33b32ed75606" providerId="ADAL" clId="{713115DA-3C35-4034-938B-A4A1C55AA9E1}" dt="2025-03-08T08:30:35.327" v="664" actId="1076"/>
          <ac:picMkLst>
            <pc:docMk/>
            <pc:sldMk cId="69793235" sldId="425"/>
            <ac:picMk id="31" creationId="{E0C61D5E-4BAB-AC46-2332-BE5B048D3FFA}"/>
          </ac:picMkLst>
        </pc:picChg>
        <pc:cxnChg chg="del">
          <ac:chgData name="Cao Lam Tung 20222709" userId="ce9674a6-c058-496c-88bf-33b32ed75606" providerId="ADAL" clId="{713115DA-3C35-4034-938B-A4A1C55AA9E1}" dt="2025-03-08T07:49:11.620" v="585" actId="478"/>
          <ac:cxnSpMkLst>
            <pc:docMk/>
            <pc:sldMk cId="69793235" sldId="425"/>
            <ac:cxnSpMk id="24" creationId="{272B49D8-95A7-2C43-B9D7-71AAC5365FDD}"/>
          </ac:cxnSpMkLst>
        </pc:cxnChg>
        <pc:cxnChg chg="del">
          <ac:chgData name="Cao Lam Tung 20222709" userId="ce9674a6-c058-496c-88bf-33b32ed75606" providerId="ADAL" clId="{713115DA-3C35-4034-938B-A4A1C55AA9E1}" dt="2025-03-08T07:49:11.620" v="585" actId="478"/>
          <ac:cxnSpMkLst>
            <pc:docMk/>
            <pc:sldMk cId="69793235" sldId="425"/>
            <ac:cxnSpMk id="28" creationId="{B5EE62D5-3C45-1BD2-A76B-91A3FEE3E69E}"/>
          </ac:cxnSpMkLst>
        </pc:cxnChg>
        <pc:cxnChg chg="add mod">
          <ac:chgData name="Cao Lam Tung 20222709" userId="ce9674a6-c058-496c-88bf-33b32ed75606" providerId="ADAL" clId="{713115DA-3C35-4034-938B-A4A1C55AA9E1}" dt="2025-03-08T08:46:46.672" v="688" actId="1076"/>
          <ac:cxnSpMkLst>
            <pc:docMk/>
            <pc:sldMk cId="69793235" sldId="425"/>
            <ac:cxnSpMk id="36" creationId="{3A5954D9-763D-5DFD-3DFA-E699287D1D69}"/>
          </ac:cxnSpMkLst>
        </pc:cxnChg>
      </pc:sldChg>
      <pc:sldChg chg="delSp modSp add del mod">
        <pc:chgData name="Cao Lam Tung 20222709" userId="ce9674a6-c058-496c-88bf-33b32ed75606" providerId="ADAL" clId="{713115DA-3C35-4034-938B-A4A1C55AA9E1}" dt="2025-03-08T08:54:37.539" v="720" actId="47"/>
        <pc:sldMkLst>
          <pc:docMk/>
          <pc:sldMk cId="1278033607" sldId="426"/>
        </pc:sldMkLst>
        <pc:spChg chg="del mod">
          <ac:chgData name="Cao Lam Tung 20222709" userId="ce9674a6-c058-496c-88bf-33b32ed75606" providerId="ADAL" clId="{713115DA-3C35-4034-938B-A4A1C55AA9E1}" dt="2025-03-08T08:47:23.924" v="718" actId="478"/>
          <ac:spMkLst>
            <pc:docMk/>
            <pc:sldMk cId="1278033607" sldId="426"/>
            <ac:spMk id="6" creationId="{00FA1F7D-FB39-EAFA-1FAA-632D24413B68}"/>
          </ac:spMkLst>
        </pc:spChg>
        <pc:spChg chg="del">
          <ac:chgData name="Cao Lam Tung 20222709" userId="ce9674a6-c058-496c-88bf-33b32ed75606" providerId="ADAL" clId="{713115DA-3C35-4034-938B-A4A1C55AA9E1}" dt="2025-03-08T08:47:23.924" v="718" actId="478"/>
          <ac:spMkLst>
            <pc:docMk/>
            <pc:sldMk cId="1278033607" sldId="426"/>
            <ac:spMk id="16" creationId="{32308CCA-F5CC-3B4B-18E6-4D65F0DFDEB6}"/>
          </ac:spMkLst>
        </pc:spChg>
        <pc:spChg chg="del">
          <ac:chgData name="Cao Lam Tung 20222709" userId="ce9674a6-c058-496c-88bf-33b32ed75606" providerId="ADAL" clId="{713115DA-3C35-4034-938B-A4A1C55AA9E1}" dt="2025-03-08T08:47:23.924" v="718" actId="478"/>
          <ac:spMkLst>
            <pc:docMk/>
            <pc:sldMk cId="1278033607" sldId="426"/>
            <ac:spMk id="29" creationId="{CD2E2B37-A525-62A6-EFDC-74C80DE0ADF8}"/>
          </ac:spMkLst>
        </pc:spChg>
        <pc:picChg chg="del">
          <ac:chgData name="Cao Lam Tung 20222709" userId="ce9674a6-c058-496c-88bf-33b32ed75606" providerId="ADAL" clId="{713115DA-3C35-4034-938B-A4A1C55AA9E1}" dt="2025-03-08T08:47:23.924" v="718" actId="478"/>
          <ac:picMkLst>
            <pc:docMk/>
            <pc:sldMk cId="1278033607" sldId="426"/>
            <ac:picMk id="13" creationId="{BFD9AEFC-F5C4-4E75-5423-200B6AF23C14}"/>
          </ac:picMkLst>
        </pc:picChg>
        <pc:picChg chg="del">
          <ac:chgData name="Cao Lam Tung 20222709" userId="ce9674a6-c058-496c-88bf-33b32ed75606" providerId="ADAL" clId="{713115DA-3C35-4034-938B-A4A1C55AA9E1}" dt="2025-03-08T08:47:23.924" v="718" actId="478"/>
          <ac:picMkLst>
            <pc:docMk/>
            <pc:sldMk cId="1278033607" sldId="426"/>
            <ac:picMk id="15" creationId="{1F0E64F4-685D-D1F6-3D6B-A9DD8CD9E3AD}"/>
          </ac:picMkLst>
        </pc:picChg>
      </pc:sldChg>
      <pc:sldChg chg="addSp delSp modSp add mod modNotesTx">
        <pc:chgData name="Cao Lam Tung 20222709" userId="ce9674a6-c058-496c-88bf-33b32ed75606" providerId="ADAL" clId="{713115DA-3C35-4034-938B-A4A1C55AA9E1}" dt="2025-03-08T14:36:19.173" v="1823" actId="20577"/>
        <pc:sldMkLst>
          <pc:docMk/>
          <pc:sldMk cId="1631311814" sldId="427"/>
        </pc:sldMkLst>
        <pc:spChg chg="mod">
          <ac:chgData name="Cao Lam Tung 20222709" userId="ce9674a6-c058-496c-88bf-33b32ed75606" providerId="ADAL" clId="{713115DA-3C35-4034-938B-A4A1C55AA9E1}" dt="2025-03-08T14:36:19.173" v="1823" actId="20577"/>
          <ac:spMkLst>
            <pc:docMk/>
            <pc:sldMk cId="1631311814" sldId="427"/>
            <ac:spMk id="2" creationId="{8E2C567F-0D77-53D7-36A6-CC8F4E819F68}"/>
          </ac:spMkLst>
        </pc:spChg>
        <pc:spChg chg="mod">
          <ac:chgData name="Cao Lam Tung 20222709" userId="ce9674a6-c058-496c-88bf-33b32ed75606" providerId="ADAL" clId="{713115DA-3C35-4034-938B-A4A1C55AA9E1}" dt="2025-03-08T11:03:27.557" v="1035" actId="20577"/>
          <ac:spMkLst>
            <pc:docMk/>
            <pc:sldMk cId="1631311814" sldId="427"/>
            <ac:spMk id="6" creationId="{D07D84A7-4D60-3076-EFD0-12AF77772EBE}"/>
          </ac:spMkLst>
        </pc:spChg>
        <pc:spChg chg="add del mod">
          <ac:chgData name="Cao Lam Tung 20222709" userId="ce9674a6-c058-496c-88bf-33b32ed75606" providerId="ADAL" clId="{713115DA-3C35-4034-938B-A4A1C55AA9E1}" dt="2025-03-08T09:59:57.915" v="794"/>
          <ac:spMkLst>
            <pc:docMk/>
            <pc:sldMk cId="1631311814" sldId="427"/>
            <ac:spMk id="10" creationId="{D9B34904-20BB-2971-0DF6-E9774BCD3FA2}"/>
          </ac:spMkLst>
        </pc:spChg>
        <pc:spChg chg="del">
          <ac:chgData name="Cao Lam Tung 20222709" userId="ce9674a6-c058-496c-88bf-33b32ed75606" providerId="ADAL" clId="{713115DA-3C35-4034-938B-A4A1C55AA9E1}" dt="2025-03-08T09:50:55.592" v="752" actId="478"/>
          <ac:spMkLst>
            <pc:docMk/>
            <pc:sldMk cId="1631311814" sldId="427"/>
            <ac:spMk id="16" creationId="{4CFB9219-D454-07A3-A669-ACBDD4D959EE}"/>
          </ac:spMkLst>
        </pc:spChg>
        <pc:spChg chg="add mod">
          <ac:chgData name="Cao Lam Tung 20222709" userId="ce9674a6-c058-496c-88bf-33b32ed75606" providerId="ADAL" clId="{713115DA-3C35-4034-938B-A4A1C55AA9E1}" dt="2025-03-08T11:07:33.482" v="1102" actId="1076"/>
          <ac:spMkLst>
            <pc:docMk/>
            <pc:sldMk cId="1631311814" sldId="427"/>
            <ac:spMk id="18" creationId="{A035EB89-808A-811C-9120-12F2E57F8056}"/>
          </ac:spMkLst>
        </pc:spChg>
        <pc:spChg chg="add mod">
          <ac:chgData name="Cao Lam Tung 20222709" userId="ce9674a6-c058-496c-88bf-33b32ed75606" providerId="ADAL" clId="{713115DA-3C35-4034-938B-A4A1C55AA9E1}" dt="2025-03-08T11:10:03.280" v="1186" actId="20577"/>
          <ac:spMkLst>
            <pc:docMk/>
            <pc:sldMk cId="1631311814" sldId="427"/>
            <ac:spMk id="19" creationId="{DB1D4556-1E4B-690E-9BFF-11A8B58DD250}"/>
          </ac:spMkLst>
        </pc:spChg>
        <pc:spChg chg="add mod">
          <ac:chgData name="Cao Lam Tung 20222709" userId="ce9674a6-c058-496c-88bf-33b32ed75606" providerId="ADAL" clId="{713115DA-3C35-4034-938B-A4A1C55AA9E1}" dt="2025-03-08T11:11:47.106" v="1261" actId="1076"/>
          <ac:spMkLst>
            <pc:docMk/>
            <pc:sldMk cId="1631311814" sldId="427"/>
            <ac:spMk id="20" creationId="{48F71AA0-4E2D-4A7C-8216-310D0DC74CA6}"/>
          </ac:spMkLst>
        </pc:spChg>
        <pc:spChg chg="add mod">
          <ac:chgData name="Cao Lam Tung 20222709" userId="ce9674a6-c058-496c-88bf-33b32ed75606" providerId="ADAL" clId="{713115DA-3C35-4034-938B-A4A1C55AA9E1}" dt="2025-03-08T11:13:15.891" v="1296" actId="1076"/>
          <ac:spMkLst>
            <pc:docMk/>
            <pc:sldMk cId="1631311814" sldId="427"/>
            <ac:spMk id="23" creationId="{4E11AEA1-C81B-5504-8AC7-BAB973047DF0}"/>
          </ac:spMkLst>
        </pc:spChg>
        <pc:spChg chg="del">
          <ac:chgData name="Cao Lam Tung 20222709" userId="ce9674a6-c058-496c-88bf-33b32ed75606" providerId="ADAL" clId="{713115DA-3C35-4034-938B-A4A1C55AA9E1}" dt="2025-03-08T09:50:56.343" v="753" actId="478"/>
          <ac:spMkLst>
            <pc:docMk/>
            <pc:sldMk cId="1631311814" sldId="427"/>
            <ac:spMk id="29" creationId="{C34A082E-0EE2-44CB-DA32-8C3C174D009B}"/>
          </ac:spMkLst>
        </pc:spChg>
        <pc:spChg chg="del mod">
          <ac:chgData name="Cao Lam Tung 20222709" userId="ce9674a6-c058-496c-88bf-33b32ed75606" providerId="ADAL" clId="{713115DA-3C35-4034-938B-A4A1C55AA9E1}" dt="2025-03-08T11:06:32.874" v="1053" actId="478"/>
          <ac:spMkLst>
            <pc:docMk/>
            <pc:sldMk cId="1631311814" sldId="427"/>
            <ac:spMk id="32" creationId="{AB9BB417-D47F-E38B-08BD-036B430E8AC8}"/>
          </ac:spMkLst>
        </pc:spChg>
        <pc:picChg chg="add del mod ord">
          <ac:chgData name="Cao Lam Tung 20222709" userId="ce9674a6-c058-496c-88bf-33b32ed75606" providerId="ADAL" clId="{713115DA-3C35-4034-938B-A4A1C55AA9E1}" dt="2025-03-08T11:04:49.177" v="1036" actId="478"/>
          <ac:picMkLst>
            <pc:docMk/>
            <pc:sldMk cId="1631311814" sldId="427"/>
            <ac:picMk id="5" creationId="{24CAD1A5-02F4-9271-8191-7DCDEE24A81C}"/>
          </ac:picMkLst>
        </pc:picChg>
        <pc:picChg chg="add mod">
          <ac:chgData name="Cao Lam Tung 20222709" userId="ce9674a6-c058-496c-88bf-33b32ed75606" providerId="ADAL" clId="{713115DA-3C35-4034-938B-A4A1C55AA9E1}" dt="2025-03-08T11:05:15.742" v="1051" actId="1076"/>
          <ac:picMkLst>
            <pc:docMk/>
            <pc:sldMk cId="1631311814" sldId="427"/>
            <ac:picMk id="9" creationId="{7AF4C3F5-9BD2-5B26-EF1A-22786B906AFC}"/>
          </ac:picMkLst>
        </pc:picChg>
        <pc:picChg chg="add del mod">
          <ac:chgData name="Cao Lam Tung 20222709" userId="ce9674a6-c058-496c-88bf-33b32ed75606" providerId="ADAL" clId="{713115DA-3C35-4034-938B-A4A1C55AA9E1}" dt="2025-03-08T11:06:18.971" v="1052" actId="478"/>
          <ac:picMkLst>
            <pc:docMk/>
            <pc:sldMk cId="1631311814" sldId="427"/>
            <ac:picMk id="12" creationId="{C8CD857B-F129-5337-567D-C1F2BE5DC02D}"/>
          </ac:picMkLst>
        </pc:picChg>
        <pc:picChg chg="del">
          <ac:chgData name="Cao Lam Tung 20222709" userId="ce9674a6-c058-496c-88bf-33b32ed75606" providerId="ADAL" clId="{713115DA-3C35-4034-938B-A4A1C55AA9E1}" dt="2025-03-08T09:50:54.170" v="750" actId="478"/>
          <ac:picMkLst>
            <pc:docMk/>
            <pc:sldMk cId="1631311814" sldId="427"/>
            <ac:picMk id="13" creationId="{E676F61B-3931-F897-CCB2-D32BFAC92F87}"/>
          </ac:picMkLst>
        </pc:picChg>
        <pc:picChg chg="del">
          <ac:chgData name="Cao Lam Tung 20222709" userId="ce9674a6-c058-496c-88bf-33b32ed75606" providerId="ADAL" clId="{713115DA-3C35-4034-938B-A4A1C55AA9E1}" dt="2025-03-08T09:50:54.499" v="751" actId="478"/>
          <ac:picMkLst>
            <pc:docMk/>
            <pc:sldMk cId="1631311814" sldId="427"/>
            <ac:picMk id="15" creationId="{AEC9952A-B7B3-58B5-CEF4-980ADAA01B09}"/>
          </ac:picMkLst>
        </pc:picChg>
        <pc:picChg chg="add mod ord">
          <ac:chgData name="Cao Lam Tung 20222709" userId="ce9674a6-c058-496c-88bf-33b32ed75606" providerId="ADAL" clId="{713115DA-3C35-4034-938B-A4A1C55AA9E1}" dt="2025-03-08T11:09:59.481" v="1180" actId="1076"/>
          <ac:picMkLst>
            <pc:docMk/>
            <pc:sldMk cId="1631311814" sldId="427"/>
            <ac:picMk id="17" creationId="{B47E614A-ADD6-3CF5-1277-1C78C8400C12}"/>
          </ac:picMkLst>
        </pc:picChg>
        <pc:picChg chg="add mod">
          <ac:chgData name="Cao Lam Tung 20222709" userId="ce9674a6-c058-496c-88bf-33b32ed75606" providerId="ADAL" clId="{713115DA-3C35-4034-938B-A4A1C55AA9E1}" dt="2025-03-08T11:13:02.474" v="1265" actId="1076"/>
          <ac:picMkLst>
            <pc:docMk/>
            <pc:sldMk cId="1631311814" sldId="427"/>
            <ac:picMk id="22" creationId="{149B11EA-1C42-D92F-0338-BA6284E6FAB7}"/>
          </ac:picMkLst>
        </pc:picChg>
        <pc:picChg chg="del mod ord">
          <ac:chgData name="Cao Lam Tung 20222709" userId="ce9674a6-c058-496c-88bf-33b32ed75606" providerId="ADAL" clId="{713115DA-3C35-4034-938B-A4A1C55AA9E1}" dt="2025-03-08T09:54:01.808" v="767" actId="478"/>
          <ac:picMkLst>
            <pc:docMk/>
            <pc:sldMk cId="1631311814" sldId="427"/>
            <ac:picMk id="31" creationId="{3D188253-35D8-268F-CDE0-4DBB2933DC0D}"/>
          </ac:picMkLst>
        </pc:picChg>
        <pc:cxnChg chg="del">
          <ac:chgData name="Cao Lam Tung 20222709" userId="ce9674a6-c058-496c-88bf-33b32ed75606" providerId="ADAL" clId="{713115DA-3C35-4034-938B-A4A1C55AA9E1}" dt="2025-03-08T09:50:58.557" v="754" actId="478"/>
          <ac:cxnSpMkLst>
            <pc:docMk/>
            <pc:sldMk cId="1631311814" sldId="427"/>
            <ac:cxnSpMk id="36" creationId="{F4E6274B-2BE7-FDEA-A40C-5C366755C000}"/>
          </ac:cxnSpMkLst>
        </pc:cxnChg>
      </pc:sldChg>
      <pc:sldChg chg="addSp delSp modSp add mod ord">
        <pc:chgData name="Cao Lam Tung 20222709" userId="ce9674a6-c058-496c-88bf-33b32ed75606" providerId="ADAL" clId="{713115DA-3C35-4034-938B-A4A1C55AA9E1}" dt="2025-03-08T10:34:04.750" v="1016" actId="12"/>
        <pc:sldMkLst>
          <pc:docMk/>
          <pc:sldMk cId="1666929767" sldId="428"/>
        </pc:sldMkLst>
        <pc:spChg chg="mod">
          <ac:chgData name="Cao Lam Tung 20222709" userId="ce9674a6-c058-496c-88bf-33b32ed75606" providerId="ADAL" clId="{713115DA-3C35-4034-938B-A4A1C55AA9E1}" dt="2025-03-08T10:31:30.034" v="1015" actId="20577"/>
          <ac:spMkLst>
            <pc:docMk/>
            <pc:sldMk cId="1666929767" sldId="428"/>
            <ac:spMk id="2" creationId="{F91310EE-4B69-9868-CD54-9A87DA5E9EC0}"/>
          </ac:spMkLst>
        </pc:spChg>
        <pc:spChg chg="add mod">
          <ac:chgData name="Cao Lam Tung 20222709" userId="ce9674a6-c058-496c-88bf-33b32ed75606" providerId="ADAL" clId="{713115DA-3C35-4034-938B-A4A1C55AA9E1}" dt="2025-03-08T10:34:04.750" v="1016" actId="12"/>
          <ac:spMkLst>
            <pc:docMk/>
            <pc:sldMk cId="1666929767" sldId="428"/>
            <ac:spMk id="3" creationId="{C80253CA-D5E0-0B93-588D-ADB7099FEEB1}"/>
          </ac:spMkLst>
        </pc:spChg>
        <pc:spChg chg="mod">
          <ac:chgData name="Cao Lam Tung 20222709" userId="ce9674a6-c058-496c-88bf-33b32ed75606" providerId="ADAL" clId="{713115DA-3C35-4034-938B-A4A1C55AA9E1}" dt="2025-03-08T10:25:14.255" v="823" actId="1076"/>
          <ac:spMkLst>
            <pc:docMk/>
            <pc:sldMk cId="1666929767" sldId="428"/>
            <ac:spMk id="32" creationId="{A5A02693-78BD-0C09-1AB6-C72CA76A3C93}"/>
          </ac:spMkLst>
        </pc:spChg>
        <pc:picChg chg="mod">
          <ac:chgData name="Cao Lam Tung 20222709" userId="ce9674a6-c058-496c-88bf-33b32ed75606" providerId="ADAL" clId="{713115DA-3C35-4034-938B-A4A1C55AA9E1}" dt="2025-03-08T10:25:12.721" v="822" actId="1076"/>
          <ac:picMkLst>
            <pc:docMk/>
            <pc:sldMk cId="1666929767" sldId="428"/>
            <ac:picMk id="5" creationId="{F8AC390A-7362-FDF9-8F30-EC2E6CE9F49F}"/>
          </ac:picMkLst>
        </pc:picChg>
        <pc:picChg chg="mod">
          <ac:chgData name="Cao Lam Tung 20222709" userId="ce9674a6-c058-496c-88bf-33b32ed75606" providerId="ADAL" clId="{713115DA-3C35-4034-938B-A4A1C55AA9E1}" dt="2025-03-08T10:25:17.181" v="824" actId="1076"/>
          <ac:picMkLst>
            <pc:docMk/>
            <pc:sldMk cId="1666929767" sldId="428"/>
            <ac:picMk id="9" creationId="{0AB0A9E9-6C22-7217-CD4D-9882E162D514}"/>
          </ac:picMkLst>
        </pc:picChg>
        <pc:picChg chg="del">
          <ac:chgData name="Cao Lam Tung 20222709" userId="ce9674a6-c058-496c-88bf-33b32ed75606" providerId="ADAL" clId="{713115DA-3C35-4034-938B-A4A1C55AA9E1}" dt="2025-03-08T10:21:07.145" v="820" actId="478"/>
          <ac:picMkLst>
            <pc:docMk/>
            <pc:sldMk cId="1666929767" sldId="428"/>
            <ac:picMk id="12" creationId="{D874F6AF-1B78-40A9-5215-3C8D2A4ACA15}"/>
          </ac:picMkLst>
        </pc:picChg>
      </pc:sldChg>
      <pc:sldChg chg="addSp delSp modSp add mod modNotesTx">
        <pc:chgData name="Cao Lam Tung 20222709" userId="ce9674a6-c058-496c-88bf-33b32ed75606" providerId="ADAL" clId="{713115DA-3C35-4034-938B-A4A1C55AA9E1}" dt="2025-03-08T11:47:28.731" v="1503" actId="1582"/>
        <pc:sldMkLst>
          <pc:docMk/>
          <pc:sldMk cId="575922933" sldId="429"/>
        </pc:sldMkLst>
        <pc:spChg chg="mod">
          <ac:chgData name="Cao Lam Tung 20222709" userId="ce9674a6-c058-496c-88bf-33b32ed75606" providerId="ADAL" clId="{713115DA-3C35-4034-938B-A4A1C55AA9E1}" dt="2025-03-08T11:28:56.599" v="1354" actId="20577"/>
          <ac:spMkLst>
            <pc:docMk/>
            <pc:sldMk cId="575922933" sldId="429"/>
            <ac:spMk id="6" creationId="{26A0FCA6-4B1D-B284-34D8-A0CF60BECB82}"/>
          </ac:spMkLst>
        </pc:spChg>
        <pc:spChg chg="add mod">
          <ac:chgData name="Cao Lam Tung 20222709" userId="ce9674a6-c058-496c-88bf-33b32ed75606" providerId="ADAL" clId="{713115DA-3C35-4034-938B-A4A1C55AA9E1}" dt="2025-03-08T11:46:06.012" v="1490" actId="20577"/>
          <ac:spMkLst>
            <pc:docMk/>
            <pc:sldMk cId="575922933" sldId="429"/>
            <ac:spMk id="8" creationId="{7F6204BB-8C99-0BCB-82B8-3F1C8E473988}"/>
          </ac:spMkLst>
        </pc:spChg>
        <pc:spChg chg="add mod ord">
          <ac:chgData name="Cao Lam Tung 20222709" userId="ce9674a6-c058-496c-88bf-33b32ed75606" providerId="ADAL" clId="{713115DA-3C35-4034-938B-A4A1C55AA9E1}" dt="2025-03-08T11:47:28.731" v="1503" actId="1582"/>
          <ac:spMkLst>
            <pc:docMk/>
            <pc:sldMk cId="575922933" sldId="429"/>
            <ac:spMk id="12" creationId="{E436B4DD-DD0D-07CF-DA39-88910D2CAA07}"/>
          </ac:spMkLst>
        </pc:spChg>
        <pc:spChg chg="mod">
          <ac:chgData name="Cao Lam Tung 20222709" userId="ce9674a6-c058-496c-88bf-33b32ed75606" providerId="ADAL" clId="{713115DA-3C35-4034-938B-A4A1C55AA9E1}" dt="2025-03-08T11:44:23.014" v="1458" actId="255"/>
          <ac:spMkLst>
            <pc:docMk/>
            <pc:sldMk cId="575922933" sldId="429"/>
            <ac:spMk id="18" creationId="{E23E1FD6-2CB9-C59A-C70E-AD4844496CEF}"/>
          </ac:spMkLst>
        </pc:spChg>
        <pc:spChg chg="del">
          <ac:chgData name="Cao Lam Tung 20222709" userId="ce9674a6-c058-496c-88bf-33b32ed75606" providerId="ADAL" clId="{713115DA-3C35-4034-938B-A4A1C55AA9E1}" dt="2025-03-08T11:38:58.006" v="1357" actId="478"/>
          <ac:spMkLst>
            <pc:docMk/>
            <pc:sldMk cId="575922933" sldId="429"/>
            <ac:spMk id="19" creationId="{A578B355-84DB-B02C-89DB-355E83AF6BAD}"/>
          </ac:spMkLst>
        </pc:spChg>
        <pc:spChg chg="del">
          <ac:chgData name="Cao Lam Tung 20222709" userId="ce9674a6-c058-496c-88bf-33b32ed75606" providerId="ADAL" clId="{713115DA-3C35-4034-938B-A4A1C55AA9E1}" dt="2025-03-08T11:46:44.297" v="1494" actId="478"/>
          <ac:spMkLst>
            <pc:docMk/>
            <pc:sldMk cId="575922933" sldId="429"/>
            <ac:spMk id="20" creationId="{BDDC1CB9-61B7-8615-4F18-D8A10039C420}"/>
          </ac:spMkLst>
        </pc:spChg>
        <pc:spChg chg="mod">
          <ac:chgData name="Cao Lam Tung 20222709" userId="ce9674a6-c058-496c-88bf-33b32ed75606" providerId="ADAL" clId="{713115DA-3C35-4034-938B-A4A1C55AA9E1}" dt="2025-03-08T11:39:05.897" v="1362" actId="1076"/>
          <ac:spMkLst>
            <pc:docMk/>
            <pc:sldMk cId="575922933" sldId="429"/>
            <ac:spMk id="23" creationId="{510B87E6-DA4F-2456-DC48-3AE7449AAE44}"/>
          </ac:spMkLst>
        </pc:spChg>
        <pc:picChg chg="add mod">
          <ac:chgData name="Cao Lam Tung 20222709" userId="ce9674a6-c058-496c-88bf-33b32ed75606" providerId="ADAL" clId="{713115DA-3C35-4034-938B-A4A1C55AA9E1}" dt="2025-03-08T11:39:02.974" v="1361" actId="1076"/>
          <ac:picMkLst>
            <pc:docMk/>
            <pc:sldMk cId="575922933" sldId="429"/>
            <ac:picMk id="5" creationId="{00076863-B804-EE5A-99BC-15DEA696132E}"/>
          </ac:picMkLst>
        </pc:picChg>
        <pc:picChg chg="del">
          <ac:chgData name="Cao Lam Tung 20222709" userId="ce9674a6-c058-496c-88bf-33b32ed75606" providerId="ADAL" clId="{713115DA-3C35-4034-938B-A4A1C55AA9E1}" dt="2025-03-08T11:38:58.726" v="1358" actId="478"/>
          <ac:picMkLst>
            <pc:docMk/>
            <pc:sldMk cId="575922933" sldId="429"/>
            <ac:picMk id="9" creationId="{93F0DB97-EB75-5DA5-C535-DEE74B4CB333}"/>
          </ac:picMkLst>
        </pc:picChg>
        <pc:picChg chg="add mod">
          <ac:chgData name="Cao Lam Tung 20222709" userId="ce9674a6-c058-496c-88bf-33b32ed75606" providerId="ADAL" clId="{713115DA-3C35-4034-938B-A4A1C55AA9E1}" dt="2025-03-08T11:47:08.279" v="1499" actId="1076"/>
          <ac:picMkLst>
            <pc:docMk/>
            <pc:sldMk cId="575922933" sldId="429"/>
            <ac:picMk id="11" creationId="{05BF2D70-EE3E-AC47-2F0A-0E06EFE1F762}"/>
          </ac:picMkLst>
        </pc:picChg>
        <pc:picChg chg="del">
          <ac:chgData name="Cao Lam Tung 20222709" userId="ce9674a6-c058-496c-88bf-33b32ed75606" providerId="ADAL" clId="{713115DA-3C35-4034-938B-A4A1C55AA9E1}" dt="2025-03-08T11:38:56.904" v="1356" actId="478"/>
          <ac:picMkLst>
            <pc:docMk/>
            <pc:sldMk cId="575922933" sldId="429"/>
            <ac:picMk id="17" creationId="{B36ABB2B-D7A9-8116-9207-5B04F3FC9C9F}"/>
          </ac:picMkLst>
        </pc:picChg>
        <pc:picChg chg="del">
          <ac:chgData name="Cao Lam Tung 20222709" userId="ce9674a6-c058-496c-88bf-33b32ed75606" providerId="ADAL" clId="{713115DA-3C35-4034-938B-A4A1C55AA9E1}" dt="2025-03-08T11:39:00.362" v="1359" actId="478"/>
          <ac:picMkLst>
            <pc:docMk/>
            <pc:sldMk cId="575922933" sldId="429"/>
            <ac:picMk id="22" creationId="{84B7F4D4-BBFB-9B91-3A91-9377FD43F332}"/>
          </ac:picMkLst>
        </pc:picChg>
      </pc:sldChg>
      <pc:sldChg chg="addSp delSp modSp add mod">
        <pc:chgData name="Cao Lam Tung 20222709" userId="ce9674a6-c058-496c-88bf-33b32ed75606" providerId="ADAL" clId="{713115DA-3C35-4034-938B-A4A1C55AA9E1}" dt="2025-03-08T14:36:13.679" v="1817" actId="20577"/>
        <pc:sldMkLst>
          <pc:docMk/>
          <pc:sldMk cId="2723113355" sldId="430"/>
        </pc:sldMkLst>
        <pc:spChg chg="mod">
          <ac:chgData name="Cao Lam Tung 20222709" userId="ce9674a6-c058-496c-88bf-33b32ed75606" providerId="ADAL" clId="{713115DA-3C35-4034-938B-A4A1C55AA9E1}" dt="2025-03-08T14:36:13.679" v="1817" actId="20577"/>
          <ac:spMkLst>
            <pc:docMk/>
            <pc:sldMk cId="2723113355" sldId="430"/>
            <ac:spMk id="2" creationId="{A880378D-83D5-8816-DDF0-3F56D3C83AEF}"/>
          </ac:spMkLst>
        </pc:spChg>
        <pc:spChg chg="mod">
          <ac:chgData name="Cao Lam Tung 20222709" userId="ce9674a6-c058-496c-88bf-33b32ed75606" providerId="ADAL" clId="{713115DA-3C35-4034-938B-A4A1C55AA9E1}" dt="2025-03-08T14:11:08.221" v="1533" actId="20577"/>
          <ac:spMkLst>
            <pc:docMk/>
            <pc:sldMk cId="2723113355" sldId="430"/>
            <ac:spMk id="6" creationId="{579C3DB4-6EC8-1739-E614-1372983B7AEB}"/>
          </ac:spMkLst>
        </pc:spChg>
        <pc:spChg chg="del">
          <ac:chgData name="Cao Lam Tung 20222709" userId="ce9674a6-c058-496c-88bf-33b32ed75606" providerId="ADAL" clId="{713115DA-3C35-4034-938B-A4A1C55AA9E1}" dt="2025-03-08T14:10:19.233" v="1520" actId="478"/>
          <ac:spMkLst>
            <pc:docMk/>
            <pc:sldMk cId="2723113355" sldId="430"/>
            <ac:spMk id="8" creationId="{5665A5D1-14CE-0E25-0334-BB34D1C9DF2E}"/>
          </ac:spMkLst>
        </pc:spChg>
        <pc:spChg chg="add mod">
          <ac:chgData name="Cao Lam Tung 20222709" userId="ce9674a6-c058-496c-88bf-33b32ed75606" providerId="ADAL" clId="{713115DA-3C35-4034-938B-A4A1C55AA9E1}" dt="2025-03-08T14:36:06.627" v="1813" actId="20577"/>
          <ac:spMkLst>
            <pc:docMk/>
            <pc:sldMk cId="2723113355" sldId="430"/>
            <ac:spMk id="9" creationId="{B326D880-6C68-3DD6-F576-196ED757911E}"/>
          </ac:spMkLst>
        </pc:spChg>
        <pc:spChg chg="mod">
          <ac:chgData name="Cao Lam Tung 20222709" userId="ce9674a6-c058-496c-88bf-33b32ed75606" providerId="ADAL" clId="{713115DA-3C35-4034-938B-A4A1C55AA9E1}" dt="2025-03-08T14:14:16.385" v="1688" actId="14100"/>
          <ac:spMkLst>
            <pc:docMk/>
            <pc:sldMk cId="2723113355" sldId="430"/>
            <ac:spMk id="12" creationId="{7404C341-134F-A4B6-984A-D9BAD29D935C}"/>
          </ac:spMkLst>
        </pc:spChg>
        <pc:spChg chg="add mod">
          <ac:chgData name="Cao Lam Tung 20222709" userId="ce9674a6-c058-496c-88bf-33b32ed75606" providerId="ADAL" clId="{713115DA-3C35-4034-938B-A4A1C55AA9E1}" dt="2025-03-08T14:15:50.416" v="1703" actId="1076"/>
          <ac:spMkLst>
            <pc:docMk/>
            <pc:sldMk cId="2723113355" sldId="430"/>
            <ac:spMk id="16" creationId="{81F7711F-380E-5940-5F1A-86659D7E9A6B}"/>
          </ac:spMkLst>
        </pc:spChg>
        <pc:spChg chg="del">
          <ac:chgData name="Cao Lam Tung 20222709" userId="ce9674a6-c058-496c-88bf-33b32ed75606" providerId="ADAL" clId="{713115DA-3C35-4034-938B-A4A1C55AA9E1}" dt="2025-03-08T14:10:17.189" v="1518" actId="478"/>
          <ac:spMkLst>
            <pc:docMk/>
            <pc:sldMk cId="2723113355" sldId="430"/>
            <ac:spMk id="18" creationId="{0CD19D8F-21C2-841E-BB1C-43822171F659}"/>
          </ac:spMkLst>
        </pc:spChg>
        <pc:spChg chg="del">
          <ac:chgData name="Cao Lam Tung 20222709" userId="ce9674a6-c058-496c-88bf-33b32ed75606" providerId="ADAL" clId="{713115DA-3C35-4034-938B-A4A1C55AA9E1}" dt="2025-03-08T14:10:20.149" v="1521" actId="478"/>
          <ac:spMkLst>
            <pc:docMk/>
            <pc:sldMk cId="2723113355" sldId="430"/>
            <ac:spMk id="23" creationId="{C064A32B-E6F6-711B-0135-992B4789D8A8}"/>
          </ac:spMkLst>
        </pc:spChg>
        <pc:picChg chg="del">
          <ac:chgData name="Cao Lam Tung 20222709" userId="ce9674a6-c058-496c-88bf-33b32ed75606" providerId="ADAL" clId="{713115DA-3C35-4034-938B-A4A1C55AA9E1}" dt="2025-03-08T14:10:18.365" v="1519" actId="478"/>
          <ac:picMkLst>
            <pc:docMk/>
            <pc:sldMk cId="2723113355" sldId="430"/>
            <ac:picMk id="5" creationId="{7D541981-168A-2185-DC6A-2C95860DC68E}"/>
          </ac:picMkLst>
        </pc:picChg>
        <pc:picChg chg="del">
          <ac:chgData name="Cao Lam Tung 20222709" userId="ce9674a6-c058-496c-88bf-33b32ed75606" providerId="ADAL" clId="{713115DA-3C35-4034-938B-A4A1C55AA9E1}" dt="2025-03-08T14:14:03.062" v="1683" actId="478"/>
          <ac:picMkLst>
            <pc:docMk/>
            <pc:sldMk cId="2723113355" sldId="430"/>
            <ac:picMk id="11" creationId="{94378C3B-2811-A865-7EB5-1D0562DA8910}"/>
          </ac:picMkLst>
        </pc:picChg>
        <pc:picChg chg="add mod">
          <ac:chgData name="Cao Lam Tung 20222709" userId="ce9674a6-c058-496c-88bf-33b32ed75606" providerId="ADAL" clId="{713115DA-3C35-4034-938B-A4A1C55AA9E1}" dt="2025-03-08T14:14:00.456" v="1682" actId="1076"/>
          <ac:picMkLst>
            <pc:docMk/>
            <pc:sldMk cId="2723113355" sldId="430"/>
            <ac:picMk id="13" creationId="{C0DD1261-8DEE-74B6-6254-9D6FF5B65AB5}"/>
          </ac:picMkLst>
        </pc:picChg>
        <pc:picChg chg="add mod">
          <ac:chgData name="Cao Lam Tung 20222709" userId="ce9674a6-c058-496c-88bf-33b32ed75606" providerId="ADAL" clId="{713115DA-3C35-4034-938B-A4A1C55AA9E1}" dt="2025-03-08T14:14:24.975" v="1689" actId="1076"/>
          <ac:picMkLst>
            <pc:docMk/>
            <pc:sldMk cId="2723113355" sldId="430"/>
            <ac:picMk id="15" creationId="{70C76EA4-85C8-39EE-EF81-013FA8C9198F}"/>
          </ac:picMkLst>
        </pc:picChg>
      </pc:sldChg>
    </pc:docChg>
  </pc:docChgLst>
  <pc:docChgLst>
    <pc:chgData name="Cao Lam Tung 20222709" userId="ce9674a6-c058-496c-88bf-33b32ed75606" providerId="ADAL" clId="{59C245AA-3E57-4BD3-8E2D-0701251E041C}"/>
    <pc:docChg chg="undo custSel addSld modSld sldOrd">
      <pc:chgData name="Cao Lam Tung 20222709" userId="ce9674a6-c058-496c-88bf-33b32ed75606" providerId="ADAL" clId="{59C245AA-3E57-4BD3-8E2D-0701251E041C}" dt="2024-04-10T14:27:09.552" v="1905" actId="20577"/>
      <pc:docMkLst>
        <pc:docMk/>
      </pc:docMkLst>
      <pc:sldChg chg="addSp delSp modSp mod">
        <pc:chgData name="Cao Lam Tung 20222709" userId="ce9674a6-c058-496c-88bf-33b32ed75606" providerId="ADAL" clId="{59C245AA-3E57-4BD3-8E2D-0701251E041C}" dt="2024-04-02T13:57:11.298" v="51" actId="478"/>
        <pc:sldMkLst>
          <pc:docMk/>
          <pc:sldMk cId="425079733" sldId="256"/>
        </pc:sldMkLst>
      </pc:sldChg>
      <pc:sldChg chg="modSp mod">
        <pc:chgData name="Cao Lam Tung 20222709" userId="ce9674a6-c058-496c-88bf-33b32ed75606" providerId="ADAL" clId="{59C245AA-3E57-4BD3-8E2D-0701251E041C}" dt="2024-04-10T14:01:45.579" v="1895" actId="20577"/>
        <pc:sldMkLst>
          <pc:docMk/>
          <pc:sldMk cId="3629502066" sldId="327"/>
        </pc:sldMkLst>
      </pc:sldChg>
      <pc:sldChg chg="modSp mod">
        <pc:chgData name="Cao Lam Tung 20222709" userId="ce9674a6-c058-496c-88bf-33b32ed75606" providerId="ADAL" clId="{59C245AA-3E57-4BD3-8E2D-0701251E041C}" dt="2024-04-06T03:50:43.762" v="186" actId="14100"/>
        <pc:sldMkLst>
          <pc:docMk/>
          <pc:sldMk cId="960568514" sldId="329"/>
        </pc:sldMkLst>
      </pc:sldChg>
      <pc:sldChg chg="modSp mod">
        <pc:chgData name="Cao Lam Tung 20222709" userId="ce9674a6-c058-496c-88bf-33b32ed75606" providerId="ADAL" clId="{59C245AA-3E57-4BD3-8E2D-0701251E041C}" dt="2024-04-10T14:11:27.784" v="1897" actId="1076"/>
        <pc:sldMkLst>
          <pc:docMk/>
          <pc:sldMk cId="2374838604" sldId="330"/>
        </pc:sldMkLst>
      </pc:sldChg>
      <pc:sldChg chg="ord">
        <pc:chgData name="Cao Lam Tung 20222709" userId="ce9674a6-c058-496c-88bf-33b32ed75606" providerId="ADAL" clId="{59C245AA-3E57-4BD3-8E2D-0701251E041C}" dt="2024-04-10T09:52:50.596" v="1508"/>
        <pc:sldMkLst>
          <pc:docMk/>
          <pc:sldMk cId="3277081014" sldId="331"/>
        </pc:sldMkLst>
      </pc:sldChg>
      <pc:sldChg chg="modSp mod">
        <pc:chgData name="Cao Lam Tung 20222709" userId="ce9674a6-c058-496c-88bf-33b32ed75606" providerId="ADAL" clId="{59C245AA-3E57-4BD3-8E2D-0701251E041C}" dt="2024-04-10T14:12:18.291" v="1898" actId="14100"/>
        <pc:sldMkLst>
          <pc:docMk/>
          <pc:sldMk cId="1778810197" sldId="332"/>
        </pc:sldMkLst>
      </pc:sldChg>
      <pc:sldChg chg="addSp delSp modSp mod">
        <pc:chgData name="Cao Lam Tung 20222709" userId="ce9674a6-c058-496c-88bf-33b32ed75606" providerId="ADAL" clId="{59C245AA-3E57-4BD3-8E2D-0701251E041C}" dt="2024-04-10T13:43:30.660" v="1861" actId="20577"/>
        <pc:sldMkLst>
          <pc:docMk/>
          <pc:sldMk cId="2994529451" sldId="334"/>
        </pc:sldMkLst>
      </pc:sldChg>
      <pc:sldChg chg="modSp">
        <pc:chgData name="Cao Lam Tung 20222709" userId="ce9674a6-c058-496c-88bf-33b32ed75606" providerId="ADAL" clId="{59C245AA-3E57-4BD3-8E2D-0701251E041C}" dt="2024-04-01T14:56:14.318" v="42" actId="20577"/>
        <pc:sldMkLst>
          <pc:docMk/>
          <pc:sldMk cId="154274497" sldId="335"/>
        </pc:sldMkLst>
      </pc:sldChg>
      <pc:sldChg chg="modSp mod">
        <pc:chgData name="Cao Lam Tung 20222709" userId="ce9674a6-c058-496c-88bf-33b32ed75606" providerId="ADAL" clId="{59C245AA-3E57-4BD3-8E2D-0701251E041C}" dt="2024-04-08T14:50:48.468" v="1227" actId="14100"/>
        <pc:sldMkLst>
          <pc:docMk/>
          <pc:sldMk cId="3620825576" sldId="336"/>
        </pc:sldMkLst>
      </pc:sldChg>
      <pc:sldChg chg="modSp mod">
        <pc:chgData name="Cao Lam Tung 20222709" userId="ce9674a6-c058-496c-88bf-33b32ed75606" providerId="ADAL" clId="{59C245AA-3E57-4BD3-8E2D-0701251E041C}" dt="2024-04-01T14:59:40.805" v="45" actId="5793"/>
        <pc:sldMkLst>
          <pc:docMk/>
          <pc:sldMk cId="3520922490" sldId="337"/>
        </pc:sldMkLst>
      </pc:sldChg>
      <pc:sldChg chg="modSp mod">
        <pc:chgData name="Cao Lam Tung 20222709" userId="ce9674a6-c058-496c-88bf-33b32ed75606" providerId="ADAL" clId="{59C245AA-3E57-4BD3-8E2D-0701251E041C}" dt="2024-04-10T14:25:14.371" v="1900" actId="20577"/>
        <pc:sldMkLst>
          <pc:docMk/>
          <pc:sldMk cId="3055845051" sldId="338"/>
        </pc:sldMkLst>
      </pc:sldChg>
      <pc:sldChg chg="modSp mod modNotesTx">
        <pc:chgData name="Cao Lam Tung 20222709" userId="ce9674a6-c058-496c-88bf-33b32ed75606" providerId="ADAL" clId="{59C245AA-3E57-4BD3-8E2D-0701251E041C}" dt="2024-04-10T14:23:26.622" v="1899" actId="20577"/>
        <pc:sldMkLst>
          <pc:docMk/>
          <pc:sldMk cId="3331722372" sldId="340"/>
        </pc:sldMkLst>
      </pc:sldChg>
      <pc:sldChg chg="modSp mod">
        <pc:chgData name="Cao Lam Tung 20222709" userId="ce9674a6-c058-496c-88bf-33b32ed75606" providerId="ADAL" clId="{59C245AA-3E57-4BD3-8E2D-0701251E041C}" dt="2024-04-08T15:05:49.187" v="1299" actId="20577"/>
        <pc:sldMkLst>
          <pc:docMk/>
          <pc:sldMk cId="2381576624" sldId="341"/>
        </pc:sldMkLst>
      </pc:sldChg>
      <pc:sldChg chg="modSp mod">
        <pc:chgData name="Cao Lam Tung 20222709" userId="ce9674a6-c058-496c-88bf-33b32ed75606" providerId="ADAL" clId="{59C245AA-3E57-4BD3-8E2D-0701251E041C}" dt="2024-04-10T14:27:09.552" v="1905" actId="20577"/>
        <pc:sldMkLst>
          <pc:docMk/>
          <pc:sldMk cId="705244559" sldId="344"/>
        </pc:sldMkLst>
      </pc:sldChg>
      <pc:sldChg chg="delSp modSp mod">
        <pc:chgData name="Cao Lam Tung 20222709" userId="ce9674a6-c058-496c-88bf-33b32ed75606" providerId="ADAL" clId="{59C245AA-3E57-4BD3-8E2D-0701251E041C}" dt="2024-04-10T14:26:55.398" v="1904" actId="1076"/>
        <pc:sldMkLst>
          <pc:docMk/>
          <pc:sldMk cId="1478040463" sldId="345"/>
        </pc:sldMkLst>
      </pc:sldChg>
      <pc:sldChg chg="addSp delSp modSp mod">
        <pc:chgData name="Cao Lam Tung 20222709" userId="ce9674a6-c058-496c-88bf-33b32ed75606" providerId="ADAL" clId="{59C245AA-3E57-4BD3-8E2D-0701251E041C}" dt="2024-04-01T14:30:35.444" v="25" actId="1076"/>
        <pc:sldMkLst>
          <pc:docMk/>
          <pc:sldMk cId="960387769" sldId="346"/>
        </pc:sldMkLst>
      </pc:sldChg>
      <pc:sldChg chg="addSp delSp modSp mod">
        <pc:chgData name="Cao Lam Tung 20222709" userId="ce9674a6-c058-496c-88bf-33b32ed75606" providerId="ADAL" clId="{59C245AA-3E57-4BD3-8E2D-0701251E041C}" dt="2024-04-01T14:32:30.889" v="36" actId="1076"/>
        <pc:sldMkLst>
          <pc:docMk/>
          <pc:sldMk cId="395672225" sldId="347"/>
        </pc:sldMkLst>
      </pc:sldChg>
      <pc:sldChg chg="addSp delSp modSp add mod modNotesTx">
        <pc:chgData name="Cao Lam Tung 20222709" userId="ce9674a6-c058-496c-88bf-33b32ed75606" providerId="ADAL" clId="{59C245AA-3E57-4BD3-8E2D-0701251E041C}" dt="2024-04-08T14:44:36.766" v="1226" actId="20577"/>
        <pc:sldMkLst>
          <pc:docMk/>
          <pc:sldMk cId="3366579801" sldId="348"/>
        </pc:sldMkLst>
      </pc:sldChg>
      <pc:sldChg chg="addSp delSp modSp add mod">
        <pc:chgData name="Cao Lam Tung 20222709" userId="ce9674a6-c058-496c-88bf-33b32ed75606" providerId="ADAL" clId="{59C245AA-3E57-4BD3-8E2D-0701251E041C}" dt="2024-04-10T13:59:44.825" v="1891" actId="20577"/>
        <pc:sldMkLst>
          <pc:docMk/>
          <pc:sldMk cId="3961883896" sldId="349"/>
        </pc:sldMkLst>
      </pc:sldChg>
      <pc:sldChg chg="addSp delSp modSp add mod">
        <pc:chgData name="Cao Lam Tung 20222709" userId="ce9674a6-c058-496c-88bf-33b32ed75606" providerId="ADAL" clId="{59C245AA-3E57-4BD3-8E2D-0701251E041C}" dt="2024-04-10T13:45:33.147" v="1887" actId="20577"/>
        <pc:sldMkLst>
          <pc:docMk/>
          <pc:sldMk cId="222181308" sldId="350"/>
        </pc:sldMkLst>
      </pc:sldChg>
    </pc:docChg>
  </pc:docChgLst>
  <pc:docChgLst>
    <pc:chgData name="Cao Lam Tung 20222709" userId="ce9674a6-c058-496c-88bf-33b32ed75606" providerId="ADAL" clId="{4BE5D495-D1B2-4E35-BC6A-CFBD2A3E57D1}"/>
    <pc:docChg chg="undo custSel addSld delSld modSld sldOrd modSection">
      <pc:chgData name="Cao Lam Tung 20222709" userId="ce9674a6-c058-496c-88bf-33b32ed75606" providerId="ADAL" clId="{4BE5D495-D1B2-4E35-BC6A-CFBD2A3E57D1}" dt="2024-10-17T06:57:25.165" v="8110" actId="478"/>
      <pc:docMkLst>
        <pc:docMk/>
      </pc:docMkLst>
      <pc:sldChg chg="modSp mod">
        <pc:chgData name="Cao Lam Tung 20222709" userId="ce9674a6-c058-496c-88bf-33b32ed75606" providerId="ADAL" clId="{4BE5D495-D1B2-4E35-BC6A-CFBD2A3E57D1}" dt="2024-10-13T04:43:14.870" v="7205" actId="20577"/>
        <pc:sldMkLst>
          <pc:docMk/>
          <pc:sldMk cId="425079733" sldId="256"/>
        </pc:sldMkLst>
      </pc:sldChg>
      <pc:sldChg chg="modSp mod">
        <pc:chgData name="Cao Lam Tung 20222709" userId="ce9674a6-c058-496c-88bf-33b32ed75606" providerId="ADAL" clId="{4BE5D495-D1B2-4E35-BC6A-CFBD2A3E57D1}" dt="2024-10-09T02:21:20.422" v="2903" actId="20577"/>
        <pc:sldMkLst>
          <pc:docMk/>
          <pc:sldMk cId="3526839302" sldId="326"/>
        </pc:sldMkLst>
      </pc:sldChg>
      <pc:sldChg chg="modSp mod">
        <pc:chgData name="Cao Lam Tung 20222709" userId="ce9674a6-c058-496c-88bf-33b32ed75606" providerId="ADAL" clId="{4BE5D495-D1B2-4E35-BC6A-CFBD2A3E57D1}" dt="2024-10-06T10:18:06.954" v="2146" actId="20577"/>
        <pc:sldMkLst>
          <pc:docMk/>
          <pc:sldMk cId="3551375587" sldId="356"/>
        </pc:sldMkLst>
      </pc:sldChg>
      <pc:sldChg chg="addSp delSp modSp mod">
        <pc:chgData name="Cao Lam Tung 20222709" userId="ce9674a6-c058-496c-88bf-33b32ed75606" providerId="ADAL" clId="{4BE5D495-D1B2-4E35-BC6A-CFBD2A3E57D1}" dt="2024-10-16T03:17:07.316" v="8033"/>
        <pc:sldMkLst>
          <pc:docMk/>
          <pc:sldMk cId="587138075" sldId="358"/>
        </pc:sldMkLst>
      </pc:sldChg>
      <pc:sldChg chg="modSp mod">
        <pc:chgData name="Cao Lam Tung 20222709" userId="ce9674a6-c058-496c-88bf-33b32ed75606" providerId="ADAL" clId="{4BE5D495-D1B2-4E35-BC6A-CFBD2A3E57D1}" dt="2024-10-08T13:23:38.882" v="2687" actId="2711"/>
        <pc:sldMkLst>
          <pc:docMk/>
          <pc:sldMk cId="2191029587" sldId="360"/>
        </pc:sldMkLst>
      </pc:sldChg>
      <pc:sldChg chg="add">
        <pc:chgData name="Cao Lam Tung 20222709" userId="ce9674a6-c058-496c-88bf-33b32ed75606" providerId="ADAL" clId="{4BE5D495-D1B2-4E35-BC6A-CFBD2A3E57D1}" dt="2024-10-05T12:57:13.895" v="0"/>
        <pc:sldMkLst>
          <pc:docMk/>
          <pc:sldMk cId="2816176213" sldId="363"/>
        </pc:sldMkLst>
      </pc:sldChg>
      <pc:sldChg chg="addSp delSp modSp add mod">
        <pc:chgData name="Cao Lam Tung 20222709" userId="ce9674a6-c058-496c-88bf-33b32ed75606" providerId="ADAL" clId="{4BE5D495-D1B2-4E35-BC6A-CFBD2A3E57D1}" dt="2024-10-06T13:13:02.150" v="2684" actId="113"/>
        <pc:sldMkLst>
          <pc:docMk/>
          <pc:sldMk cId="254701598" sldId="364"/>
        </pc:sldMkLst>
      </pc:sldChg>
      <pc:sldChg chg="addSp delSp modSp add mod">
        <pc:chgData name="Cao Lam Tung 20222709" userId="ce9674a6-c058-496c-88bf-33b32ed75606" providerId="ADAL" clId="{4BE5D495-D1B2-4E35-BC6A-CFBD2A3E57D1}" dt="2024-10-06T09:54:52.570" v="2103" actId="1076"/>
        <pc:sldMkLst>
          <pc:docMk/>
          <pc:sldMk cId="102370313" sldId="365"/>
        </pc:sldMkLst>
      </pc:sldChg>
      <pc:sldChg chg="addSp delSp modSp add del mod">
        <pc:chgData name="Cao Lam Tung 20222709" userId="ce9674a6-c058-496c-88bf-33b32ed75606" providerId="ADAL" clId="{4BE5D495-D1B2-4E35-BC6A-CFBD2A3E57D1}" dt="2024-10-06T09:55:05.111" v="2104" actId="47"/>
        <pc:sldMkLst>
          <pc:docMk/>
          <pc:sldMk cId="1540358898" sldId="366"/>
        </pc:sldMkLst>
      </pc:sldChg>
      <pc:sldChg chg="add del">
        <pc:chgData name="Cao Lam Tung 20222709" userId="ce9674a6-c058-496c-88bf-33b32ed75606" providerId="ADAL" clId="{4BE5D495-D1B2-4E35-BC6A-CFBD2A3E57D1}" dt="2024-10-06T09:42:18.334" v="885"/>
        <pc:sldMkLst>
          <pc:docMk/>
          <pc:sldMk cId="1789308317" sldId="366"/>
        </pc:sldMkLst>
      </pc:sldChg>
      <pc:sldChg chg="addSp delSp modSp add mod">
        <pc:chgData name="Cao Lam Tung 20222709" userId="ce9674a6-c058-496c-88bf-33b32ed75606" providerId="ADAL" clId="{4BE5D495-D1B2-4E35-BC6A-CFBD2A3E57D1}" dt="2024-10-06T10:41:19.685" v="2681" actId="255"/>
        <pc:sldMkLst>
          <pc:docMk/>
          <pc:sldMk cId="4036185631" sldId="366"/>
        </pc:sldMkLst>
      </pc:sldChg>
      <pc:sldChg chg="addSp delSp modSp add del mod">
        <pc:chgData name="Cao Lam Tung 20222709" userId="ce9674a6-c058-496c-88bf-33b32ed75606" providerId="ADAL" clId="{4BE5D495-D1B2-4E35-BC6A-CFBD2A3E57D1}" dt="2024-10-08T13:32:02.593" v="2726" actId="47"/>
        <pc:sldMkLst>
          <pc:docMk/>
          <pc:sldMk cId="2692109009" sldId="367"/>
        </pc:sldMkLst>
      </pc:sldChg>
      <pc:sldChg chg="addSp modSp add mod">
        <pc:chgData name="Cao Lam Tung 20222709" userId="ce9674a6-c058-496c-88bf-33b32ed75606" providerId="ADAL" clId="{4BE5D495-D1B2-4E35-BC6A-CFBD2A3E57D1}" dt="2024-10-12T03:31:23.724" v="5172" actId="20577"/>
        <pc:sldMkLst>
          <pc:docMk/>
          <pc:sldMk cId="3802251741" sldId="367"/>
        </pc:sldMkLst>
      </pc:sldChg>
      <pc:sldChg chg="modSp add mod">
        <pc:chgData name="Cao Lam Tung 20222709" userId="ce9674a6-c058-496c-88bf-33b32ed75606" providerId="ADAL" clId="{4BE5D495-D1B2-4E35-BC6A-CFBD2A3E57D1}" dt="2024-10-13T04:43:21.420" v="7211" actId="20577"/>
        <pc:sldMkLst>
          <pc:docMk/>
          <pc:sldMk cId="3890700654" sldId="368"/>
        </pc:sldMkLst>
      </pc:sldChg>
      <pc:sldChg chg="modSp add mod">
        <pc:chgData name="Cao Lam Tung 20222709" userId="ce9674a6-c058-496c-88bf-33b32ed75606" providerId="ADAL" clId="{4BE5D495-D1B2-4E35-BC6A-CFBD2A3E57D1}" dt="2024-10-16T01:54:46.745" v="7367" actId="20577"/>
        <pc:sldMkLst>
          <pc:docMk/>
          <pc:sldMk cId="180464731" sldId="369"/>
        </pc:sldMkLst>
      </pc:sldChg>
      <pc:sldChg chg="addSp delSp modSp add mod">
        <pc:chgData name="Cao Lam Tung 20222709" userId="ce9674a6-c058-496c-88bf-33b32ed75606" providerId="ADAL" clId="{4BE5D495-D1B2-4E35-BC6A-CFBD2A3E57D1}" dt="2024-10-12T01:58:22.875" v="4128" actId="113"/>
        <pc:sldMkLst>
          <pc:docMk/>
          <pc:sldMk cId="2439579174" sldId="370"/>
        </pc:sldMkLst>
      </pc:sldChg>
      <pc:sldChg chg="addSp delSp modSp add del mod">
        <pc:chgData name="Cao Lam Tung 20222709" userId="ce9674a6-c058-496c-88bf-33b32ed75606" providerId="ADAL" clId="{4BE5D495-D1B2-4E35-BC6A-CFBD2A3E57D1}" dt="2024-10-12T02:35:46.400" v="4653" actId="113"/>
        <pc:sldMkLst>
          <pc:docMk/>
          <pc:sldMk cId="2584602691" sldId="371"/>
        </pc:sldMkLst>
      </pc:sldChg>
      <pc:sldChg chg="delSp new del mod">
        <pc:chgData name="Cao Lam Tung 20222709" userId="ce9674a6-c058-496c-88bf-33b32ed75606" providerId="ADAL" clId="{4BE5D495-D1B2-4E35-BC6A-CFBD2A3E57D1}" dt="2024-10-12T02:16:21.239" v="4376" actId="47"/>
        <pc:sldMkLst>
          <pc:docMk/>
          <pc:sldMk cId="831912484" sldId="372"/>
        </pc:sldMkLst>
      </pc:sldChg>
      <pc:sldChg chg="addSp delSp modSp add mod">
        <pc:chgData name="Cao Lam Tung 20222709" userId="ce9674a6-c058-496c-88bf-33b32ed75606" providerId="ADAL" clId="{4BE5D495-D1B2-4E35-BC6A-CFBD2A3E57D1}" dt="2024-10-13T12:53:34.543" v="7261" actId="113"/>
        <pc:sldMkLst>
          <pc:docMk/>
          <pc:sldMk cId="2644952547" sldId="372"/>
        </pc:sldMkLst>
      </pc:sldChg>
      <pc:sldChg chg="addSp delSp modSp add del mod">
        <pc:chgData name="Cao Lam Tung 20222709" userId="ce9674a6-c058-496c-88bf-33b32ed75606" providerId="ADAL" clId="{4BE5D495-D1B2-4E35-BC6A-CFBD2A3E57D1}" dt="2024-10-12T08:45:46.393" v="5671" actId="47"/>
        <pc:sldMkLst>
          <pc:docMk/>
          <pc:sldMk cId="1641559556" sldId="373"/>
        </pc:sldMkLst>
      </pc:sldChg>
      <pc:sldChg chg="add">
        <pc:chgData name="Cao Lam Tung 20222709" userId="ce9674a6-c058-496c-88bf-33b32ed75606" providerId="ADAL" clId="{4BE5D495-D1B2-4E35-BC6A-CFBD2A3E57D1}" dt="2024-10-12T04:24:07.409" v="5495"/>
        <pc:sldMkLst>
          <pc:docMk/>
          <pc:sldMk cId="984456682" sldId="374"/>
        </pc:sldMkLst>
      </pc:sldChg>
      <pc:sldChg chg="addSp delSp modSp add mod">
        <pc:chgData name="Cao Lam Tung 20222709" userId="ce9674a6-c058-496c-88bf-33b32ed75606" providerId="ADAL" clId="{4BE5D495-D1B2-4E35-BC6A-CFBD2A3E57D1}" dt="2024-10-12T09:12:42.310" v="6103" actId="20577"/>
        <pc:sldMkLst>
          <pc:docMk/>
          <pc:sldMk cId="903395411" sldId="375"/>
        </pc:sldMkLst>
      </pc:sldChg>
      <pc:sldChg chg="addSp delSp modSp add mod">
        <pc:chgData name="Cao Lam Tung 20222709" userId="ce9674a6-c058-496c-88bf-33b32ed75606" providerId="ADAL" clId="{4BE5D495-D1B2-4E35-BC6A-CFBD2A3E57D1}" dt="2024-10-12T09:22:02.590" v="6158"/>
        <pc:sldMkLst>
          <pc:docMk/>
          <pc:sldMk cId="4099831669" sldId="376"/>
        </pc:sldMkLst>
      </pc:sldChg>
      <pc:sldChg chg="addSp delSp modSp add mod">
        <pc:chgData name="Cao Lam Tung 20222709" userId="ce9674a6-c058-496c-88bf-33b32ed75606" providerId="ADAL" clId="{4BE5D495-D1B2-4E35-BC6A-CFBD2A3E57D1}" dt="2024-10-12T09:25:49.634" v="6220" actId="1076"/>
        <pc:sldMkLst>
          <pc:docMk/>
          <pc:sldMk cId="351165591" sldId="377"/>
        </pc:sldMkLst>
      </pc:sldChg>
      <pc:sldChg chg="addSp delSp modSp add mod">
        <pc:chgData name="Cao Lam Tung 20222709" userId="ce9674a6-c058-496c-88bf-33b32ed75606" providerId="ADAL" clId="{4BE5D495-D1B2-4E35-BC6A-CFBD2A3E57D1}" dt="2024-10-13T12:58:11.695" v="7263" actId="113"/>
        <pc:sldMkLst>
          <pc:docMk/>
          <pc:sldMk cId="384454289" sldId="378"/>
        </pc:sldMkLst>
      </pc:sldChg>
      <pc:sldChg chg="addSp delSp modSp add mod">
        <pc:chgData name="Cao Lam Tung 20222709" userId="ce9674a6-c058-496c-88bf-33b32ed75606" providerId="ADAL" clId="{4BE5D495-D1B2-4E35-BC6A-CFBD2A3E57D1}" dt="2024-10-13T00:48:55.258" v="6916" actId="1076"/>
        <pc:sldMkLst>
          <pc:docMk/>
          <pc:sldMk cId="644541385" sldId="379"/>
        </pc:sldMkLst>
      </pc:sldChg>
      <pc:sldChg chg="addSp delSp modSp add mod">
        <pc:chgData name="Cao Lam Tung 20222709" userId="ce9674a6-c058-496c-88bf-33b32ed75606" providerId="ADAL" clId="{4BE5D495-D1B2-4E35-BC6A-CFBD2A3E57D1}" dt="2024-10-12T16:25:56.203" v="6858" actId="1076"/>
        <pc:sldMkLst>
          <pc:docMk/>
          <pc:sldMk cId="2426564679" sldId="380"/>
        </pc:sldMkLst>
      </pc:sldChg>
      <pc:sldChg chg="addSp delSp modSp add mod">
        <pc:chgData name="Cao Lam Tung 20222709" userId="ce9674a6-c058-496c-88bf-33b32ed75606" providerId="ADAL" clId="{4BE5D495-D1B2-4E35-BC6A-CFBD2A3E57D1}" dt="2024-10-12T16:27:38.231" v="6914" actId="20577"/>
        <pc:sldMkLst>
          <pc:docMk/>
          <pc:sldMk cId="3535750256" sldId="381"/>
        </pc:sldMkLst>
      </pc:sldChg>
      <pc:sldChg chg="modSp add mod">
        <pc:chgData name="Cao Lam Tung 20222709" userId="ce9674a6-c058-496c-88bf-33b32ed75606" providerId="ADAL" clId="{4BE5D495-D1B2-4E35-BC6A-CFBD2A3E57D1}" dt="2024-10-16T03:29:57.524" v="8108" actId="20577"/>
        <pc:sldMkLst>
          <pc:docMk/>
          <pc:sldMk cId="3405558723" sldId="382"/>
        </pc:sldMkLst>
      </pc:sldChg>
      <pc:sldChg chg="addSp delSp modSp add mod">
        <pc:chgData name="Cao Lam Tung 20222709" userId="ce9674a6-c058-496c-88bf-33b32ed75606" providerId="ADAL" clId="{4BE5D495-D1B2-4E35-BC6A-CFBD2A3E57D1}" dt="2024-10-16T03:27:58.314" v="8086" actId="1076"/>
        <pc:sldMkLst>
          <pc:docMk/>
          <pc:sldMk cId="1399248863" sldId="383"/>
        </pc:sldMkLst>
      </pc:sldChg>
      <pc:sldChg chg="addSp delSp modSp add mod ord modNotesTx">
        <pc:chgData name="Cao Lam Tung 20222709" userId="ce9674a6-c058-496c-88bf-33b32ed75606" providerId="ADAL" clId="{4BE5D495-D1B2-4E35-BC6A-CFBD2A3E57D1}" dt="2024-10-16T03:13:12.184" v="7988" actId="20577"/>
        <pc:sldMkLst>
          <pc:docMk/>
          <pc:sldMk cId="3932301265" sldId="384"/>
        </pc:sldMkLst>
      </pc:sldChg>
      <pc:sldChg chg="addSp delSp modSp add mod modNotesTx">
        <pc:chgData name="Cao Lam Tung 20222709" userId="ce9674a6-c058-496c-88bf-33b32ed75606" providerId="ADAL" clId="{4BE5D495-D1B2-4E35-BC6A-CFBD2A3E57D1}" dt="2024-10-17T06:57:25.165" v="8110" actId="478"/>
        <pc:sldMkLst>
          <pc:docMk/>
          <pc:sldMk cId="242707907" sldId="385"/>
        </pc:sldMkLst>
      </pc:sldChg>
      <pc:sldChg chg="addSp delSp modSp add mod modNotesTx">
        <pc:chgData name="Cao Lam Tung 20222709" userId="ce9674a6-c058-496c-88bf-33b32ed75606" providerId="ADAL" clId="{4BE5D495-D1B2-4E35-BC6A-CFBD2A3E57D1}" dt="2024-10-16T03:16:29.194" v="8032" actId="1076"/>
        <pc:sldMkLst>
          <pc:docMk/>
          <pc:sldMk cId="3418504531" sldId="386"/>
        </pc:sldMkLst>
      </pc:sldChg>
      <pc:sldChg chg="addSp delSp modSp add mod modNotesTx">
        <pc:chgData name="Cao Lam Tung 20222709" userId="ce9674a6-c058-496c-88bf-33b32ed75606" providerId="ADAL" clId="{4BE5D495-D1B2-4E35-BC6A-CFBD2A3E57D1}" dt="2024-10-16T03:22:19.050" v="8071" actId="1076"/>
        <pc:sldMkLst>
          <pc:docMk/>
          <pc:sldMk cId="3338775315" sldId="387"/>
        </pc:sldMkLst>
      </pc:sldChg>
      <pc:sldChg chg="delSp add del mod">
        <pc:chgData name="Cao Lam Tung 20222709" userId="ce9674a6-c058-496c-88bf-33b32ed75606" providerId="ADAL" clId="{4BE5D495-D1B2-4E35-BC6A-CFBD2A3E57D1}" dt="2024-10-16T15:03:20.176" v="8109" actId="47"/>
        <pc:sldMkLst>
          <pc:docMk/>
          <pc:sldMk cId="1213566329" sldId="388"/>
        </pc:sldMkLst>
      </pc:sldChg>
      <pc:sldChg chg="addSp delSp modSp add mod">
        <pc:chgData name="Cao Lam Tung 20222709" userId="ce9674a6-c058-496c-88bf-33b32ed75606" providerId="ADAL" clId="{4BE5D495-D1B2-4E35-BC6A-CFBD2A3E57D1}" dt="2024-10-16T03:28:34.196" v="8094" actId="1076"/>
        <pc:sldMkLst>
          <pc:docMk/>
          <pc:sldMk cId="1492810559" sldId="389"/>
        </pc:sldMkLst>
      </pc:sldChg>
      <pc:sldChg chg="addSp delSp modSp add mod">
        <pc:chgData name="Cao Lam Tung 20222709" userId="ce9674a6-c058-496c-88bf-33b32ed75606" providerId="ADAL" clId="{4BE5D495-D1B2-4E35-BC6A-CFBD2A3E57D1}" dt="2024-10-16T03:29:09.580" v="8100" actId="1076"/>
        <pc:sldMkLst>
          <pc:docMk/>
          <pc:sldMk cId="4035217822" sldId="390"/>
        </pc:sldMkLst>
      </pc:sldChg>
      <pc:sldChg chg="addSp delSp modSp add mod">
        <pc:chgData name="Cao Lam Tung 20222709" userId="ce9674a6-c058-496c-88bf-33b32ed75606" providerId="ADAL" clId="{4BE5D495-D1B2-4E35-BC6A-CFBD2A3E57D1}" dt="2024-10-16T03:29:37.711" v="8107" actId="1076"/>
        <pc:sldMkLst>
          <pc:docMk/>
          <pc:sldMk cId="1348791252" sldId="391"/>
        </pc:sldMkLst>
      </pc:sldChg>
    </pc:docChg>
  </pc:docChgLst>
  <pc:docChgLst>
    <pc:chgData name="Cao Lam Tung 20222709" userId="ce9674a6-c058-496c-88bf-33b32ed75606" providerId="ADAL" clId="{260F9685-9558-4209-8D92-CF31852B8AE7}"/>
    <pc:docChg chg="modSld">
      <pc:chgData name="Cao Lam Tung 20222709" userId="ce9674a6-c058-496c-88bf-33b32ed75606" providerId="ADAL" clId="{260F9685-9558-4209-8D92-CF31852B8AE7}" dt="2024-04-17T14:23:29.342" v="0"/>
      <pc:docMkLst>
        <pc:docMk/>
      </pc:docMkLst>
      <pc:sldChg chg="modSp mod">
        <pc:chgData name="Cao Lam Tung 20222709" userId="ce9674a6-c058-496c-88bf-33b32ed75606" providerId="ADAL" clId="{260F9685-9558-4209-8D92-CF31852B8AE7}" dt="2024-04-17T14:23:29.342" v="0"/>
        <pc:sldMkLst>
          <pc:docMk/>
          <pc:sldMk cId="425079733" sldId="25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85F609B-B55F-A07D-10CA-7D2972295C0C}"/>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FA43B17-FA46-C125-D20C-5A4DAAE39863}"/>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8DD69803-8E01-439A-8EF2-8343EF927035}" type="datetimeFigureOut">
              <a:rPr lang="en-GB" smtClean="0"/>
              <a:t>22/03/2025</a:t>
            </a:fld>
            <a:endParaRPr lang="en-GB"/>
          </a:p>
        </p:txBody>
      </p:sp>
      <p:sp>
        <p:nvSpPr>
          <p:cNvPr id="4" name="Footer Placeholder 3">
            <a:extLst>
              <a:ext uri="{FF2B5EF4-FFF2-40B4-BE49-F238E27FC236}">
                <a16:creationId xmlns:a16="http://schemas.microsoft.com/office/drawing/2014/main" id="{6115C246-29ED-77E0-BDDB-7AA6805E7EBE}"/>
              </a:ext>
            </a:extLst>
          </p:cNvPr>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9BFBDD5A-91D2-0765-6DD2-25C29598CF28}"/>
              </a:ext>
            </a:extLst>
          </p:cNvPr>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64657474-0C81-451B-9A7B-CFBB44338707}" type="slidenum">
              <a:rPr lang="en-GB" smtClean="0"/>
              <a:t>‹#›</a:t>
            </a:fld>
            <a:endParaRPr lang="en-GB"/>
          </a:p>
        </p:txBody>
      </p:sp>
    </p:spTree>
    <p:extLst>
      <p:ext uri="{BB962C8B-B14F-4D97-AF65-F5344CB8AC3E}">
        <p14:creationId xmlns:p14="http://schemas.microsoft.com/office/powerpoint/2010/main" val="3463007112"/>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1" userDrawn="1">
          <p15:clr>
            <a:srgbClr val="F26B43"/>
          </p15:clr>
        </p15:guide>
      </p15:sldGuideLst>
    </p:ext>
  </p:extLst>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3-20T15:14:32"/>
    </inkml:context>
    <inkml:brush xml:id="br0">
      <inkml:brushProperty name="width" value="0.05292" units="cm"/>
      <inkml:brushProperty name="height" value="0.05292" units="cm"/>
      <inkml:brushProperty name="color" value="#FF0000"/>
    </inkml:brush>
  </inkml:definitions>
  <inkml:trace contextRef="#ctx0" brushRef="#br0">16439 5627 0,'18'17'63,"70"-17"-47,-70 0-16,105 18 15,89 17 1,-194-35-16,-1 0 0,1 0 15,370 18 1,-370-18-16,105 0 16,-35-18-1,-17-17 1,-36 0 0,18 0-1,0-36 1,-35 71-16,35-71 15,17 18 1,-17-17 0,0-1-1,-53 54-15,88-177 32,-70 106-17,-18 70-15,0-88 16,0 0-1,0 36 1,0-19 0,0 19-1,-36-18 1,1 17 0,18 1-1,-19-1 1,1 18-1,-36-17 1,-17 17 0,18-18-1,17 18 1,0-17 0,35 70-16,-52-71 15,70 53-15,-71-17 16,-52 0-1,105 35-15,-88-18 16,0 18 0,36 0-1,-1 0 1,54 0-16,-54 0 16,0 36-1,54-36-15,-54 17 16,-52 18-1,17 18 1,18 0 0,70-53-16,-88 71 15,-52-1 1,158-52-16,-89 53 16,19-1-1,70-52-15,-18 17 16,-35 53-1,53-70-15,-35 52 16,17 54 0,1-36-1,17 18 1,-18-106-16,18 53 16,0-18-1,0-17 1,0 17-1,0 0 1,18 18 0,-18-35-16,17 35 15,-17 17 1,18-70-16,0 53 16,-1 18-1,1-18 1,17 17-1,18-17 1,0 18 0,-18-36-1,-17 0 1,0-17 0,-1 17-1,18-17 1,1 17-1,-19-17 1,19 17 0,-19-17-1,1-1 1,17 1 0,-17-18 15,0 0 0</inkml:trace>
  <inkml:trace contextRef="#ctx0" brushRef="#br0" timeOffset="121448.72">20479 5309 0,'-18'0'31,"-17"0"16,-36 18-31,54-18-16,-107 18 15,-52-18 1,158 0-16,-17 0 16,-230 0-1,177 0 1,18-18 0,34 18-1,19-18 1,-19 1-1,19-36 1,-36 17 0,0-34-1,35 52-15,-35-35 16,-17 0 0,52 53-16,-35-35 15,18 0 1,35 17-16,0-17 15,0 0 1,0 17-16,0-17 16,0-1-1,0 19 1,35-18 0,18-1-1,18 19 1,-18-19-1,17 19 1,1-1 0,-18 0-1,-36 18-15,36-17 16,35 17 0,-70 0-16,88 0 15,0 0 1,-89 0-16,71 0 15,-17 0 1,-18 0 0,18 17-1,-71 1-15,70-18 16,1 35 0,-36-17-1,-17 0 1,-18-1-1,17 19 1,1-36-16,35 52 16,17 1-1,1 0 1,-54-35 0,-17 0 15,0-1 0,-17 1 0,-1 0-15,1-18 0,-1 17-1,0-17 1,1 0-1,17 18-15,-18-18 16,0 0 0,-17 17-1,-35-17 1,34 0 0,19 0-1</inkml:trace>
  <inkml:trace contextRef="#ctx0" brushRef="#br0" timeOffset="123283.16">20373 4904 0,'0'0'0,"0"17"15,0 1 17,0 0 108,-18-1-124,18 1 0,-17-1-1,17 1 157,-18 0-141,-17-1-15,52-17 265,1 0-265,0 0-16,17 0 15,18 18 1,0-18 0,-36 0-1,19 0 1,-19 18 0,19-18 15,-19 0-16,1 17 1,-1-17 0,19 0-1,-36 18 1,17-18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3-20T15:17:55.870"/>
    </inkml:context>
    <inkml:brush xml:id="br0">
      <inkml:brushProperty name="width" value="0.05292" units="cm"/>
      <inkml:brushProperty name="height" value="0.05292" units="cm"/>
      <inkml:brushProperty name="color" value="#FF0000"/>
    </inkml:brush>
  </inkml:definitions>
  <inkml:trace contextRef="#ctx0" brushRef="#br0">2505 5380 0,'0'0'0,"35"0"31,0 0-15,1 0-1,34 0 1,1 0-1,87 0 1,-140 0-16,141 0 16,17 0-1,-158 0-15,123 0 16,0 0 0,-106 0-1</inkml:trace>
  <inkml:trace contextRef="#ctx0" brushRef="#br0" timeOffset="1422.33">5927 4410 0,'35'0'140,"18"0"-124,-36 0-16,54 0 15,0-18 1,-1 18 0,1-18-1,-18 18 1,-18 0 0,-17 0 15,-1 0-16,1 0 1,17 0 0,-17 0-1,-1 0 1,1 0 46,35 0-46,-18 0 0</inkml:trace>
  <inkml:trace contextRef="#ctx0" brushRef="#br0" timeOffset="3624.2">6015 6579 0,'35'0'47,"71"0"-32,17 18 1,1-18 0,-18 0-1,-18 0 1,-18 0 0,-17 0-1,-35 0 1,0 0 46</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03-20T15:19:11.854"/>
    </inkml:context>
    <inkml:brush xml:id="br0">
      <inkml:brushProperty name="width" value="0.05292" units="cm"/>
      <inkml:brushProperty name="height" value="0.05292" units="cm"/>
      <inkml:brushProperty name="color" value="#FF0000"/>
    </inkml:brush>
  </inkml:definitions>
  <inkml:trace contextRef="#ctx0" brushRef="#br0">5627 16492 0,'17'0'47,"72"0"-31,-72 0-16,107 0 15,299-17 1,-405 17-1,-1 0-15,1 0 0,0 0 0,-1 0 0,1 0 0,0 0 0,493-18 16,-458 18 0,-35 0-16,-1 0 0,1 0 0,458 0 15,-458 0 1,370 0 0,-371 0-1,1 0-15,106 18 16,-107-18-16,107 0 15,-1 0 1,-52 0 0,-54 0-1</inkml:trace>
  <inkml:trace contextRef="#ctx0" brushRef="#br0" timeOffset="6209.25">20373 16598 0,'18'0'31,"105"-17"-15,-105 17-16,-1 0 0,195-18 16,53 0-1,-248 18-15,248-17 16,-248 17-16,19 0 0,-19 0 0,230-18 15,-229 18-15,0 0 0,-1 0 0,177 0 16,0-18 0,-17 18-1,-177-17-15,105 17 16,-16-18 0,-19 18-1,-17 0 1,-35 0-16,17-18 15,-17 18-15,-1 0 16,19 0 0,34 0-1,36 0 1,-18 0 0,-35 0-1,-35 0 1,-1 0-1</inkml:trace>
  <inkml:trace contextRef="#ctx0" brushRef="#br0" timeOffset="11849.63">25453 13970 0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5659" cy="49805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4" y="0"/>
            <a:ext cx="2945659" cy="498055"/>
          </a:xfrm>
          <a:prstGeom prst="rect">
            <a:avLst/>
          </a:prstGeom>
        </p:spPr>
        <p:txBody>
          <a:bodyPr vert="horz" lIns="91440" tIns="45720" rIns="91440" bIns="45720" rtlCol="0"/>
          <a:lstStyle>
            <a:lvl1pPr algn="r">
              <a:defRPr sz="1200"/>
            </a:lvl1pPr>
          </a:lstStyle>
          <a:p>
            <a:fld id="{88E1D244-FD28-4770-BAA8-BC78F887939F}" type="datetimeFigureOut">
              <a:rPr lang="en-US" smtClean="0"/>
              <a:t>3/22/2025</a:t>
            </a:fld>
            <a:endParaRPr lang="en-US"/>
          </a:p>
        </p:txBody>
      </p:sp>
      <p:sp>
        <p:nvSpPr>
          <p:cNvPr id="4" name="Slide Image Placeholder 3"/>
          <p:cNvSpPr>
            <a:spLocks noGrp="1" noRot="1" noChangeAspect="1"/>
          </p:cNvSpPr>
          <p:nvPr>
            <p:ph type="sldImg" idx="2"/>
          </p:nvPr>
        </p:nvSpPr>
        <p:spPr>
          <a:xfrm>
            <a:off x="982663" y="1243013"/>
            <a:ext cx="4832350" cy="33464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5"/>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4" y="9428584"/>
            <a:ext cx="2945659" cy="498055"/>
          </a:xfrm>
          <a:prstGeom prst="rect">
            <a:avLst/>
          </a:prstGeom>
        </p:spPr>
        <p:txBody>
          <a:bodyPr vert="horz" lIns="91440" tIns="45720" rIns="91440" bIns="45720" rtlCol="0" anchor="b"/>
          <a:lstStyle>
            <a:lvl1pPr algn="r">
              <a:defRPr sz="1200"/>
            </a:lvl1pPr>
          </a:lstStyle>
          <a:p>
            <a:fld id="{391F491F-38FF-4C0B-9F2E-A8B257536EDB}" type="slidenum">
              <a:rPr lang="en-US" smtClean="0"/>
              <a:t>‹#›</a:t>
            </a:fld>
            <a:endParaRPr lang="en-US"/>
          </a:p>
        </p:txBody>
      </p:sp>
    </p:spTree>
    <p:extLst>
      <p:ext uri="{BB962C8B-B14F-4D97-AF65-F5344CB8AC3E}">
        <p14:creationId xmlns:p14="http://schemas.microsoft.com/office/powerpoint/2010/main" val="142721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92CFF-8087-F60B-BE06-57A62297B3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079E83-80D3-71BF-AD9C-FC6B07A1C9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8910F6-E572-CB7D-EC9F-2A80310DB2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6557FF-79C6-7653-B49A-B5E87AC3489B}"/>
              </a:ext>
            </a:extLst>
          </p:cNvPr>
          <p:cNvSpPr>
            <a:spLocks noGrp="1"/>
          </p:cNvSpPr>
          <p:nvPr>
            <p:ph type="sldNum" sz="quarter" idx="5"/>
          </p:nvPr>
        </p:nvSpPr>
        <p:spPr/>
        <p:txBody>
          <a:bodyPr/>
          <a:lstStyle/>
          <a:p>
            <a:fld id="{391F491F-38FF-4C0B-9F2E-A8B257536EDB}" type="slidenum">
              <a:rPr lang="en-US" smtClean="0"/>
              <a:t>3</a:t>
            </a:fld>
            <a:endParaRPr lang="en-US"/>
          </a:p>
        </p:txBody>
      </p:sp>
    </p:spTree>
    <p:extLst>
      <p:ext uri="{BB962C8B-B14F-4D97-AF65-F5344CB8AC3E}">
        <p14:creationId xmlns:p14="http://schemas.microsoft.com/office/powerpoint/2010/main" val="2602061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DC738-8464-043F-D6A0-746B4952E5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1C0913-871D-A5C6-D53A-9B4EC47722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D81255-429B-1413-8DCB-1111DC7C6282}"/>
              </a:ext>
            </a:extLst>
          </p:cNvPr>
          <p:cNvSpPr>
            <a:spLocks noGrp="1"/>
          </p:cNvSpPr>
          <p:nvPr>
            <p:ph type="body" idx="1"/>
          </p:nvPr>
        </p:nvSpPr>
        <p:spPr/>
        <p:txBody>
          <a:bodyPr/>
          <a:lstStyle/>
          <a:p>
            <a:r>
              <a:rPr lang="en-US" dirty="0" err="1"/>
              <a:t>Nếu</a:t>
            </a:r>
            <a:r>
              <a:rPr lang="en-US" dirty="0"/>
              <a:t> </a:t>
            </a:r>
            <a:r>
              <a:rPr lang="en-US" dirty="0" err="1"/>
              <a:t>cần</a:t>
            </a:r>
            <a:r>
              <a:rPr lang="en-US" dirty="0"/>
              <a:t> </a:t>
            </a:r>
            <a:r>
              <a:rPr lang="en-US" dirty="0" err="1"/>
              <a:t>mô</a:t>
            </a:r>
            <a:r>
              <a:rPr lang="en-US" dirty="0"/>
              <a:t> </a:t>
            </a:r>
            <a:r>
              <a:rPr lang="en-US" dirty="0" err="1"/>
              <a:t>phỏng</a:t>
            </a:r>
            <a:r>
              <a:rPr lang="en-US" dirty="0"/>
              <a:t> </a:t>
            </a:r>
            <a:r>
              <a:rPr lang="en-US" dirty="0" err="1"/>
              <a:t>điện</a:t>
            </a:r>
            <a:r>
              <a:rPr lang="en-US" dirty="0"/>
              <a:t> </a:t>
            </a:r>
            <a:r>
              <a:rPr lang="en-US" dirty="0" err="1"/>
              <a:t>áp</a:t>
            </a:r>
            <a:r>
              <a:rPr lang="en-US" dirty="0"/>
              <a:t>/</a:t>
            </a:r>
            <a:r>
              <a:rPr lang="en-US" dirty="0" err="1"/>
              <a:t>dòng</a:t>
            </a:r>
            <a:r>
              <a:rPr lang="en-US" dirty="0"/>
              <a:t> </a:t>
            </a:r>
            <a:r>
              <a:rPr lang="en-US" dirty="0" err="1"/>
              <a:t>điện</a:t>
            </a:r>
            <a:r>
              <a:rPr lang="en-US" dirty="0"/>
              <a:t>: </a:t>
            </a:r>
            <a:r>
              <a:rPr lang="en-US" b="1" dirty="0"/>
              <a:t>Battery Electric Model</a:t>
            </a:r>
            <a:r>
              <a:rPr lang="en-US" dirty="0"/>
              <a:t> (ECM, Data-Driven, v.v.).</a:t>
            </a:r>
            <a:br>
              <a:rPr lang="en-US" dirty="0"/>
            </a:br>
            <a:r>
              <a:rPr lang="en-US" dirty="0"/>
              <a:t> </a:t>
            </a:r>
            <a:r>
              <a:rPr lang="en-US" dirty="0" err="1"/>
              <a:t>Nếu</a:t>
            </a:r>
            <a:r>
              <a:rPr lang="en-US" dirty="0"/>
              <a:t> </a:t>
            </a:r>
            <a:r>
              <a:rPr lang="en-US" dirty="0" err="1"/>
              <a:t>cần</a:t>
            </a:r>
            <a:r>
              <a:rPr lang="en-US" dirty="0"/>
              <a:t> </a:t>
            </a:r>
            <a:r>
              <a:rPr lang="en-US" dirty="0" err="1"/>
              <a:t>kiểm</a:t>
            </a:r>
            <a:r>
              <a:rPr lang="en-US" dirty="0"/>
              <a:t> </a:t>
            </a:r>
            <a:r>
              <a:rPr lang="en-US" dirty="0" err="1"/>
              <a:t>soát</a:t>
            </a:r>
            <a:r>
              <a:rPr lang="en-US" dirty="0"/>
              <a:t> </a:t>
            </a:r>
            <a:r>
              <a:rPr lang="en-US" dirty="0" err="1"/>
              <a:t>nhiệt</a:t>
            </a:r>
            <a:r>
              <a:rPr lang="en-US" dirty="0"/>
              <a:t> </a:t>
            </a:r>
            <a:r>
              <a:rPr lang="en-US" dirty="0" err="1"/>
              <a:t>độ</a:t>
            </a:r>
            <a:r>
              <a:rPr lang="en-US" dirty="0"/>
              <a:t>: </a:t>
            </a:r>
            <a:r>
              <a:rPr lang="en-US" b="1" dirty="0"/>
              <a:t>Battery Thermal Model</a:t>
            </a:r>
            <a:r>
              <a:rPr lang="en-US" dirty="0"/>
              <a:t> (Heat Generation, Heat Transfer, v.v.).</a:t>
            </a:r>
            <a:br>
              <a:rPr lang="en-US" dirty="0"/>
            </a:br>
            <a:r>
              <a:rPr lang="en-US" dirty="0"/>
              <a:t> </a:t>
            </a:r>
            <a:r>
              <a:rPr lang="en-US" dirty="0" err="1"/>
              <a:t>Nếu</a:t>
            </a:r>
            <a:r>
              <a:rPr lang="en-US" dirty="0"/>
              <a:t> </a:t>
            </a:r>
            <a:r>
              <a:rPr lang="en-US" dirty="0" err="1"/>
              <a:t>muốn</a:t>
            </a:r>
            <a:r>
              <a:rPr lang="en-US" dirty="0"/>
              <a:t> </a:t>
            </a:r>
            <a:r>
              <a:rPr lang="en-US" dirty="0" err="1"/>
              <a:t>mô</a:t>
            </a:r>
            <a:r>
              <a:rPr lang="en-US" dirty="0"/>
              <a:t> </a:t>
            </a:r>
            <a:r>
              <a:rPr lang="en-US" dirty="0" err="1"/>
              <a:t>phỏng</a:t>
            </a:r>
            <a:r>
              <a:rPr lang="en-US" dirty="0"/>
              <a:t> </a:t>
            </a:r>
            <a:r>
              <a:rPr lang="en-US" dirty="0" err="1"/>
              <a:t>toàn</a:t>
            </a:r>
            <a:r>
              <a:rPr lang="en-US" dirty="0"/>
              <a:t> </a:t>
            </a:r>
            <a:r>
              <a:rPr lang="en-US" dirty="0" err="1"/>
              <a:t>diện</a:t>
            </a:r>
            <a:r>
              <a:rPr lang="en-US" dirty="0"/>
              <a:t> </a:t>
            </a:r>
            <a:r>
              <a:rPr lang="en-US" dirty="0" err="1"/>
              <a:t>cả</a:t>
            </a:r>
            <a:r>
              <a:rPr lang="en-US" dirty="0"/>
              <a:t> </a:t>
            </a:r>
            <a:r>
              <a:rPr lang="en-US" dirty="0" err="1"/>
              <a:t>điện</a:t>
            </a:r>
            <a:r>
              <a:rPr lang="en-US" dirty="0"/>
              <a:t> </a:t>
            </a:r>
            <a:r>
              <a:rPr lang="en-US" dirty="0" err="1"/>
              <a:t>và</a:t>
            </a:r>
            <a:r>
              <a:rPr lang="en-US" dirty="0"/>
              <a:t> </a:t>
            </a:r>
            <a:r>
              <a:rPr lang="en-US" dirty="0" err="1"/>
              <a:t>nhiệt</a:t>
            </a:r>
            <a:r>
              <a:rPr lang="en-US" dirty="0"/>
              <a:t>: </a:t>
            </a:r>
            <a:r>
              <a:rPr lang="en-US" b="1" dirty="0"/>
              <a:t>Battery Coupled Electro-Thermal Model</a:t>
            </a:r>
            <a:r>
              <a:rPr lang="en-US" dirty="0"/>
              <a:t>.</a:t>
            </a:r>
          </a:p>
        </p:txBody>
      </p:sp>
      <p:sp>
        <p:nvSpPr>
          <p:cNvPr id="4" name="Slide Number Placeholder 3">
            <a:extLst>
              <a:ext uri="{FF2B5EF4-FFF2-40B4-BE49-F238E27FC236}">
                <a16:creationId xmlns:a16="http://schemas.microsoft.com/office/drawing/2014/main" id="{083B40B6-DDD7-2B32-4729-5CF36E6EF43A}"/>
              </a:ext>
            </a:extLst>
          </p:cNvPr>
          <p:cNvSpPr>
            <a:spLocks noGrp="1"/>
          </p:cNvSpPr>
          <p:nvPr>
            <p:ph type="sldNum" sz="quarter" idx="5"/>
          </p:nvPr>
        </p:nvSpPr>
        <p:spPr/>
        <p:txBody>
          <a:bodyPr/>
          <a:lstStyle/>
          <a:p>
            <a:fld id="{391F491F-38FF-4C0B-9F2E-A8B257536EDB}" type="slidenum">
              <a:rPr lang="en-US" smtClean="0"/>
              <a:t>4</a:t>
            </a:fld>
            <a:endParaRPr lang="en-US"/>
          </a:p>
        </p:txBody>
      </p:sp>
    </p:spTree>
    <p:extLst>
      <p:ext uri="{BB962C8B-B14F-4D97-AF65-F5344CB8AC3E}">
        <p14:creationId xmlns:p14="http://schemas.microsoft.com/office/powerpoint/2010/main" val="2022369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3C086-2694-FFD4-A8EB-68619332E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C0042D-6012-7424-CAB0-E76CFFBC2C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D3D6D5-93B0-2C6E-CE17-0311237468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DAC49F-3BB5-D5B7-838F-29701CCB6EB1}"/>
              </a:ext>
            </a:extLst>
          </p:cNvPr>
          <p:cNvSpPr>
            <a:spLocks noGrp="1"/>
          </p:cNvSpPr>
          <p:nvPr>
            <p:ph type="sldNum" sz="quarter" idx="5"/>
          </p:nvPr>
        </p:nvSpPr>
        <p:spPr/>
        <p:txBody>
          <a:bodyPr/>
          <a:lstStyle/>
          <a:p>
            <a:fld id="{391F491F-38FF-4C0B-9F2E-A8B257536EDB}" type="slidenum">
              <a:rPr lang="en-US" smtClean="0"/>
              <a:t>5</a:t>
            </a:fld>
            <a:endParaRPr lang="en-US"/>
          </a:p>
        </p:txBody>
      </p:sp>
    </p:spTree>
    <p:extLst>
      <p:ext uri="{BB962C8B-B14F-4D97-AF65-F5344CB8AC3E}">
        <p14:creationId xmlns:p14="http://schemas.microsoft.com/office/powerpoint/2010/main" val="47992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1DEA6-E59D-A9A3-D01D-2CDE369C36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76D89F-AB3F-D6EC-DBA5-C2B05809B1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19CE4D-8842-CA2B-5A1C-A8D6D99ACF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6E6B5F-C366-5086-EAED-2B2D6EED7D71}"/>
              </a:ext>
            </a:extLst>
          </p:cNvPr>
          <p:cNvSpPr>
            <a:spLocks noGrp="1"/>
          </p:cNvSpPr>
          <p:nvPr>
            <p:ph type="sldNum" sz="quarter" idx="5"/>
          </p:nvPr>
        </p:nvSpPr>
        <p:spPr/>
        <p:txBody>
          <a:bodyPr/>
          <a:lstStyle/>
          <a:p>
            <a:fld id="{391F491F-38FF-4C0B-9F2E-A8B257536EDB}" type="slidenum">
              <a:rPr lang="en-US" smtClean="0"/>
              <a:t>6</a:t>
            </a:fld>
            <a:endParaRPr lang="en-US"/>
          </a:p>
        </p:txBody>
      </p:sp>
    </p:spTree>
    <p:extLst>
      <p:ext uri="{BB962C8B-B14F-4D97-AF65-F5344CB8AC3E}">
        <p14:creationId xmlns:p14="http://schemas.microsoft.com/office/powerpoint/2010/main" val="20245348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904AF-D73D-A58A-EBA2-9ECA5E6E6F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B7D7F7-5E12-8487-EBE2-5417C91FAB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9DB9F8-F246-CF8A-390E-ABD04239F9D6}"/>
              </a:ext>
            </a:extLst>
          </p:cNvPr>
          <p:cNvSpPr>
            <a:spLocks noGrp="1"/>
          </p:cNvSpPr>
          <p:nvPr>
            <p:ph type="body" idx="1"/>
          </p:nvPr>
        </p:nvSpPr>
        <p:spPr/>
        <p:txBody>
          <a:bodyPr/>
          <a:lstStyle/>
          <a:p>
            <a:pPr algn="l">
              <a:spcBef>
                <a:spcPts val="300"/>
              </a:spcBef>
              <a:buFont typeface="Arial" panose="020B0604020202020204" pitchFamily="34" charset="0"/>
              <a:buChar char="•"/>
            </a:pPr>
            <a:r>
              <a:rPr lang="vi-VN" b="0" i="0" dirty="0">
                <a:solidFill>
                  <a:srgbClr val="404040"/>
                </a:solidFill>
                <a:effectLst/>
                <a:latin typeface="Inter"/>
              </a:rPr>
              <a:t>Cho phép tách biệt giữa </a:t>
            </a:r>
            <a:r>
              <a:rPr lang="vi-VN" b="1" i="0" dirty="0">
                <a:solidFill>
                  <a:srgbClr val="404040"/>
                </a:solidFill>
                <a:effectLst/>
                <a:latin typeface="Inter"/>
              </a:rPr>
              <a:t>tổn thất tức thời</a:t>
            </a:r>
            <a:r>
              <a:rPr lang="vi-VN" b="0" i="0" dirty="0">
                <a:solidFill>
                  <a:srgbClr val="404040"/>
                </a:solidFill>
                <a:effectLst/>
                <a:latin typeface="Inter"/>
              </a:rPr>
              <a:t> (qua </a:t>
            </a:r>
            <a:r>
              <a:rPr lang="vi-VN" b="0" i="0" dirty="0">
                <a:solidFill>
                  <a:srgbClr val="404040"/>
                </a:solidFill>
                <a:effectLst/>
                <a:latin typeface="KaTeX_Main"/>
              </a:rPr>
              <a:t>R0</a:t>
            </a:r>
            <a:r>
              <a:rPr lang="vi-VN" b="0" i="1" dirty="0">
                <a:solidFill>
                  <a:srgbClr val="404040"/>
                </a:solidFill>
                <a:effectLst/>
                <a:latin typeface="KaTeX_Math"/>
              </a:rPr>
              <a:t>R</a:t>
            </a:r>
            <a:r>
              <a:rPr lang="vi-VN" b="0" i="0" dirty="0">
                <a:solidFill>
                  <a:srgbClr val="404040"/>
                </a:solidFill>
                <a:effectLst/>
                <a:latin typeface="KaTeX_Main"/>
              </a:rPr>
              <a:t>0​</a:t>
            </a:r>
            <a:r>
              <a:rPr lang="vi-VN" b="0" i="0" dirty="0">
                <a:solidFill>
                  <a:srgbClr val="404040"/>
                </a:solidFill>
                <a:effectLst/>
                <a:latin typeface="Inter"/>
              </a:rPr>
              <a:t>) và </a:t>
            </a:r>
            <a:r>
              <a:rPr lang="vi-VN" b="1" i="0" dirty="0">
                <a:solidFill>
                  <a:srgbClr val="404040"/>
                </a:solidFill>
                <a:effectLst/>
                <a:latin typeface="Inter"/>
              </a:rPr>
              <a:t>tổn thất động</a:t>
            </a:r>
            <a:r>
              <a:rPr lang="vi-VN" b="0" i="0" dirty="0">
                <a:solidFill>
                  <a:srgbClr val="404040"/>
                </a:solidFill>
                <a:effectLst/>
                <a:latin typeface="Inter"/>
              </a:rPr>
              <a:t> (qua </a:t>
            </a:r>
            <a:r>
              <a:rPr lang="vi-VN" b="0" i="0" dirty="0">
                <a:solidFill>
                  <a:srgbClr val="404040"/>
                </a:solidFill>
                <a:effectLst/>
                <a:latin typeface="KaTeX_Main"/>
              </a:rPr>
              <a:t>R</a:t>
            </a:r>
            <a:r>
              <a:rPr lang="vi-VN" b="0" i="1" dirty="0">
                <a:solidFill>
                  <a:srgbClr val="404040"/>
                </a:solidFill>
                <a:effectLst/>
                <a:latin typeface="KaTeX_Math"/>
              </a:rPr>
              <a:t>R</a:t>
            </a:r>
            <a:r>
              <a:rPr lang="vi-VN" b="0" i="0" dirty="0">
                <a:solidFill>
                  <a:srgbClr val="404040"/>
                </a:solidFill>
                <a:effectLst/>
                <a:latin typeface="Inter"/>
              </a:rPr>
              <a:t> và </a:t>
            </a:r>
            <a:r>
              <a:rPr lang="vi-VN" b="0" i="0" dirty="0">
                <a:solidFill>
                  <a:srgbClr val="404040"/>
                </a:solidFill>
                <a:effectLst/>
                <a:latin typeface="KaTeX_Main"/>
              </a:rPr>
              <a:t>C</a:t>
            </a:r>
            <a:r>
              <a:rPr lang="vi-VN" b="0" i="1" dirty="0">
                <a:solidFill>
                  <a:srgbClr val="404040"/>
                </a:solidFill>
                <a:effectLst/>
                <a:latin typeface="KaTeX_Math"/>
              </a:rPr>
              <a:t>C</a:t>
            </a:r>
            <a:r>
              <a:rPr lang="vi-VN" b="0" i="0" dirty="0">
                <a:solidFill>
                  <a:srgbClr val="404040"/>
                </a:solidFill>
                <a:effectLst/>
                <a:latin typeface="Inter"/>
              </a:rPr>
              <a:t>).</a:t>
            </a:r>
          </a:p>
          <a:p>
            <a:pPr algn="l">
              <a:spcBef>
                <a:spcPts val="300"/>
              </a:spcBef>
              <a:buFont typeface="Arial" panose="020B0604020202020204" pitchFamily="34" charset="0"/>
              <a:buChar char="•"/>
            </a:pPr>
            <a:r>
              <a:rPr lang="vi-VN" b="0" i="0" dirty="0">
                <a:solidFill>
                  <a:srgbClr val="404040"/>
                </a:solidFill>
                <a:effectLst/>
                <a:latin typeface="Inter"/>
              </a:rPr>
              <a:t>Phản ánh chính xác hiệu ứng phân cực điện hóa trong pin, nơi điện tích tích tụ trên bề mặt điện cực (điện dung kép) và sự chênh lệch nồng độ ion (điện trở phân cực).</a:t>
            </a:r>
          </a:p>
          <a:p>
            <a:endParaRPr lang="en-US" dirty="0"/>
          </a:p>
        </p:txBody>
      </p:sp>
      <p:sp>
        <p:nvSpPr>
          <p:cNvPr id="4" name="Slide Number Placeholder 3">
            <a:extLst>
              <a:ext uri="{FF2B5EF4-FFF2-40B4-BE49-F238E27FC236}">
                <a16:creationId xmlns:a16="http://schemas.microsoft.com/office/drawing/2014/main" id="{8C3F92BB-5AEE-A538-7CE9-7A439F649AE9}"/>
              </a:ext>
            </a:extLst>
          </p:cNvPr>
          <p:cNvSpPr>
            <a:spLocks noGrp="1"/>
          </p:cNvSpPr>
          <p:nvPr>
            <p:ph type="sldNum" sz="quarter" idx="5"/>
          </p:nvPr>
        </p:nvSpPr>
        <p:spPr/>
        <p:txBody>
          <a:bodyPr/>
          <a:lstStyle/>
          <a:p>
            <a:fld id="{391F491F-38FF-4C0B-9F2E-A8B257536EDB}" type="slidenum">
              <a:rPr lang="en-US" smtClean="0"/>
              <a:t>7</a:t>
            </a:fld>
            <a:endParaRPr lang="en-US"/>
          </a:p>
        </p:txBody>
      </p:sp>
    </p:spTree>
    <p:extLst>
      <p:ext uri="{BB962C8B-B14F-4D97-AF65-F5344CB8AC3E}">
        <p14:creationId xmlns:p14="http://schemas.microsoft.com/office/powerpoint/2010/main" val="1265488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86C2D-3F3B-DA58-E8D1-B9A2766958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F6C142-98BD-B879-3FBE-D74AFBD8B6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6C6102-668C-FDF5-0C77-0FF206023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C6F311-CDAF-F159-55C3-FB4E617ACC02}"/>
              </a:ext>
            </a:extLst>
          </p:cNvPr>
          <p:cNvSpPr>
            <a:spLocks noGrp="1"/>
          </p:cNvSpPr>
          <p:nvPr>
            <p:ph type="sldNum" sz="quarter" idx="5"/>
          </p:nvPr>
        </p:nvSpPr>
        <p:spPr/>
        <p:txBody>
          <a:bodyPr/>
          <a:lstStyle/>
          <a:p>
            <a:fld id="{391F491F-38FF-4C0B-9F2E-A8B257536EDB}" type="slidenum">
              <a:rPr lang="en-US" smtClean="0"/>
              <a:t>8</a:t>
            </a:fld>
            <a:endParaRPr lang="en-US"/>
          </a:p>
        </p:txBody>
      </p:sp>
    </p:spTree>
    <p:extLst>
      <p:ext uri="{BB962C8B-B14F-4D97-AF65-F5344CB8AC3E}">
        <p14:creationId xmlns:p14="http://schemas.microsoft.com/office/powerpoint/2010/main" val="194985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EAFD7-20AA-B706-A633-DB6FDF93CA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42867-EB53-E02B-2EC0-C7BD97FC92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CC803D-8945-F278-B62B-1711DAFCA5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CCF172-D138-7F08-C899-FC9B7AA3AC21}"/>
              </a:ext>
            </a:extLst>
          </p:cNvPr>
          <p:cNvSpPr>
            <a:spLocks noGrp="1"/>
          </p:cNvSpPr>
          <p:nvPr>
            <p:ph type="sldNum" sz="quarter" idx="5"/>
          </p:nvPr>
        </p:nvSpPr>
        <p:spPr/>
        <p:txBody>
          <a:bodyPr/>
          <a:lstStyle/>
          <a:p>
            <a:fld id="{391F491F-38FF-4C0B-9F2E-A8B257536EDB}" type="slidenum">
              <a:rPr lang="en-US" smtClean="0"/>
              <a:t>9</a:t>
            </a:fld>
            <a:endParaRPr lang="en-US"/>
          </a:p>
        </p:txBody>
      </p:sp>
    </p:spTree>
    <p:extLst>
      <p:ext uri="{BB962C8B-B14F-4D97-AF65-F5344CB8AC3E}">
        <p14:creationId xmlns:p14="http://schemas.microsoft.com/office/powerpoint/2010/main" val="2215457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BFB50-92A1-ACCF-07F9-3E8DBCC912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B5D1A1-C880-3F8A-0ECE-9073224C22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DE4E47-FB04-57FA-2A62-F35E57F8CF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2BC656-67AD-DA3D-1B80-3A319E491B03}"/>
              </a:ext>
            </a:extLst>
          </p:cNvPr>
          <p:cNvSpPr>
            <a:spLocks noGrp="1"/>
          </p:cNvSpPr>
          <p:nvPr>
            <p:ph type="sldNum" sz="quarter" idx="5"/>
          </p:nvPr>
        </p:nvSpPr>
        <p:spPr/>
        <p:txBody>
          <a:bodyPr/>
          <a:lstStyle/>
          <a:p>
            <a:fld id="{391F491F-38FF-4C0B-9F2E-A8B257536EDB}" type="slidenum">
              <a:rPr lang="en-US" smtClean="0"/>
              <a:t>10</a:t>
            </a:fld>
            <a:endParaRPr lang="en-US"/>
          </a:p>
        </p:txBody>
      </p:sp>
    </p:spTree>
    <p:extLst>
      <p:ext uri="{BB962C8B-B14F-4D97-AF65-F5344CB8AC3E}">
        <p14:creationId xmlns:p14="http://schemas.microsoft.com/office/powerpoint/2010/main" val="40219590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7" name="Group 16"/>
          <p:cNvGrpSpPr/>
          <p:nvPr/>
        </p:nvGrpSpPr>
        <p:grpSpPr bwMode="hidden">
          <a:xfrm>
            <a:off x="-1" y="0"/>
            <a:ext cx="9906002" cy="6858000"/>
            <a:chOff x="-1" y="0"/>
            <a:chExt cx="12192002" cy="6858000"/>
          </a:xfrm>
        </p:grpSpPr>
        <p:cxnSp>
          <p:nvCxnSpPr>
            <p:cNvPr id="18" name="Straight Connector 17"/>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4" name="Group 33"/>
            <p:cNvGrpSpPr/>
            <p:nvPr/>
          </p:nvGrpSpPr>
          <p:grpSpPr bwMode="hidden">
            <a:xfrm>
              <a:off x="-1" y="0"/>
              <a:ext cx="12192001" cy="6858000"/>
              <a:chOff x="-1" y="0"/>
              <a:chExt cx="12192001" cy="6858000"/>
            </a:xfrm>
          </p:grpSpPr>
          <p:cxnSp>
            <p:nvCxnSpPr>
              <p:cNvPr id="52" name="Straight Connector 51"/>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57" name="Group 56"/>
              <p:cNvGrpSpPr/>
              <p:nvPr/>
            </p:nvGrpSpPr>
            <p:grpSpPr bwMode="hidden">
              <a:xfrm>
                <a:off x="6327885" y="0"/>
                <a:ext cx="5864115" cy="5898673"/>
                <a:chOff x="6327885" y="0"/>
                <a:chExt cx="5864115" cy="5898673"/>
              </a:xfrm>
            </p:grpSpPr>
            <p:cxnSp>
              <p:nvCxnSpPr>
                <p:cNvPr id="63" name="Straight Connector 62"/>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58" name="Straight Connector 57"/>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35" name="Group 34"/>
            <p:cNvGrpSpPr/>
            <p:nvPr/>
          </p:nvGrpSpPr>
          <p:grpSpPr bwMode="hidden">
            <a:xfrm flipH="1">
              <a:off x="0" y="0"/>
              <a:ext cx="12192001" cy="6858000"/>
              <a:chOff x="-1" y="0"/>
              <a:chExt cx="12192001" cy="6858000"/>
            </a:xfrm>
          </p:grpSpPr>
          <p:cxnSp>
            <p:nvCxnSpPr>
              <p:cNvPr id="36" name="Straight Connector 35"/>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1" name="Group 40"/>
              <p:cNvGrpSpPr/>
              <p:nvPr/>
            </p:nvGrpSpPr>
            <p:grpSpPr bwMode="hidden">
              <a:xfrm>
                <a:off x="6327885" y="0"/>
                <a:ext cx="5864115" cy="5898673"/>
                <a:chOff x="6327885" y="0"/>
                <a:chExt cx="5864115" cy="5898673"/>
              </a:xfrm>
            </p:grpSpPr>
            <p:cxnSp>
              <p:nvCxnSpPr>
                <p:cNvPr id="47" name="Straight Connector 46"/>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2" name="Straight Connector 41"/>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495597" y="1890366"/>
            <a:ext cx="8914946" cy="2709774"/>
          </a:xfrm>
        </p:spPr>
        <p:txBody>
          <a:bodyPr anchor="ctr"/>
          <a:lstStyle>
            <a:lvl1pPr algn="ctr">
              <a:defRPr sz="6000" b="0">
                <a:solidFill>
                  <a:schemeClr val="tx1">
                    <a:lumMod val="85000"/>
                    <a:lumOff val="15000"/>
                  </a:schemeClr>
                </a:solidFill>
                <a:latin typeface="Dosis ExtraBold" pitchFamily="2" charset="0"/>
                <a:cs typeface="Lato Black" panose="020F0A02020204030203" pitchFamily="34" charset="0"/>
              </a:defRPr>
            </a:lvl1pPr>
          </a:lstStyle>
          <a:p>
            <a:r>
              <a:rPr lang="en-US"/>
              <a:t>Click to edit Master title style</a:t>
            </a:r>
            <a:endParaRPr lang="en-GB"/>
          </a:p>
        </p:txBody>
      </p:sp>
      <p:sp>
        <p:nvSpPr>
          <p:cNvPr id="3" name="Subtitle 2"/>
          <p:cNvSpPr>
            <a:spLocks noGrp="1"/>
          </p:cNvSpPr>
          <p:nvPr>
            <p:ph type="subTitle" idx="1"/>
          </p:nvPr>
        </p:nvSpPr>
        <p:spPr>
          <a:xfrm>
            <a:off x="495597" y="4744714"/>
            <a:ext cx="3617571" cy="1753089"/>
          </a:xfrm>
        </p:spPr>
        <p:txBody>
          <a:bodyPr anchor="ctr"/>
          <a:lstStyle>
            <a:lvl1pPr marL="0" indent="0" algn="ctr">
              <a:buNone/>
              <a:defRPr sz="2400">
                <a:solidFill>
                  <a:schemeClr val="tx1">
                    <a:lumMod val="85000"/>
                    <a:lumOff val="15000"/>
                  </a:schemeClr>
                </a:solidFill>
                <a:latin typeface="Dosis" pitchFamily="2" charset="0"/>
                <a:cs typeface="Lato" panose="020F050202020403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13" name="Pentagon 12"/>
          <p:cNvSpPr/>
          <p:nvPr/>
        </p:nvSpPr>
        <p:spPr>
          <a:xfrm>
            <a:off x="1" y="543"/>
            <a:ext cx="1764770" cy="765195"/>
          </a:xfrm>
          <a:prstGeom prst="homePlat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Dosis" pitchFamily="2" charset="0"/>
            </a:endParaRPr>
          </a:p>
        </p:txBody>
      </p:sp>
      <p:grpSp>
        <p:nvGrpSpPr>
          <p:cNvPr id="4" name="Group 3">
            <a:extLst>
              <a:ext uri="{FF2B5EF4-FFF2-40B4-BE49-F238E27FC236}">
                <a16:creationId xmlns:a16="http://schemas.microsoft.com/office/drawing/2014/main" id="{F37D3501-5DF6-029A-CD59-0C6F6CFB40F1}"/>
              </a:ext>
            </a:extLst>
          </p:cNvPr>
          <p:cNvGrpSpPr/>
          <p:nvPr userDrawn="1"/>
        </p:nvGrpSpPr>
        <p:grpSpPr>
          <a:xfrm>
            <a:off x="2425148" y="201033"/>
            <a:ext cx="7141731" cy="946077"/>
            <a:chOff x="2276474" y="99057"/>
            <a:chExt cx="6391089" cy="669292"/>
          </a:xfrm>
        </p:grpSpPr>
        <p:sp>
          <p:nvSpPr>
            <p:cNvPr id="5" name="TextBox 4">
              <a:extLst>
                <a:ext uri="{FF2B5EF4-FFF2-40B4-BE49-F238E27FC236}">
                  <a16:creationId xmlns:a16="http://schemas.microsoft.com/office/drawing/2014/main" id="{B34A61AE-4D8B-5C5C-73F4-747601782A95}"/>
                </a:ext>
              </a:extLst>
            </p:cNvPr>
            <p:cNvSpPr txBox="1"/>
            <p:nvPr userDrawn="1"/>
          </p:nvSpPr>
          <p:spPr>
            <a:xfrm>
              <a:off x="2276474" y="99057"/>
              <a:ext cx="6391089" cy="387662"/>
            </a:xfrm>
            <a:prstGeom prst="rect">
              <a:avLst/>
            </a:prstGeom>
            <a:noFill/>
          </p:spPr>
          <p:txBody>
            <a:bodyPr wrap="square">
              <a:prstTxWarp prst="textPlain">
                <a:avLst/>
              </a:prstTxWarp>
              <a:spAutoFit/>
            </a:bodyPr>
            <a:lstStyle/>
            <a:p>
              <a:pPr algn="ctr"/>
              <a:r>
                <a:rPr lang="en-US">
                  <a:solidFill>
                    <a:schemeClr val="tx1">
                      <a:lumMod val="85000"/>
                      <a:lumOff val="15000"/>
                    </a:schemeClr>
                  </a:solidFill>
                  <a:latin typeface="Dosis ExtraBold" pitchFamily="2" charset="0"/>
                  <a:cs typeface="Lato Black" panose="020F0A02020204030203" pitchFamily="34" charset="0"/>
                </a:rPr>
                <a:t>Electric Vehicle Supply Equipment Laboratory</a:t>
              </a:r>
            </a:p>
          </p:txBody>
        </p:sp>
        <p:sp>
          <p:nvSpPr>
            <p:cNvPr id="6" name="TextBox 5">
              <a:extLst>
                <a:ext uri="{FF2B5EF4-FFF2-40B4-BE49-F238E27FC236}">
                  <a16:creationId xmlns:a16="http://schemas.microsoft.com/office/drawing/2014/main" id="{7C02143D-35F6-E9E4-E61C-DF061DA20CC4}"/>
                </a:ext>
              </a:extLst>
            </p:cNvPr>
            <p:cNvSpPr txBox="1"/>
            <p:nvPr userDrawn="1"/>
          </p:nvSpPr>
          <p:spPr>
            <a:xfrm>
              <a:off x="2276474" y="563153"/>
              <a:ext cx="6391089" cy="205195"/>
            </a:xfrm>
            <a:prstGeom prst="rect">
              <a:avLst/>
            </a:prstGeom>
            <a:noFill/>
          </p:spPr>
          <p:txBody>
            <a:bodyPr wrap="square">
              <a:prstTxWarp prst="textPlain">
                <a:avLst/>
              </a:prstTxWarp>
              <a:spAutoFit/>
            </a:bodyPr>
            <a:lstStyle/>
            <a:p>
              <a:pPr algn="ctr"/>
              <a:r>
                <a:rPr lang="en-US" sz="1400">
                  <a:solidFill>
                    <a:schemeClr val="tx1">
                      <a:lumMod val="85000"/>
                      <a:lumOff val="15000"/>
                    </a:schemeClr>
                  </a:solidFill>
                  <a:latin typeface="Dosis" pitchFamily="2" charset="0"/>
                  <a:cs typeface="Lato" panose="020F0502020204030203" pitchFamily="34" charset="0"/>
                </a:rPr>
                <a:t>C1B, </a:t>
              </a:r>
              <a:r>
                <a:rPr lang="en-US" sz="1400" err="1">
                  <a:solidFill>
                    <a:schemeClr val="tx1">
                      <a:lumMod val="85000"/>
                      <a:lumOff val="15000"/>
                    </a:schemeClr>
                  </a:solidFill>
                  <a:latin typeface="Dosis" pitchFamily="2" charset="0"/>
                  <a:cs typeface="Lato" panose="020F0502020204030203" pitchFamily="34" charset="0"/>
                </a:rPr>
                <a:t>Đại</a:t>
              </a:r>
              <a:r>
                <a:rPr lang="en-US" sz="1400">
                  <a:solidFill>
                    <a:schemeClr val="tx1">
                      <a:lumMod val="85000"/>
                      <a:lumOff val="15000"/>
                    </a:schemeClr>
                  </a:solidFill>
                  <a:latin typeface="Dosis" pitchFamily="2" charset="0"/>
                  <a:cs typeface="Lato" panose="020F0502020204030203" pitchFamily="34" charset="0"/>
                </a:rPr>
                <a:t> </a:t>
              </a:r>
              <a:r>
                <a:rPr lang="en-US" sz="1400" err="1">
                  <a:solidFill>
                    <a:schemeClr val="tx1">
                      <a:lumMod val="85000"/>
                      <a:lumOff val="15000"/>
                    </a:schemeClr>
                  </a:solidFill>
                  <a:latin typeface="Dosis" pitchFamily="2" charset="0"/>
                  <a:cs typeface="Lato" panose="020F0502020204030203" pitchFamily="34" charset="0"/>
                </a:rPr>
                <a:t>học</a:t>
              </a:r>
              <a:r>
                <a:rPr lang="en-US" sz="1400">
                  <a:solidFill>
                    <a:schemeClr val="tx1">
                      <a:lumMod val="85000"/>
                      <a:lumOff val="15000"/>
                    </a:schemeClr>
                  </a:solidFill>
                  <a:latin typeface="Dosis" pitchFamily="2" charset="0"/>
                  <a:cs typeface="Lato" panose="020F0502020204030203" pitchFamily="34" charset="0"/>
                </a:rPr>
                <a:t> </a:t>
              </a:r>
              <a:r>
                <a:rPr lang="en-US" sz="1400" err="1">
                  <a:solidFill>
                    <a:schemeClr val="tx1">
                      <a:lumMod val="85000"/>
                      <a:lumOff val="15000"/>
                    </a:schemeClr>
                  </a:solidFill>
                  <a:latin typeface="Dosis" pitchFamily="2" charset="0"/>
                  <a:cs typeface="Lato" panose="020F0502020204030203" pitchFamily="34" charset="0"/>
                </a:rPr>
                <a:t>Bách</a:t>
              </a:r>
              <a:r>
                <a:rPr lang="en-US" sz="1400">
                  <a:solidFill>
                    <a:schemeClr val="tx1">
                      <a:lumMod val="85000"/>
                      <a:lumOff val="15000"/>
                    </a:schemeClr>
                  </a:solidFill>
                  <a:latin typeface="Dosis" pitchFamily="2" charset="0"/>
                  <a:cs typeface="Lato" panose="020F0502020204030203" pitchFamily="34" charset="0"/>
                </a:rPr>
                <a:t> Khoa Hà </a:t>
              </a:r>
              <a:r>
                <a:rPr lang="en-US" sz="1400" err="1">
                  <a:solidFill>
                    <a:schemeClr val="tx1">
                      <a:lumMod val="85000"/>
                      <a:lumOff val="15000"/>
                    </a:schemeClr>
                  </a:solidFill>
                  <a:latin typeface="Dosis" pitchFamily="2" charset="0"/>
                  <a:cs typeface="Lato" panose="020F0502020204030203" pitchFamily="34" charset="0"/>
                </a:rPr>
                <a:t>Nội</a:t>
              </a:r>
              <a:r>
                <a:rPr lang="en-US" sz="1400">
                  <a:solidFill>
                    <a:schemeClr val="tx1">
                      <a:lumMod val="85000"/>
                      <a:lumOff val="15000"/>
                    </a:schemeClr>
                  </a:solidFill>
                  <a:latin typeface="Dosis" pitchFamily="2" charset="0"/>
                  <a:cs typeface="Lato" panose="020F0502020204030203" pitchFamily="34" charset="0"/>
                </a:rPr>
                <a:t> – </a:t>
              </a:r>
              <a:r>
                <a:rPr lang="en-US" sz="1400" err="1">
                  <a:solidFill>
                    <a:schemeClr val="tx1">
                      <a:lumMod val="85000"/>
                      <a:lumOff val="15000"/>
                    </a:schemeClr>
                  </a:solidFill>
                  <a:latin typeface="Dosis" pitchFamily="2" charset="0"/>
                  <a:cs typeface="Lato" panose="020F0502020204030203" pitchFamily="34" charset="0"/>
                </a:rPr>
                <a:t>tel</a:t>
              </a:r>
              <a:r>
                <a:rPr lang="en-US" sz="1400">
                  <a:solidFill>
                    <a:schemeClr val="tx1">
                      <a:lumMod val="85000"/>
                      <a:lumOff val="15000"/>
                    </a:schemeClr>
                  </a:solidFill>
                  <a:latin typeface="Dosis" pitchFamily="2" charset="0"/>
                  <a:cs typeface="Lato" panose="020F0502020204030203" pitchFamily="34" charset="0"/>
                </a:rPr>
                <a:t>: 0963441242</a:t>
              </a:r>
            </a:p>
          </p:txBody>
        </p:sp>
      </p:grpSp>
      <p:pic>
        <p:nvPicPr>
          <p:cNvPr id="11" name="Picture 10">
            <a:extLst>
              <a:ext uri="{FF2B5EF4-FFF2-40B4-BE49-F238E27FC236}">
                <a16:creationId xmlns:a16="http://schemas.microsoft.com/office/drawing/2014/main" id="{ADDF2ECF-CE97-3838-BE8C-F2DE5BF553B8}"/>
              </a:ext>
            </a:extLst>
          </p:cNvPr>
          <p:cNvPicPr>
            <a:picLocks noChangeAspect="1"/>
          </p:cNvPicPr>
          <p:nvPr userDrawn="1"/>
        </p:nvPicPr>
        <p:blipFill rotWithShape="1">
          <a:blip r:embed="rId2">
            <a:clrChange>
              <a:clrFrom>
                <a:srgbClr val="FFFFFF"/>
              </a:clrFrom>
              <a:clrTo>
                <a:srgbClr val="FFFFFF">
                  <a:alpha val="0"/>
                </a:srgbClr>
              </a:clrTo>
            </a:clrChange>
            <a:lum bright="70000" contrast="-70000"/>
          </a:blip>
          <a:srcRect t="13822" r="8049" b="20445"/>
          <a:stretch/>
        </p:blipFill>
        <p:spPr>
          <a:xfrm>
            <a:off x="6310240" y="5051904"/>
            <a:ext cx="3100460" cy="1753089"/>
          </a:xfrm>
          <a:prstGeom prst="rect">
            <a:avLst/>
          </a:prstGeom>
        </p:spPr>
      </p:pic>
      <p:pic>
        <p:nvPicPr>
          <p:cNvPr id="14" name="Picture 13" descr="A close up of a logo&#10;&#10;Description automatically generated">
            <a:extLst>
              <a:ext uri="{FF2B5EF4-FFF2-40B4-BE49-F238E27FC236}">
                <a16:creationId xmlns:a16="http://schemas.microsoft.com/office/drawing/2014/main" id="{B89F6C4C-F7A4-0677-3851-DD45029DAC7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67926" y="93337"/>
            <a:ext cx="1919857" cy="1184682"/>
          </a:xfrm>
          <a:prstGeom prst="rect">
            <a:avLst/>
          </a:prstGeom>
        </p:spPr>
      </p:pic>
    </p:spTree>
    <p:extLst>
      <p:ext uri="{BB962C8B-B14F-4D97-AF65-F5344CB8AC3E}">
        <p14:creationId xmlns:p14="http://schemas.microsoft.com/office/powerpoint/2010/main" val="1100522700"/>
      </p:ext>
    </p:extLst>
  </p:cSld>
  <p:clrMapOvr>
    <a:masterClrMapping/>
  </p:clrMapOvr>
  <p:extLst>
    <p:ext uri="{DCECCB84-F9BA-43D5-87BE-67443E8EF086}">
      <p15:sldGuideLst xmlns:p15="http://schemas.microsoft.com/office/powerpoint/2012/main">
        <p15:guide id="1" orient="horz" pos="2137" userDrawn="1">
          <p15:clr>
            <a:srgbClr val="FBAE40"/>
          </p15:clr>
        </p15:guide>
        <p15:guide id="2" pos="312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12750" y="872455"/>
            <a:ext cx="9163050" cy="5493533"/>
          </a:xfrm>
        </p:spPr>
        <p:txBody>
          <a:bodyPr>
            <a:normAutofit/>
          </a:bodyPr>
          <a:lstStyle>
            <a:lvl1pPr>
              <a:defRPr sz="4000">
                <a:solidFill>
                  <a:schemeClr val="tx1">
                    <a:lumMod val="85000"/>
                    <a:lumOff val="15000"/>
                  </a:schemeClr>
                </a:solidFill>
                <a:latin typeface="Dosis" pitchFamily="2" charset="0"/>
                <a:cs typeface="Lato" panose="020F0502020204030203" pitchFamily="34" charset="0"/>
              </a:defRPr>
            </a:lvl1pPr>
            <a:lvl2pPr>
              <a:defRPr sz="3600">
                <a:solidFill>
                  <a:schemeClr val="tx1">
                    <a:lumMod val="85000"/>
                    <a:lumOff val="15000"/>
                  </a:schemeClr>
                </a:solidFill>
                <a:latin typeface="Dosis" pitchFamily="2" charset="0"/>
                <a:cs typeface="Lato" panose="020F0502020204030203" pitchFamily="34" charset="0"/>
              </a:defRPr>
            </a:lvl2pPr>
            <a:lvl3pPr>
              <a:spcBef>
                <a:spcPts val="0"/>
              </a:spcBef>
              <a:spcAft>
                <a:spcPts val="1200"/>
              </a:spcAft>
              <a:defRPr sz="3200">
                <a:solidFill>
                  <a:schemeClr val="tx1">
                    <a:lumMod val="85000"/>
                    <a:lumOff val="15000"/>
                  </a:schemeClr>
                </a:solidFill>
                <a:latin typeface="Dosis" pitchFamily="2" charset="0"/>
                <a:cs typeface="Lato" panose="020F0502020204030203" pitchFamily="34" charset="0"/>
              </a:defRPr>
            </a:lvl3pPr>
            <a:lvl4pPr>
              <a:defRPr sz="2800">
                <a:solidFill>
                  <a:schemeClr val="tx1">
                    <a:lumMod val="85000"/>
                    <a:lumOff val="15000"/>
                  </a:schemeClr>
                </a:solidFill>
                <a:latin typeface="Dosis" pitchFamily="2" charset="0"/>
                <a:cs typeface="Lato" panose="020F0502020204030203" pitchFamily="34" charset="0"/>
              </a:defRPr>
            </a:lvl4pPr>
            <a:lvl5pPr>
              <a:defRPr sz="2800">
                <a:solidFill>
                  <a:schemeClr val="tx1">
                    <a:lumMod val="85000"/>
                    <a:lumOff val="15000"/>
                  </a:schemeClr>
                </a:solidFill>
                <a:latin typeface="Dosis" pitchFamily="2" charset="0"/>
                <a:cs typeface="Lato" panose="020F050202020403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6"/>
          <p:cNvSpPr/>
          <p:nvPr/>
        </p:nvSpPr>
        <p:spPr>
          <a:xfrm>
            <a:off x="0" y="6570787"/>
            <a:ext cx="9906000" cy="2872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spcAft>
                <a:spcPts val="600"/>
              </a:spcAft>
            </a:pPr>
            <a:endParaRPr lang="en-US" sz="3600">
              <a:solidFill>
                <a:schemeClr val="tx1">
                  <a:lumMod val="75000"/>
                  <a:lumOff val="25000"/>
                </a:schemeClr>
              </a:solidFill>
              <a:latin typeface="Dosis" pitchFamily="2" charset="0"/>
              <a:ea typeface="Asana" panose="02000603000000000000" pitchFamily="2" charset="0"/>
              <a:cs typeface="Lato" panose="020F0502020204030203" pitchFamily="34" charset="0"/>
            </a:endParaRPr>
          </a:p>
        </p:txBody>
      </p:sp>
      <p:sp>
        <p:nvSpPr>
          <p:cNvPr id="4" name="Date Placeholder 3"/>
          <p:cNvSpPr>
            <a:spLocks noGrp="1"/>
          </p:cNvSpPr>
          <p:nvPr>
            <p:ph type="dt" sz="half" idx="10"/>
          </p:nvPr>
        </p:nvSpPr>
        <p:spPr>
          <a:xfrm>
            <a:off x="681038" y="6570787"/>
            <a:ext cx="2228850" cy="287215"/>
          </a:xfrm>
        </p:spPr>
        <p:txBody>
          <a:bodyPr/>
          <a:lstStyle>
            <a:lvl1pPr>
              <a:defRPr sz="1400">
                <a:solidFill>
                  <a:schemeClr val="tx1">
                    <a:lumMod val="75000"/>
                    <a:lumOff val="25000"/>
                  </a:schemeClr>
                </a:solidFill>
                <a:latin typeface="Dosis" pitchFamily="2" charset="0"/>
                <a:cs typeface="Lato" panose="020F0502020204030203" pitchFamily="34" charset="0"/>
              </a:defRPr>
            </a:lvl1pPr>
          </a:lstStyle>
          <a:p>
            <a:fld id="{4CDACB4C-8576-42BD-A1CF-557C555A32CD}" type="datetime1">
              <a:rPr lang="en-US" smtClean="0"/>
              <a:t>3/22/2025</a:t>
            </a:fld>
            <a:endParaRPr lang="en-US"/>
          </a:p>
        </p:txBody>
      </p:sp>
      <p:sp>
        <p:nvSpPr>
          <p:cNvPr id="5" name="Footer Placeholder 4"/>
          <p:cNvSpPr>
            <a:spLocks noGrp="1"/>
          </p:cNvSpPr>
          <p:nvPr>
            <p:ph type="ftr" sz="quarter" idx="11"/>
          </p:nvPr>
        </p:nvSpPr>
        <p:spPr>
          <a:xfrm>
            <a:off x="2909888" y="6570787"/>
            <a:ext cx="4086225" cy="287215"/>
          </a:xfrm>
        </p:spPr>
        <p:txBody>
          <a:bodyPr/>
          <a:lstStyle>
            <a:lvl1pPr>
              <a:defRPr sz="1400">
                <a:solidFill>
                  <a:schemeClr val="tx1">
                    <a:lumMod val="75000"/>
                    <a:lumOff val="25000"/>
                  </a:schemeClr>
                </a:solidFill>
                <a:latin typeface="Dosis" pitchFamily="2" charset="0"/>
                <a:cs typeface="Lato" panose="020F0502020204030203" pitchFamily="34" charset="0"/>
              </a:defRPr>
            </a:lvl1pPr>
          </a:lstStyle>
          <a:p>
            <a:r>
              <a:rPr lang="en-US"/>
              <a:t>EVSELab brief introduction</a:t>
            </a:r>
          </a:p>
        </p:txBody>
      </p:sp>
      <p:sp>
        <p:nvSpPr>
          <p:cNvPr id="6" name="Slide Number Placeholder 5"/>
          <p:cNvSpPr>
            <a:spLocks noGrp="1"/>
          </p:cNvSpPr>
          <p:nvPr>
            <p:ph type="sldNum" sz="quarter" idx="12"/>
          </p:nvPr>
        </p:nvSpPr>
        <p:spPr>
          <a:xfrm>
            <a:off x="6996113" y="6570787"/>
            <a:ext cx="2228850" cy="287215"/>
          </a:xfrm>
        </p:spPr>
        <p:txBody>
          <a:bodyPr/>
          <a:lstStyle>
            <a:lvl1pPr>
              <a:defRPr sz="1400">
                <a:solidFill>
                  <a:schemeClr val="tx1">
                    <a:lumMod val="75000"/>
                    <a:lumOff val="25000"/>
                  </a:schemeClr>
                </a:solidFill>
                <a:latin typeface="Dosis" pitchFamily="2" charset="0"/>
                <a:cs typeface="Lato" panose="020F0502020204030203" pitchFamily="34" charset="0"/>
              </a:defRPr>
            </a:lvl1pPr>
          </a:lstStyle>
          <a:p>
            <a:fld id="{6FC7B32C-BCDB-467B-AAD1-D0D29C12FD8E}" type="slidenum">
              <a:rPr lang="en-US" smtClean="0"/>
              <a:pPr/>
              <a:t>‹#›</a:t>
            </a:fld>
            <a:endParaRPr lang="en-US"/>
          </a:p>
        </p:txBody>
      </p:sp>
      <p:cxnSp>
        <p:nvCxnSpPr>
          <p:cNvPr id="12" name="Straight Connector 11"/>
          <p:cNvCxnSpPr/>
          <p:nvPr/>
        </p:nvCxnSpPr>
        <p:spPr>
          <a:xfrm>
            <a:off x="0" y="761877"/>
            <a:ext cx="9906000" cy="0"/>
          </a:xfrm>
          <a:prstGeom prst="line">
            <a:avLst/>
          </a:prstGeom>
          <a:ln w="161290">
            <a:gradFill flip="none" rotWithShape="1">
              <a:gsLst>
                <a:gs pos="50000">
                  <a:schemeClr val="bg1">
                    <a:lumMod val="95000"/>
                  </a:schemeClr>
                </a:gs>
                <a:gs pos="0">
                  <a:schemeClr val="accent1">
                    <a:lumMod val="20000"/>
                    <a:lumOff val="80000"/>
                  </a:schemeClr>
                </a:gs>
                <a:gs pos="100000">
                  <a:schemeClr val="accent4">
                    <a:lumMod val="20000"/>
                    <a:lumOff val="8000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5" name="Pentagon 34">
            <a:extLst>
              <a:ext uri="{FF2B5EF4-FFF2-40B4-BE49-F238E27FC236}">
                <a16:creationId xmlns:a16="http://schemas.microsoft.com/office/drawing/2014/main" id="{A304340F-8DFF-4AB2-A40A-65680CCCC2A3}"/>
              </a:ext>
            </a:extLst>
          </p:cNvPr>
          <p:cNvSpPr/>
          <p:nvPr userDrawn="1"/>
        </p:nvSpPr>
        <p:spPr>
          <a:xfrm>
            <a:off x="1" y="0"/>
            <a:ext cx="9905999" cy="6668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latin typeface="Dosis" pitchFamily="2" charset="0"/>
            </a:endParaRPr>
          </a:p>
        </p:txBody>
      </p:sp>
      <p:sp>
        <p:nvSpPr>
          <p:cNvPr id="13" name="Title 12">
            <a:extLst>
              <a:ext uri="{FF2B5EF4-FFF2-40B4-BE49-F238E27FC236}">
                <a16:creationId xmlns:a16="http://schemas.microsoft.com/office/drawing/2014/main" id="{3D07F2A2-C0A2-B481-673B-2559D4D757AB}"/>
              </a:ext>
            </a:extLst>
          </p:cNvPr>
          <p:cNvSpPr>
            <a:spLocks noGrp="1"/>
          </p:cNvSpPr>
          <p:nvPr>
            <p:ph type="title"/>
          </p:nvPr>
        </p:nvSpPr>
        <p:spPr>
          <a:xfrm>
            <a:off x="66837" y="99095"/>
            <a:ext cx="9766931" cy="548731"/>
          </a:xfrm>
        </p:spPr>
        <p:txBody>
          <a:bodyPr>
            <a:noAutofit/>
          </a:bodyPr>
          <a:lstStyle>
            <a:lvl1pPr algn="ctr">
              <a:defRPr sz="4000" b="0">
                <a:solidFill>
                  <a:schemeClr val="tx1">
                    <a:lumMod val="85000"/>
                    <a:lumOff val="15000"/>
                  </a:schemeClr>
                </a:solidFill>
                <a:latin typeface="Dosis ExtraBold" pitchFamily="2" charset="0"/>
                <a:cs typeface="Lato Black" panose="020F0A02020204030203" pitchFamily="34" charset="0"/>
              </a:defRPr>
            </a:lvl1pPr>
          </a:lstStyle>
          <a:p>
            <a:r>
              <a:rPr lang="en-US"/>
              <a:t>Click to edit Master title style</a:t>
            </a:r>
          </a:p>
        </p:txBody>
      </p:sp>
      <p:cxnSp>
        <p:nvCxnSpPr>
          <p:cNvPr id="2" name="Straight Connector 1">
            <a:extLst>
              <a:ext uri="{FF2B5EF4-FFF2-40B4-BE49-F238E27FC236}">
                <a16:creationId xmlns:a16="http://schemas.microsoft.com/office/drawing/2014/main" id="{1359FCEE-08D4-F3CD-A046-CE7160FCCC8B}"/>
              </a:ext>
            </a:extLst>
          </p:cNvPr>
          <p:cNvCxnSpPr/>
          <p:nvPr userDrawn="1"/>
        </p:nvCxnSpPr>
        <p:spPr>
          <a:xfrm>
            <a:off x="0" y="6460990"/>
            <a:ext cx="9906000" cy="0"/>
          </a:xfrm>
          <a:prstGeom prst="line">
            <a:avLst/>
          </a:prstGeom>
          <a:ln w="64516">
            <a:gradFill flip="none" rotWithShape="1">
              <a:gsLst>
                <a:gs pos="50000">
                  <a:schemeClr val="bg1">
                    <a:lumMod val="85000"/>
                  </a:schemeClr>
                </a:gs>
                <a:gs pos="0">
                  <a:schemeClr val="accent5">
                    <a:lumMod val="40000"/>
                    <a:lumOff val="60000"/>
                  </a:schemeClr>
                </a:gs>
                <a:gs pos="100000">
                  <a:schemeClr val="accent4">
                    <a:lumMod val="40000"/>
                    <a:lumOff val="60000"/>
                  </a:schemeClr>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8" name="Picture 7" descr="A close up of a logo&#10;&#10;Description automatically generated">
            <a:extLst>
              <a:ext uri="{FF2B5EF4-FFF2-40B4-BE49-F238E27FC236}">
                <a16:creationId xmlns:a16="http://schemas.microsoft.com/office/drawing/2014/main" id="{E4AFCD61-5E35-E6B8-23E3-7A57B3CEAB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12750" y="99095"/>
            <a:ext cx="889256" cy="548731"/>
          </a:xfrm>
          <a:prstGeom prst="rect">
            <a:avLst/>
          </a:prstGeom>
        </p:spPr>
      </p:pic>
    </p:spTree>
    <p:extLst>
      <p:ext uri="{BB962C8B-B14F-4D97-AF65-F5344CB8AC3E}">
        <p14:creationId xmlns:p14="http://schemas.microsoft.com/office/powerpoint/2010/main" val="34391910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Pentagon 34">
            <a:extLst>
              <a:ext uri="{FF2B5EF4-FFF2-40B4-BE49-F238E27FC236}">
                <a16:creationId xmlns:a16="http://schemas.microsoft.com/office/drawing/2014/main" id="{C49DF1B1-6F22-1FA9-363C-0874B083CF80}"/>
              </a:ext>
            </a:extLst>
          </p:cNvPr>
          <p:cNvSpPr/>
          <p:nvPr userDrawn="1"/>
        </p:nvSpPr>
        <p:spPr>
          <a:xfrm>
            <a:off x="1" y="-1"/>
            <a:ext cx="9905999" cy="8414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371600" indent="0" algn="ctr"/>
            <a:endParaRPr lang="en-US" sz="2800">
              <a:solidFill>
                <a:srgbClr val="003600"/>
              </a:solidFill>
              <a:latin typeface="Dosis" pitchFamily="2" charset="0"/>
              <a:cs typeface="Lato Black" panose="020F0A02020204030203" pitchFamily="34" charset="0"/>
            </a:endParaRPr>
          </a:p>
        </p:txBody>
      </p:sp>
      <p:sp>
        <p:nvSpPr>
          <p:cNvPr id="2" name="Title 1"/>
          <p:cNvSpPr>
            <a:spLocks noGrp="1"/>
          </p:cNvSpPr>
          <p:nvPr>
            <p:ph type="title"/>
          </p:nvPr>
        </p:nvSpPr>
        <p:spPr>
          <a:xfrm>
            <a:off x="675879" y="1709741"/>
            <a:ext cx="8543925" cy="2852737"/>
          </a:xfrm>
          <a:noFill/>
        </p:spPr>
        <p:txBody>
          <a:bodyPr anchor="b">
            <a:normAutofit/>
          </a:bodyPr>
          <a:lstStyle>
            <a:lvl1pPr algn="r">
              <a:defRPr sz="5400">
                <a:solidFill>
                  <a:schemeClr val="tx1">
                    <a:lumMod val="95000"/>
                    <a:lumOff val="5000"/>
                  </a:schemeClr>
                </a:solidFill>
                <a:latin typeface="Dosis ExtraBold" pitchFamily="2" charset="0"/>
                <a:cs typeface="Lato Black" panose="020F0A02020204030203" pitchFamily="34" charset="0"/>
              </a:defRPr>
            </a:lvl1pPr>
          </a:lstStyle>
          <a:p>
            <a:r>
              <a:rPr lang="en-US"/>
              <a:t>Click to edit Master title style</a:t>
            </a:r>
            <a:endParaRPr lang="en-GB"/>
          </a:p>
        </p:txBody>
      </p:sp>
      <p:pic>
        <p:nvPicPr>
          <p:cNvPr id="3" name="Picture 2" descr="A close up of a logo&#10;&#10;Description automatically generated">
            <a:extLst>
              <a:ext uri="{FF2B5EF4-FFF2-40B4-BE49-F238E27FC236}">
                <a16:creationId xmlns:a16="http://schemas.microsoft.com/office/drawing/2014/main" id="{6793EBA4-575F-EF45-9BFA-5DA97F2E200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7926" y="93337"/>
            <a:ext cx="1919857" cy="1184682"/>
          </a:xfrm>
          <a:prstGeom prst="rect">
            <a:avLst/>
          </a:prstGeom>
        </p:spPr>
      </p:pic>
      <p:grpSp>
        <p:nvGrpSpPr>
          <p:cNvPr id="4" name="Group 3">
            <a:extLst>
              <a:ext uri="{FF2B5EF4-FFF2-40B4-BE49-F238E27FC236}">
                <a16:creationId xmlns:a16="http://schemas.microsoft.com/office/drawing/2014/main" id="{33D698A9-839C-FEF5-73A1-CDD184341F98}"/>
              </a:ext>
            </a:extLst>
          </p:cNvPr>
          <p:cNvGrpSpPr/>
          <p:nvPr userDrawn="1"/>
        </p:nvGrpSpPr>
        <p:grpSpPr>
          <a:xfrm>
            <a:off x="2425148" y="201033"/>
            <a:ext cx="7141731" cy="946077"/>
            <a:chOff x="2276474" y="99057"/>
            <a:chExt cx="6391089" cy="669292"/>
          </a:xfrm>
        </p:grpSpPr>
        <p:sp>
          <p:nvSpPr>
            <p:cNvPr id="5" name="TextBox 4">
              <a:extLst>
                <a:ext uri="{FF2B5EF4-FFF2-40B4-BE49-F238E27FC236}">
                  <a16:creationId xmlns:a16="http://schemas.microsoft.com/office/drawing/2014/main" id="{E8969E7E-4D8D-2521-E18E-2B53FAA2E84A}"/>
                </a:ext>
              </a:extLst>
            </p:cNvPr>
            <p:cNvSpPr txBox="1"/>
            <p:nvPr userDrawn="1"/>
          </p:nvSpPr>
          <p:spPr>
            <a:xfrm>
              <a:off x="2276474" y="99057"/>
              <a:ext cx="6391089" cy="387662"/>
            </a:xfrm>
            <a:prstGeom prst="rect">
              <a:avLst/>
            </a:prstGeom>
            <a:noFill/>
          </p:spPr>
          <p:txBody>
            <a:bodyPr wrap="square">
              <a:prstTxWarp prst="textPlain">
                <a:avLst/>
              </a:prstTxWarp>
              <a:spAutoFit/>
            </a:bodyPr>
            <a:lstStyle/>
            <a:p>
              <a:pPr algn="ctr"/>
              <a:r>
                <a:rPr lang="en-US">
                  <a:solidFill>
                    <a:schemeClr val="tx1">
                      <a:lumMod val="85000"/>
                      <a:lumOff val="15000"/>
                    </a:schemeClr>
                  </a:solidFill>
                  <a:latin typeface="Dosis ExtraBold" pitchFamily="2" charset="0"/>
                  <a:cs typeface="Lato Black" panose="020F0A02020204030203" pitchFamily="34" charset="0"/>
                </a:rPr>
                <a:t>Electric Vehicle Supply Equipment Laboratory</a:t>
              </a:r>
            </a:p>
          </p:txBody>
        </p:sp>
        <p:sp>
          <p:nvSpPr>
            <p:cNvPr id="6" name="TextBox 5">
              <a:extLst>
                <a:ext uri="{FF2B5EF4-FFF2-40B4-BE49-F238E27FC236}">
                  <a16:creationId xmlns:a16="http://schemas.microsoft.com/office/drawing/2014/main" id="{E6EC54A9-7E48-5CD8-B7B5-46412D6E4831}"/>
                </a:ext>
              </a:extLst>
            </p:cNvPr>
            <p:cNvSpPr txBox="1"/>
            <p:nvPr userDrawn="1"/>
          </p:nvSpPr>
          <p:spPr>
            <a:xfrm>
              <a:off x="2276474" y="563153"/>
              <a:ext cx="6391089" cy="205195"/>
            </a:xfrm>
            <a:prstGeom prst="rect">
              <a:avLst/>
            </a:prstGeom>
            <a:noFill/>
          </p:spPr>
          <p:txBody>
            <a:bodyPr wrap="square">
              <a:prstTxWarp prst="textPlain">
                <a:avLst/>
              </a:prstTxWarp>
              <a:spAutoFit/>
            </a:bodyPr>
            <a:lstStyle/>
            <a:p>
              <a:pPr algn="ctr"/>
              <a:r>
                <a:rPr lang="en-US" sz="1400">
                  <a:solidFill>
                    <a:schemeClr val="tx1">
                      <a:lumMod val="85000"/>
                      <a:lumOff val="15000"/>
                    </a:schemeClr>
                  </a:solidFill>
                  <a:latin typeface="Dosis" pitchFamily="2" charset="0"/>
                  <a:cs typeface="Lato" panose="020F0502020204030203" pitchFamily="34" charset="0"/>
                </a:rPr>
                <a:t>C1B, </a:t>
              </a:r>
              <a:r>
                <a:rPr lang="en-US" sz="1400" err="1">
                  <a:solidFill>
                    <a:schemeClr val="tx1">
                      <a:lumMod val="85000"/>
                      <a:lumOff val="15000"/>
                    </a:schemeClr>
                  </a:solidFill>
                  <a:latin typeface="Dosis" pitchFamily="2" charset="0"/>
                  <a:cs typeface="Lato" panose="020F0502020204030203" pitchFamily="34" charset="0"/>
                </a:rPr>
                <a:t>Đại</a:t>
              </a:r>
              <a:r>
                <a:rPr lang="en-US" sz="1400">
                  <a:solidFill>
                    <a:schemeClr val="tx1">
                      <a:lumMod val="85000"/>
                      <a:lumOff val="15000"/>
                    </a:schemeClr>
                  </a:solidFill>
                  <a:latin typeface="Dosis" pitchFamily="2" charset="0"/>
                  <a:cs typeface="Lato" panose="020F0502020204030203" pitchFamily="34" charset="0"/>
                </a:rPr>
                <a:t> </a:t>
              </a:r>
              <a:r>
                <a:rPr lang="en-US" sz="1400" err="1">
                  <a:solidFill>
                    <a:schemeClr val="tx1">
                      <a:lumMod val="85000"/>
                      <a:lumOff val="15000"/>
                    </a:schemeClr>
                  </a:solidFill>
                  <a:latin typeface="Dosis" pitchFamily="2" charset="0"/>
                  <a:cs typeface="Lato" panose="020F0502020204030203" pitchFamily="34" charset="0"/>
                </a:rPr>
                <a:t>học</a:t>
              </a:r>
              <a:r>
                <a:rPr lang="en-US" sz="1400">
                  <a:solidFill>
                    <a:schemeClr val="tx1">
                      <a:lumMod val="85000"/>
                      <a:lumOff val="15000"/>
                    </a:schemeClr>
                  </a:solidFill>
                  <a:latin typeface="Dosis" pitchFamily="2" charset="0"/>
                  <a:cs typeface="Lato" panose="020F0502020204030203" pitchFamily="34" charset="0"/>
                </a:rPr>
                <a:t> </a:t>
              </a:r>
              <a:r>
                <a:rPr lang="en-US" sz="1400" err="1">
                  <a:solidFill>
                    <a:schemeClr val="tx1">
                      <a:lumMod val="85000"/>
                      <a:lumOff val="15000"/>
                    </a:schemeClr>
                  </a:solidFill>
                  <a:latin typeface="Dosis" pitchFamily="2" charset="0"/>
                  <a:cs typeface="Lato" panose="020F0502020204030203" pitchFamily="34" charset="0"/>
                </a:rPr>
                <a:t>Bách</a:t>
              </a:r>
              <a:r>
                <a:rPr lang="en-US" sz="1400">
                  <a:solidFill>
                    <a:schemeClr val="tx1">
                      <a:lumMod val="85000"/>
                      <a:lumOff val="15000"/>
                    </a:schemeClr>
                  </a:solidFill>
                  <a:latin typeface="Dosis" pitchFamily="2" charset="0"/>
                  <a:cs typeface="Lato" panose="020F0502020204030203" pitchFamily="34" charset="0"/>
                </a:rPr>
                <a:t> Khoa Hà </a:t>
              </a:r>
              <a:r>
                <a:rPr lang="en-US" sz="1400" err="1">
                  <a:solidFill>
                    <a:schemeClr val="tx1">
                      <a:lumMod val="85000"/>
                      <a:lumOff val="15000"/>
                    </a:schemeClr>
                  </a:solidFill>
                  <a:latin typeface="Dosis" pitchFamily="2" charset="0"/>
                  <a:cs typeface="Lato" panose="020F0502020204030203" pitchFamily="34" charset="0"/>
                </a:rPr>
                <a:t>Nội</a:t>
              </a:r>
              <a:r>
                <a:rPr lang="en-US" sz="1400">
                  <a:solidFill>
                    <a:schemeClr val="tx1">
                      <a:lumMod val="85000"/>
                      <a:lumOff val="15000"/>
                    </a:schemeClr>
                  </a:solidFill>
                  <a:latin typeface="Dosis" pitchFamily="2" charset="0"/>
                  <a:cs typeface="Lato" panose="020F0502020204030203" pitchFamily="34" charset="0"/>
                </a:rPr>
                <a:t> – </a:t>
              </a:r>
              <a:r>
                <a:rPr lang="en-US" sz="1400" err="1">
                  <a:solidFill>
                    <a:schemeClr val="tx1">
                      <a:lumMod val="85000"/>
                      <a:lumOff val="15000"/>
                    </a:schemeClr>
                  </a:solidFill>
                  <a:latin typeface="Dosis" pitchFamily="2" charset="0"/>
                  <a:cs typeface="Lato" panose="020F0502020204030203" pitchFamily="34" charset="0"/>
                </a:rPr>
                <a:t>tel</a:t>
              </a:r>
              <a:r>
                <a:rPr lang="en-US" sz="1400">
                  <a:solidFill>
                    <a:schemeClr val="tx1">
                      <a:lumMod val="85000"/>
                      <a:lumOff val="15000"/>
                    </a:schemeClr>
                  </a:solidFill>
                  <a:latin typeface="Dosis" pitchFamily="2" charset="0"/>
                  <a:cs typeface="Lato" panose="020F0502020204030203" pitchFamily="34" charset="0"/>
                </a:rPr>
                <a:t>: 0963441242</a:t>
              </a:r>
            </a:p>
          </p:txBody>
        </p:sp>
      </p:grpSp>
    </p:spTree>
    <p:extLst>
      <p:ext uri="{BB962C8B-B14F-4D97-AF65-F5344CB8AC3E}">
        <p14:creationId xmlns:p14="http://schemas.microsoft.com/office/powerpoint/2010/main" val="37237298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Dosis" pitchFamily="2" charset="0"/>
                <a:ea typeface="Asana" panose="02000603000000000000" pitchFamily="2" charset="0"/>
              </a:defRPr>
            </a:lvl1pPr>
          </a:lstStyle>
          <a:p>
            <a:r>
              <a:rPr lang="en-US"/>
              <a:t>Click to edit Master title style</a:t>
            </a:r>
            <a:endParaRPr lang="en-GB"/>
          </a:p>
        </p:txBody>
      </p:sp>
      <p:sp>
        <p:nvSpPr>
          <p:cNvPr id="3" name="Content Placeholder 2"/>
          <p:cNvSpPr>
            <a:spLocks noGrp="1"/>
          </p:cNvSpPr>
          <p:nvPr>
            <p:ph sz="half" idx="1"/>
          </p:nvPr>
        </p:nvSpPr>
        <p:spPr>
          <a:xfrm>
            <a:off x="681037" y="1825625"/>
            <a:ext cx="4189413" cy="4351338"/>
          </a:xfrm>
        </p:spPr>
        <p:txBody>
          <a:bodyPr/>
          <a:lstStyle>
            <a:lvl1pPr>
              <a:defRPr>
                <a:latin typeface="Dosis" pitchFamily="2" charset="0"/>
                <a:ea typeface="Asana" panose="02000603000000000000" pitchFamily="2" charset="0"/>
              </a:defRPr>
            </a:lvl1pPr>
            <a:lvl2pPr>
              <a:defRPr>
                <a:latin typeface="Dosis" pitchFamily="2" charset="0"/>
                <a:ea typeface="Asana" panose="02000603000000000000" pitchFamily="2" charset="0"/>
              </a:defRPr>
            </a:lvl2pPr>
            <a:lvl3pPr>
              <a:defRPr>
                <a:latin typeface="Dosis" pitchFamily="2" charset="0"/>
                <a:ea typeface="Asana" panose="02000603000000000000" pitchFamily="2" charset="0"/>
              </a:defRPr>
            </a:lvl3pPr>
            <a:lvl4pPr>
              <a:defRPr>
                <a:latin typeface="Dosis" pitchFamily="2" charset="0"/>
                <a:ea typeface="Asana" panose="02000603000000000000" pitchFamily="2" charset="0"/>
              </a:defRPr>
            </a:lvl4pPr>
            <a:lvl5pPr>
              <a:defRPr>
                <a:latin typeface="Dosis" pitchFamily="2" charset="0"/>
                <a:ea typeface="Asana" panose="02000603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5035550" y="1825625"/>
            <a:ext cx="4189413" cy="4351338"/>
          </a:xfrm>
        </p:spPr>
        <p:txBody>
          <a:bodyPr/>
          <a:lstStyle>
            <a:lvl1pPr>
              <a:defRPr>
                <a:latin typeface="Dosis" pitchFamily="2" charset="0"/>
                <a:ea typeface="Asana" panose="02000603000000000000" pitchFamily="2" charset="0"/>
              </a:defRPr>
            </a:lvl1pPr>
            <a:lvl2pPr>
              <a:defRPr>
                <a:latin typeface="Dosis" pitchFamily="2" charset="0"/>
                <a:ea typeface="Asana" panose="02000603000000000000" pitchFamily="2" charset="0"/>
              </a:defRPr>
            </a:lvl2pPr>
            <a:lvl3pPr>
              <a:defRPr>
                <a:latin typeface="Dosis" pitchFamily="2" charset="0"/>
                <a:ea typeface="Asana" panose="02000603000000000000" pitchFamily="2" charset="0"/>
              </a:defRPr>
            </a:lvl3pPr>
            <a:lvl4pPr>
              <a:defRPr>
                <a:latin typeface="Dosis" pitchFamily="2" charset="0"/>
                <a:ea typeface="Asana" panose="02000603000000000000" pitchFamily="2" charset="0"/>
              </a:defRPr>
            </a:lvl4pPr>
            <a:lvl5pPr>
              <a:defRPr>
                <a:latin typeface="Dosis" pitchFamily="2" charset="0"/>
                <a:ea typeface="Asana" panose="02000603000000000000"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lvl1pPr>
              <a:defRPr>
                <a:latin typeface="Dosis" pitchFamily="2" charset="0"/>
                <a:ea typeface="Asana" panose="02000603000000000000" pitchFamily="2" charset="0"/>
              </a:defRPr>
            </a:lvl1pPr>
          </a:lstStyle>
          <a:p>
            <a:fld id="{8486AEFA-A6B3-4308-BB6F-8F14B94AB78D}" type="datetime1">
              <a:rPr lang="en-US" smtClean="0"/>
              <a:t>3/22/2025</a:t>
            </a:fld>
            <a:endParaRPr lang="en-US"/>
          </a:p>
        </p:txBody>
      </p:sp>
      <p:sp>
        <p:nvSpPr>
          <p:cNvPr id="6" name="Footer Placeholder 5"/>
          <p:cNvSpPr>
            <a:spLocks noGrp="1"/>
          </p:cNvSpPr>
          <p:nvPr>
            <p:ph type="ftr" sz="quarter" idx="11"/>
          </p:nvPr>
        </p:nvSpPr>
        <p:spPr/>
        <p:txBody>
          <a:bodyPr/>
          <a:lstStyle>
            <a:lvl1pPr>
              <a:defRPr>
                <a:latin typeface="Dosis" pitchFamily="2" charset="0"/>
                <a:ea typeface="Asana" panose="02000603000000000000" pitchFamily="2" charset="0"/>
              </a:defRPr>
            </a:lvl1pPr>
          </a:lstStyle>
          <a:p>
            <a:r>
              <a:rPr lang="en-US"/>
              <a:t>EVSELab brief introduction</a:t>
            </a:r>
          </a:p>
        </p:txBody>
      </p:sp>
      <p:sp>
        <p:nvSpPr>
          <p:cNvPr id="7" name="Slide Number Placeholder 6"/>
          <p:cNvSpPr>
            <a:spLocks noGrp="1"/>
          </p:cNvSpPr>
          <p:nvPr>
            <p:ph type="sldNum" sz="quarter" idx="12"/>
          </p:nvPr>
        </p:nvSpPr>
        <p:spPr/>
        <p:txBody>
          <a:bodyPr/>
          <a:lstStyle>
            <a:lvl1pPr>
              <a:defRPr>
                <a:latin typeface="Dosis" pitchFamily="2" charset="0"/>
                <a:ea typeface="Asana" panose="02000603000000000000" pitchFamily="2" charset="0"/>
              </a:defRPr>
            </a:lvl1pPr>
          </a:lstStyle>
          <a:p>
            <a:fld id="{6FC7B32C-BCDB-467B-AAD1-D0D29C12FD8E}" type="slidenum">
              <a:rPr lang="en-US" smtClean="0"/>
              <a:pPr/>
              <a:t>‹#›</a:t>
            </a:fld>
            <a:endParaRPr lang="en-US"/>
          </a:p>
        </p:txBody>
      </p:sp>
    </p:spTree>
    <p:extLst>
      <p:ext uri="{BB962C8B-B14F-4D97-AF65-F5344CB8AC3E}">
        <p14:creationId xmlns:p14="http://schemas.microsoft.com/office/powerpoint/2010/main" val="2962300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758" y="365128"/>
            <a:ext cx="8543925"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82759" y="1681163"/>
            <a:ext cx="419113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759" y="2505075"/>
            <a:ext cx="419113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5014913" y="1681163"/>
            <a:ext cx="421177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77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0000D2C7-3A3E-4B56-A242-025A9BBF22A6}" type="datetime1">
              <a:rPr lang="en-US" smtClean="0"/>
              <a:t>3/22/2025</a:t>
            </a:fld>
            <a:endParaRPr lang="en-US"/>
          </a:p>
        </p:txBody>
      </p:sp>
      <p:sp>
        <p:nvSpPr>
          <p:cNvPr id="8" name="Footer Placeholder 7"/>
          <p:cNvSpPr>
            <a:spLocks noGrp="1"/>
          </p:cNvSpPr>
          <p:nvPr>
            <p:ph type="ftr" sz="quarter" idx="11"/>
          </p:nvPr>
        </p:nvSpPr>
        <p:spPr/>
        <p:txBody>
          <a:bodyPr/>
          <a:lstStyle/>
          <a:p>
            <a:r>
              <a:rPr lang="en-US"/>
              <a:t>EVSELab brief introduction</a:t>
            </a:r>
          </a:p>
        </p:txBody>
      </p:sp>
      <p:sp>
        <p:nvSpPr>
          <p:cNvPr id="9" name="Slide Number Placeholder 8"/>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414121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6894AC71-9848-405B-9B91-B93C22A55D1B}" type="datetime1">
              <a:rPr lang="en-US" smtClean="0"/>
              <a:t>3/22/2025</a:t>
            </a:fld>
            <a:endParaRPr lang="en-US"/>
          </a:p>
        </p:txBody>
      </p:sp>
      <p:sp>
        <p:nvSpPr>
          <p:cNvPr id="4" name="Footer Placeholder 3"/>
          <p:cNvSpPr>
            <a:spLocks noGrp="1"/>
          </p:cNvSpPr>
          <p:nvPr>
            <p:ph type="ftr" sz="quarter" idx="11"/>
          </p:nvPr>
        </p:nvSpPr>
        <p:spPr/>
        <p:txBody>
          <a:bodyPr/>
          <a:lstStyle/>
          <a:p>
            <a:r>
              <a:rPr lang="en-US"/>
              <a:t>EVSELab brief introduction</a:t>
            </a:r>
          </a:p>
        </p:txBody>
      </p:sp>
      <p:sp>
        <p:nvSpPr>
          <p:cNvPr id="5" name="Slide Number Placeholder 4"/>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1084241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418E4F-76C1-4D35-A79B-A1015E85895A}" type="datetime1">
              <a:rPr lang="en-US" smtClean="0"/>
              <a:t>3/22/2025</a:t>
            </a:fld>
            <a:endParaRPr lang="en-US"/>
          </a:p>
        </p:txBody>
      </p:sp>
      <p:sp>
        <p:nvSpPr>
          <p:cNvPr id="3" name="Footer Placeholder 2"/>
          <p:cNvSpPr>
            <a:spLocks noGrp="1"/>
          </p:cNvSpPr>
          <p:nvPr>
            <p:ph type="ftr" sz="quarter" idx="11"/>
          </p:nvPr>
        </p:nvSpPr>
        <p:spPr/>
        <p:txBody>
          <a:bodyPr/>
          <a:lstStyle/>
          <a:p>
            <a:r>
              <a:rPr lang="en-US"/>
              <a:t>EVSELab brief introduction</a:t>
            </a:r>
          </a:p>
        </p:txBody>
      </p:sp>
      <p:sp>
        <p:nvSpPr>
          <p:cNvPr id="4" name="Slide Number Placeholder 3"/>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3830480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759" y="457200"/>
            <a:ext cx="3195373"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4211770" y="987428"/>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82759" y="2057400"/>
            <a:ext cx="319537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69EAA2D-9D1F-4CB2-9106-8A6C2678C1D1}" type="datetime1">
              <a:rPr lang="en-US" smtClean="0"/>
              <a:t>3/22/2025</a:t>
            </a:fld>
            <a:endParaRPr lang="en-US"/>
          </a:p>
        </p:txBody>
      </p:sp>
      <p:sp>
        <p:nvSpPr>
          <p:cNvPr id="6" name="Footer Placeholder 5"/>
          <p:cNvSpPr>
            <a:spLocks noGrp="1"/>
          </p:cNvSpPr>
          <p:nvPr>
            <p:ph type="ftr" sz="quarter" idx="11"/>
          </p:nvPr>
        </p:nvSpPr>
        <p:spPr/>
        <p:txBody>
          <a:bodyPr/>
          <a:lstStyle/>
          <a:p>
            <a:r>
              <a:rPr lang="en-US"/>
              <a:t>EVSELab brief introduction</a:t>
            </a:r>
          </a:p>
        </p:txBody>
      </p:sp>
      <p:sp>
        <p:nvSpPr>
          <p:cNvPr id="7" name="Slide Number Placeholder 6"/>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1945084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759" y="457200"/>
            <a:ext cx="3195373"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4211770" y="987428"/>
            <a:ext cx="501491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p:cNvSpPr>
            <a:spLocks noGrp="1"/>
          </p:cNvSpPr>
          <p:nvPr>
            <p:ph type="body" sz="half" idx="2"/>
          </p:nvPr>
        </p:nvSpPr>
        <p:spPr>
          <a:xfrm>
            <a:off x="682759" y="2057400"/>
            <a:ext cx="319537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BB6C926-791A-477A-B2A2-9226E1CB11C1}" type="datetime1">
              <a:rPr lang="en-US" smtClean="0"/>
              <a:t>3/22/2025</a:t>
            </a:fld>
            <a:endParaRPr lang="en-US"/>
          </a:p>
        </p:txBody>
      </p:sp>
      <p:sp>
        <p:nvSpPr>
          <p:cNvPr id="6" name="Footer Placeholder 5"/>
          <p:cNvSpPr>
            <a:spLocks noGrp="1"/>
          </p:cNvSpPr>
          <p:nvPr>
            <p:ph type="ftr" sz="quarter" idx="11"/>
          </p:nvPr>
        </p:nvSpPr>
        <p:spPr/>
        <p:txBody>
          <a:bodyPr/>
          <a:lstStyle/>
          <a:p>
            <a:r>
              <a:rPr lang="en-US"/>
              <a:t>EVSELab brief introduction</a:t>
            </a:r>
          </a:p>
        </p:txBody>
      </p:sp>
      <p:sp>
        <p:nvSpPr>
          <p:cNvPr id="7" name="Slide Number Placeholder 6"/>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3197047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A8DEDCC-E10C-4C4B-B8FB-8C75F28E78C3}" type="datetime1">
              <a:rPr lang="en-US" smtClean="0"/>
              <a:t>3/22/2025</a:t>
            </a:fld>
            <a:endParaRPr lang="en-US"/>
          </a:p>
        </p:txBody>
      </p:sp>
      <p:sp>
        <p:nvSpPr>
          <p:cNvPr id="5" name="Footer Placeholder 4"/>
          <p:cNvSpPr>
            <a:spLocks noGrp="1"/>
          </p:cNvSpPr>
          <p:nvPr>
            <p:ph type="ftr" sz="quarter" idx="11"/>
          </p:nvPr>
        </p:nvSpPr>
        <p:spPr/>
        <p:txBody>
          <a:bodyPr/>
          <a:lstStyle/>
          <a:p>
            <a:r>
              <a:rPr lang="en-US"/>
              <a:t>EVSELab brief introduction</a:t>
            </a:r>
          </a:p>
        </p:txBody>
      </p:sp>
      <p:sp>
        <p:nvSpPr>
          <p:cNvPr id="6" name="Slide Number Placeholder 5"/>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26003848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3" y="365125"/>
            <a:ext cx="2135981"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1039" y="365125"/>
            <a:ext cx="6242844"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497940C4-A1F9-4C45-8027-9FEC331E6005}" type="datetime1">
              <a:rPr lang="en-US" smtClean="0"/>
              <a:t>3/22/2025</a:t>
            </a:fld>
            <a:endParaRPr lang="en-US"/>
          </a:p>
        </p:txBody>
      </p:sp>
      <p:sp>
        <p:nvSpPr>
          <p:cNvPr id="5" name="Footer Placeholder 4"/>
          <p:cNvSpPr>
            <a:spLocks noGrp="1"/>
          </p:cNvSpPr>
          <p:nvPr>
            <p:ph type="ftr" sz="quarter" idx="11"/>
          </p:nvPr>
        </p:nvSpPr>
        <p:spPr/>
        <p:txBody>
          <a:bodyPr/>
          <a:lstStyle/>
          <a:p>
            <a:r>
              <a:rPr lang="en-US"/>
              <a:t>EVSELab brief introduction</a:t>
            </a:r>
          </a:p>
        </p:txBody>
      </p:sp>
      <p:sp>
        <p:nvSpPr>
          <p:cNvPr id="6" name="Slide Number Placeholder 5"/>
          <p:cNvSpPr>
            <a:spLocks noGrp="1"/>
          </p:cNvSpPr>
          <p:nvPr>
            <p:ph type="sldNum" sz="quarter" idx="12"/>
          </p:nvPr>
        </p:nvSpPr>
        <p:spPr/>
        <p:txBody>
          <a:bodyPr/>
          <a:lstStyle/>
          <a:p>
            <a:fld id="{6FC7B32C-BCDB-467B-AAD1-D0D29C12FD8E}" type="slidenum">
              <a:rPr lang="en-US" smtClean="0"/>
              <a:t>‹#›</a:t>
            </a:fld>
            <a:endParaRPr lang="en-US"/>
          </a:p>
        </p:txBody>
      </p:sp>
    </p:spTree>
    <p:extLst>
      <p:ext uri="{BB962C8B-B14F-4D97-AF65-F5344CB8AC3E}">
        <p14:creationId xmlns:p14="http://schemas.microsoft.com/office/powerpoint/2010/main" val="1090043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8"/>
            <a:ext cx="8543925"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81038" y="6356353"/>
            <a:ext cx="2228850" cy="365125"/>
          </a:xfrm>
          <a:prstGeom prst="rect">
            <a:avLst/>
          </a:prstGeom>
        </p:spPr>
        <p:txBody>
          <a:bodyPr vert="horz" lIns="91440" tIns="45720" rIns="91440" bIns="45720" rtlCol="0" anchor="ctr"/>
          <a:lstStyle>
            <a:lvl1pPr algn="l">
              <a:defRPr sz="1200">
                <a:solidFill>
                  <a:schemeClr val="tx1">
                    <a:tint val="75000"/>
                  </a:schemeClr>
                </a:solidFill>
                <a:latin typeface="Asana" panose="02000603000000000000"/>
              </a:defRPr>
            </a:lvl1pPr>
          </a:lstStyle>
          <a:p>
            <a:fld id="{6B1036F8-06E0-4557-8645-2D4F4EB94467}" type="datetime1">
              <a:rPr lang="en-US" smtClean="0"/>
              <a:t>3/22/2025</a:t>
            </a:fld>
            <a:endParaRPr lang="en-US"/>
          </a:p>
        </p:txBody>
      </p:sp>
      <p:sp>
        <p:nvSpPr>
          <p:cNvPr id="5" name="Footer Placeholder 4"/>
          <p:cNvSpPr>
            <a:spLocks noGrp="1"/>
          </p:cNvSpPr>
          <p:nvPr>
            <p:ph type="ftr" sz="quarter" idx="3"/>
          </p:nvPr>
        </p:nvSpPr>
        <p:spPr>
          <a:xfrm>
            <a:off x="3281363" y="6356353"/>
            <a:ext cx="3343275" cy="365125"/>
          </a:xfrm>
          <a:prstGeom prst="rect">
            <a:avLst/>
          </a:prstGeom>
        </p:spPr>
        <p:txBody>
          <a:bodyPr vert="horz" lIns="91440" tIns="45720" rIns="91440" bIns="45720" rtlCol="0" anchor="ctr"/>
          <a:lstStyle>
            <a:lvl1pPr algn="ctr">
              <a:defRPr sz="1200">
                <a:solidFill>
                  <a:schemeClr val="tx1">
                    <a:tint val="75000"/>
                  </a:schemeClr>
                </a:solidFill>
                <a:latin typeface="Asana" panose="02000603000000000000"/>
              </a:defRPr>
            </a:lvl1pPr>
          </a:lstStyle>
          <a:p>
            <a:r>
              <a:rPr lang="en-US"/>
              <a:t>EVSELab brief introduction</a:t>
            </a:r>
          </a:p>
        </p:txBody>
      </p:sp>
      <p:sp>
        <p:nvSpPr>
          <p:cNvPr id="6" name="Slide Number Placeholder 5"/>
          <p:cNvSpPr>
            <a:spLocks noGrp="1"/>
          </p:cNvSpPr>
          <p:nvPr>
            <p:ph type="sldNum" sz="quarter" idx="4"/>
          </p:nvPr>
        </p:nvSpPr>
        <p:spPr>
          <a:xfrm>
            <a:off x="6996113" y="6356353"/>
            <a:ext cx="2228850" cy="365125"/>
          </a:xfrm>
          <a:prstGeom prst="rect">
            <a:avLst/>
          </a:prstGeom>
        </p:spPr>
        <p:txBody>
          <a:bodyPr vert="horz" lIns="91440" tIns="45720" rIns="91440" bIns="45720" rtlCol="0" anchor="ctr"/>
          <a:lstStyle>
            <a:lvl1pPr algn="r">
              <a:defRPr sz="1200">
                <a:solidFill>
                  <a:schemeClr val="tx1">
                    <a:tint val="75000"/>
                  </a:schemeClr>
                </a:solidFill>
                <a:latin typeface="Asana" panose="02000603000000000000"/>
              </a:defRPr>
            </a:lvl1pPr>
          </a:lstStyle>
          <a:p>
            <a:fld id="{6FC7B32C-BCDB-467B-AAD1-D0D29C12FD8E}" type="slidenum">
              <a:rPr lang="en-US" smtClean="0"/>
              <a:t>‹#›</a:t>
            </a:fld>
            <a:endParaRPr lang="en-US"/>
          </a:p>
        </p:txBody>
      </p:sp>
    </p:spTree>
    <p:extLst>
      <p:ext uri="{BB962C8B-B14F-4D97-AF65-F5344CB8AC3E}">
        <p14:creationId xmlns:p14="http://schemas.microsoft.com/office/powerpoint/2010/main" val="20047989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914400" rtl="0" eaLnBrk="1" latinLnBrk="0" hangingPunct="1">
        <a:lnSpc>
          <a:spcPct val="90000"/>
        </a:lnSpc>
        <a:spcBef>
          <a:spcPct val="0"/>
        </a:spcBef>
        <a:buNone/>
        <a:defRPr sz="4400" kern="1200">
          <a:solidFill>
            <a:schemeClr val="tx1"/>
          </a:solidFill>
          <a:latin typeface="Asana" panose="0200060300000000000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sana" panose="0200060300000000000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sana" panose="0200060300000000000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sana" panose="0200060300000000000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ana" panose="0200060300000000000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sana" panose="0200060300000000000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12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customXml" Target="../ink/ink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0.png"/><Relationship Id="rId7" Type="http://schemas.openxmlformats.org/officeDocument/2006/relationships/customXml" Target="../ink/ink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customXml" Target="../ink/ink3.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54FAB818-6B30-A7C5-7D4E-1D98E2B32425}"/>
              </a:ext>
            </a:extLst>
          </p:cNvPr>
          <p:cNvSpPr>
            <a:spLocks noGrp="1"/>
          </p:cNvSpPr>
          <p:nvPr>
            <p:ph type="ctrTitle"/>
          </p:nvPr>
        </p:nvSpPr>
        <p:spPr>
          <a:xfrm>
            <a:off x="409575" y="2401221"/>
            <a:ext cx="9496425" cy="2930366"/>
          </a:xfrm>
        </p:spPr>
        <p:txBody>
          <a:bodyPr>
            <a:normAutofit fontScale="90000"/>
          </a:bodyPr>
          <a:lstStyle/>
          <a:p>
            <a:r>
              <a:rPr lang="en-US" dirty="0" err="1">
                <a:solidFill>
                  <a:srgbClr val="262626"/>
                </a:solidFill>
                <a:latin typeface="+mj-lt"/>
                <a:cs typeface="Lato Black"/>
              </a:rPr>
              <a:t>Tổng</a:t>
            </a:r>
            <a:r>
              <a:rPr lang="en-US" dirty="0">
                <a:solidFill>
                  <a:srgbClr val="262626"/>
                </a:solidFill>
                <a:latin typeface="+mj-lt"/>
                <a:cs typeface="Lato Black"/>
              </a:rPr>
              <a:t> </a:t>
            </a:r>
            <a:r>
              <a:rPr lang="en-US" dirty="0" err="1">
                <a:solidFill>
                  <a:srgbClr val="262626"/>
                </a:solidFill>
                <a:latin typeface="+mj-lt"/>
                <a:cs typeface="Lato Black"/>
              </a:rPr>
              <a:t>quan</a:t>
            </a:r>
            <a:r>
              <a:rPr lang="en-US" dirty="0">
                <a:solidFill>
                  <a:srgbClr val="262626"/>
                </a:solidFill>
                <a:latin typeface="+mj-lt"/>
                <a:cs typeface="Lato Black"/>
              </a:rPr>
              <a:t> </a:t>
            </a:r>
            <a:r>
              <a:rPr lang="en-US" dirty="0" err="1">
                <a:solidFill>
                  <a:srgbClr val="262626"/>
                </a:solidFill>
                <a:latin typeface="+mj-lt"/>
                <a:cs typeface="Lato Black"/>
              </a:rPr>
              <a:t>các</a:t>
            </a:r>
            <a:r>
              <a:rPr lang="en-US" dirty="0">
                <a:solidFill>
                  <a:srgbClr val="262626"/>
                </a:solidFill>
                <a:latin typeface="+mj-lt"/>
                <a:cs typeface="Lato Black"/>
              </a:rPr>
              <a:t> </a:t>
            </a:r>
            <a:r>
              <a:rPr lang="en-US" dirty="0" err="1">
                <a:solidFill>
                  <a:srgbClr val="262626"/>
                </a:solidFill>
                <a:latin typeface="+mj-lt"/>
                <a:cs typeface="Lato Black"/>
              </a:rPr>
              <a:t>mô</a:t>
            </a:r>
            <a:r>
              <a:rPr lang="en-US" dirty="0">
                <a:solidFill>
                  <a:srgbClr val="262626"/>
                </a:solidFill>
                <a:latin typeface="+mj-lt"/>
                <a:cs typeface="Lato Black"/>
              </a:rPr>
              <a:t> </a:t>
            </a:r>
            <a:r>
              <a:rPr lang="en-US" dirty="0" err="1">
                <a:solidFill>
                  <a:srgbClr val="262626"/>
                </a:solidFill>
                <a:latin typeface="+mj-lt"/>
                <a:cs typeface="Lato Black"/>
              </a:rPr>
              <a:t>hình</a:t>
            </a:r>
            <a:r>
              <a:rPr lang="en-US" dirty="0">
                <a:solidFill>
                  <a:srgbClr val="262626"/>
                </a:solidFill>
                <a:latin typeface="+mj-lt"/>
                <a:cs typeface="Lato Black"/>
              </a:rPr>
              <a:t> </a:t>
            </a:r>
            <a:r>
              <a:rPr lang="en-US" dirty="0" err="1">
                <a:solidFill>
                  <a:srgbClr val="262626"/>
                </a:solidFill>
                <a:latin typeface="+mj-lt"/>
                <a:cs typeface="Lato Black"/>
              </a:rPr>
              <a:t>mạch</a:t>
            </a:r>
            <a:r>
              <a:rPr lang="en-US" dirty="0">
                <a:solidFill>
                  <a:srgbClr val="262626"/>
                </a:solidFill>
                <a:latin typeface="+mj-lt"/>
                <a:cs typeface="Lato Black"/>
              </a:rPr>
              <a:t> </a:t>
            </a:r>
            <a:r>
              <a:rPr lang="en-US" dirty="0" err="1">
                <a:solidFill>
                  <a:srgbClr val="262626"/>
                </a:solidFill>
                <a:latin typeface="+mj-lt"/>
                <a:cs typeface="Lato Black"/>
              </a:rPr>
              <a:t>tương</a:t>
            </a:r>
            <a:r>
              <a:rPr lang="en-US" dirty="0">
                <a:solidFill>
                  <a:srgbClr val="262626"/>
                </a:solidFill>
                <a:latin typeface="+mj-lt"/>
                <a:cs typeface="Lato Black"/>
              </a:rPr>
              <a:t> </a:t>
            </a:r>
            <a:r>
              <a:rPr lang="en-US" dirty="0" err="1">
                <a:solidFill>
                  <a:srgbClr val="262626"/>
                </a:solidFill>
                <a:latin typeface="+mj-lt"/>
                <a:cs typeface="Lato Black"/>
              </a:rPr>
              <a:t>đương</a:t>
            </a:r>
            <a:r>
              <a:rPr lang="en-US" dirty="0">
                <a:solidFill>
                  <a:srgbClr val="262626"/>
                </a:solidFill>
                <a:latin typeface="+mj-lt"/>
                <a:cs typeface="Lato Black"/>
              </a:rPr>
              <a:t> </a:t>
            </a:r>
            <a:r>
              <a:rPr lang="en-US" dirty="0" err="1">
                <a:solidFill>
                  <a:srgbClr val="262626"/>
                </a:solidFill>
                <a:latin typeface="+mj-lt"/>
                <a:cs typeface="Lato Black"/>
              </a:rPr>
              <a:t>của</a:t>
            </a:r>
            <a:r>
              <a:rPr lang="en-US" dirty="0">
                <a:solidFill>
                  <a:srgbClr val="262626"/>
                </a:solidFill>
                <a:latin typeface="+mj-lt"/>
                <a:cs typeface="Lato Black"/>
              </a:rPr>
              <a:t> pin</a:t>
            </a:r>
            <a:br>
              <a:rPr lang="en-US" dirty="0">
                <a:latin typeface="+mj-lt"/>
              </a:rPr>
            </a:br>
            <a:br>
              <a:rPr lang="en-US" dirty="0"/>
            </a:br>
            <a:endParaRPr lang="en-US" sz="4800" dirty="0">
              <a:solidFill>
                <a:srgbClr val="262626"/>
              </a:solidFill>
            </a:endParaRPr>
          </a:p>
        </p:txBody>
      </p:sp>
      <p:sp>
        <p:nvSpPr>
          <p:cNvPr id="18" name="Subtitle 2">
            <a:extLst>
              <a:ext uri="{FF2B5EF4-FFF2-40B4-BE49-F238E27FC236}">
                <a16:creationId xmlns:a16="http://schemas.microsoft.com/office/drawing/2014/main" id="{265D6D1F-DA43-4175-DF4B-854E11B5EC0E}"/>
              </a:ext>
            </a:extLst>
          </p:cNvPr>
          <p:cNvSpPr>
            <a:spLocks noGrp="1"/>
          </p:cNvSpPr>
          <p:nvPr>
            <p:ph type="subTitle" idx="1"/>
          </p:nvPr>
        </p:nvSpPr>
        <p:spPr>
          <a:xfrm>
            <a:off x="495596" y="5160397"/>
            <a:ext cx="3378314" cy="1337406"/>
          </a:xfrm>
        </p:spPr>
        <p:txBody>
          <a:bodyPr>
            <a:normAutofit/>
          </a:bodyPr>
          <a:lstStyle/>
          <a:p>
            <a:pPr algn="l">
              <a:spcBef>
                <a:spcPts val="300"/>
              </a:spcBef>
            </a:pPr>
            <a:r>
              <a:rPr lang="en-US" sz="1800">
                <a:solidFill>
                  <a:srgbClr val="262626"/>
                </a:solidFill>
                <a:latin typeface="Dosis ExtraBold"/>
                <a:cs typeface="Lato"/>
              </a:rPr>
              <a:t>Cao Lam Tung, [Member]</a:t>
            </a:r>
          </a:p>
          <a:p>
            <a:pPr algn="l">
              <a:spcBef>
                <a:spcPts val="300"/>
              </a:spcBef>
            </a:pPr>
            <a:r>
              <a:rPr lang="en-US" sz="1400" err="1">
                <a:solidFill>
                  <a:srgbClr val="262626"/>
                </a:solidFill>
                <a:latin typeface="Dosis"/>
                <a:cs typeface="Lato"/>
              </a:rPr>
              <a:t>EVSELab</a:t>
            </a:r>
            <a:r>
              <a:rPr lang="en-US" sz="1400">
                <a:solidFill>
                  <a:srgbClr val="262626"/>
                </a:solidFill>
                <a:latin typeface="Dosis"/>
                <a:cs typeface="Lato"/>
              </a:rPr>
              <a:t> Co., Ltd., </a:t>
            </a:r>
            <a:endParaRPr lang="en-US" sz="1400">
              <a:solidFill>
                <a:srgbClr val="262626"/>
              </a:solidFill>
            </a:endParaRPr>
          </a:p>
          <a:p>
            <a:pPr algn="l">
              <a:spcBef>
                <a:spcPts val="300"/>
              </a:spcBef>
            </a:pPr>
            <a:r>
              <a:rPr lang="en-US" sz="1400">
                <a:solidFill>
                  <a:srgbClr val="262626"/>
                </a:solidFill>
                <a:latin typeface="Dosis"/>
                <a:cs typeface="Lato"/>
              </a:rPr>
              <a:t>410-C1B bldg., No. 01, Dai Co Viet Street, </a:t>
            </a:r>
            <a:endParaRPr lang="en-US" sz="1400">
              <a:solidFill>
                <a:srgbClr val="262626"/>
              </a:solidFill>
            </a:endParaRPr>
          </a:p>
          <a:p>
            <a:pPr algn="l">
              <a:spcBef>
                <a:spcPts val="300"/>
              </a:spcBef>
            </a:pPr>
            <a:r>
              <a:rPr lang="en-US" sz="1400">
                <a:solidFill>
                  <a:srgbClr val="262626"/>
                </a:solidFill>
                <a:latin typeface="Dosis"/>
                <a:cs typeface="Lato"/>
              </a:rPr>
              <a:t>Hai Ba Trung, Hanoi, Vietnam 100000</a:t>
            </a:r>
          </a:p>
          <a:p>
            <a:pPr algn="l">
              <a:spcBef>
                <a:spcPts val="300"/>
              </a:spcBef>
            </a:pPr>
            <a:r>
              <a:rPr lang="en-US" sz="1400">
                <a:solidFill>
                  <a:srgbClr val="262626"/>
                </a:solidFill>
                <a:latin typeface="Dosis"/>
                <a:cs typeface="Lato"/>
              </a:rPr>
              <a:t>Email: tung.cl222709@sis.hust.edu.vn</a:t>
            </a:r>
            <a:endParaRPr lang="en-US" sz="1400" u="sng">
              <a:solidFill>
                <a:srgbClr val="262626"/>
              </a:solidFill>
            </a:endParaRPr>
          </a:p>
        </p:txBody>
      </p:sp>
    </p:spTree>
    <p:extLst>
      <p:ext uri="{BB962C8B-B14F-4D97-AF65-F5344CB8AC3E}">
        <p14:creationId xmlns:p14="http://schemas.microsoft.com/office/powerpoint/2010/main" val="4250797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95A506-3843-4133-A061-4C59624F0C7D}"/>
              </a:ext>
            </a:extLst>
          </p:cNvPr>
          <p:cNvSpPr>
            <a:spLocks noGrp="1"/>
          </p:cNvSpPr>
          <p:nvPr>
            <p:ph idx="1"/>
          </p:nvPr>
        </p:nvSpPr>
        <p:spPr>
          <a:xfrm>
            <a:off x="462643" y="1048837"/>
            <a:ext cx="9766930" cy="5665557"/>
          </a:xfrm>
        </p:spPr>
        <p:txBody>
          <a:bodyPr>
            <a:normAutofit/>
          </a:bodyPr>
          <a:lstStyle/>
          <a:p>
            <a:pPr marL="857250" indent="-857250">
              <a:spcBef>
                <a:spcPts val="600"/>
              </a:spcBef>
              <a:spcAft>
                <a:spcPts val="600"/>
              </a:spcAft>
              <a:buAutoNum type="romanUcPeriod"/>
            </a:pPr>
            <a:r>
              <a:rPr lang="en-US" sz="3200" dirty="0">
                <a:latin typeface="+mj-lt"/>
              </a:rPr>
              <a:t>Motivation</a:t>
            </a:r>
          </a:p>
          <a:p>
            <a:pPr marL="857250" indent="-857250">
              <a:spcBef>
                <a:spcPts val="600"/>
              </a:spcBef>
              <a:spcAft>
                <a:spcPts val="600"/>
              </a:spcAft>
              <a:buAutoNum type="romanUcPeriod"/>
            </a:pPr>
            <a:r>
              <a:rPr lang="en-US" sz="3200" dirty="0" err="1">
                <a:latin typeface="+mj-lt"/>
              </a:rPr>
              <a:t>Mô</a:t>
            </a:r>
            <a:r>
              <a:rPr lang="en-US" sz="3200" dirty="0">
                <a:latin typeface="+mj-lt"/>
              </a:rPr>
              <a:t> </a:t>
            </a:r>
            <a:r>
              <a:rPr lang="en-US" sz="3200" dirty="0" err="1">
                <a:latin typeface="+mj-lt"/>
              </a:rPr>
              <a:t>hình</a:t>
            </a:r>
            <a:r>
              <a:rPr lang="en-US" sz="3200" dirty="0">
                <a:latin typeface="+mj-lt"/>
              </a:rPr>
              <a:t> </a:t>
            </a:r>
            <a:r>
              <a:rPr lang="en-US" sz="3200" dirty="0" err="1">
                <a:latin typeface="+mj-lt"/>
              </a:rPr>
              <a:t>Rint</a:t>
            </a:r>
            <a:endParaRPr lang="en-US" sz="3200" dirty="0">
              <a:latin typeface="+mj-lt"/>
            </a:endParaRPr>
          </a:p>
          <a:p>
            <a:pPr marL="857250" indent="-857250">
              <a:spcBef>
                <a:spcPts val="600"/>
              </a:spcBef>
              <a:spcAft>
                <a:spcPts val="600"/>
              </a:spcAft>
              <a:buFont typeface="Arial" panose="020B0604020202020204" pitchFamily="34" charset="0"/>
              <a:buAutoNum type="romanUcPeriod"/>
            </a:pPr>
            <a:r>
              <a:rPr lang="en-US" sz="3200" dirty="0" err="1">
                <a:latin typeface="+mj-lt"/>
              </a:rPr>
              <a:t>Mô</a:t>
            </a:r>
            <a:r>
              <a:rPr lang="en-US" sz="3200" dirty="0">
                <a:latin typeface="+mj-lt"/>
              </a:rPr>
              <a:t> </a:t>
            </a:r>
            <a:r>
              <a:rPr lang="en-US" sz="3200" dirty="0" err="1">
                <a:latin typeface="+mj-lt"/>
              </a:rPr>
              <a:t>hình</a:t>
            </a:r>
            <a:r>
              <a:rPr lang="en-US" sz="3200" dirty="0">
                <a:latin typeface="+mj-lt"/>
              </a:rPr>
              <a:t> Thevenin</a:t>
            </a:r>
          </a:p>
          <a:p>
            <a:pPr marL="857250" indent="-857250">
              <a:spcBef>
                <a:spcPts val="600"/>
              </a:spcBef>
              <a:spcAft>
                <a:spcPts val="600"/>
              </a:spcAft>
              <a:buFont typeface="Arial" panose="020B0604020202020204" pitchFamily="34" charset="0"/>
              <a:buAutoNum type="romanUcPeriod"/>
            </a:pPr>
            <a:r>
              <a:rPr lang="en-US" sz="3200" dirty="0" err="1">
                <a:latin typeface="+mj-lt"/>
              </a:rPr>
              <a:t>Mô</a:t>
            </a:r>
            <a:r>
              <a:rPr lang="en-US" sz="3200" dirty="0">
                <a:latin typeface="+mj-lt"/>
              </a:rPr>
              <a:t> </a:t>
            </a:r>
            <a:r>
              <a:rPr lang="en-US" sz="3200" dirty="0" err="1">
                <a:latin typeface="+mj-lt"/>
              </a:rPr>
              <a:t>hình</a:t>
            </a:r>
            <a:r>
              <a:rPr lang="en-US" sz="3200" dirty="0">
                <a:latin typeface="+mj-lt"/>
              </a:rPr>
              <a:t> DP</a:t>
            </a:r>
          </a:p>
          <a:p>
            <a:pPr marL="857250" indent="-857250">
              <a:spcBef>
                <a:spcPts val="600"/>
              </a:spcBef>
              <a:spcAft>
                <a:spcPts val="600"/>
              </a:spcAft>
              <a:buFont typeface="Arial" panose="020B0604020202020204" pitchFamily="34" charset="0"/>
              <a:buAutoNum type="romanUcPeriod"/>
            </a:pPr>
            <a:endParaRPr lang="en-US" sz="3200" dirty="0">
              <a:latin typeface="+mj-lt"/>
            </a:endParaRPr>
          </a:p>
          <a:p>
            <a:pPr marL="857250" indent="-857250">
              <a:spcBef>
                <a:spcPts val="600"/>
              </a:spcBef>
              <a:spcAft>
                <a:spcPts val="600"/>
              </a:spcAft>
              <a:buAutoNum type="romanUcPeriod"/>
            </a:pPr>
            <a:endParaRPr lang="en-US" sz="3200" dirty="0">
              <a:latin typeface="+mj-lt"/>
            </a:endParaRPr>
          </a:p>
        </p:txBody>
      </p:sp>
      <p:sp>
        <p:nvSpPr>
          <p:cNvPr id="4" name="Date Placeholder 3">
            <a:extLst>
              <a:ext uri="{FF2B5EF4-FFF2-40B4-BE49-F238E27FC236}">
                <a16:creationId xmlns:a16="http://schemas.microsoft.com/office/drawing/2014/main" id="{9B727021-6598-489D-972C-6DF2286E411F}"/>
              </a:ext>
            </a:extLst>
          </p:cNvPr>
          <p:cNvSpPr>
            <a:spLocks noGrp="1"/>
          </p:cNvSpPr>
          <p:nvPr>
            <p:ph type="dt" sz="half" idx="10"/>
          </p:nvPr>
        </p:nvSpPr>
        <p:spPr/>
        <p:txBody>
          <a:bodyPr/>
          <a:lstStyle/>
          <a:p>
            <a:fld id="{72FBDD94-7782-45D4-9A6E-CEF4E1EEEE1C}" type="datetime1">
              <a:rPr lang="en-US" smtClean="0"/>
              <a:pPr/>
              <a:t>3/22/2025</a:t>
            </a:fld>
            <a:endParaRPr lang="en-US"/>
          </a:p>
        </p:txBody>
      </p:sp>
      <p:sp>
        <p:nvSpPr>
          <p:cNvPr id="6" name="Footer Placeholder 5">
            <a:extLst>
              <a:ext uri="{FF2B5EF4-FFF2-40B4-BE49-F238E27FC236}">
                <a16:creationId xmlns:a16="http://schemas.microsoft.com/office/drawing/2014/main" id="{037AB66B-E483-4C8D-8F44-DFE1840FDE43}"/>
              </a:ext>
            </a:extLst>
          </p:cNvPr>
          <p:cNvSpPr>
            <a:spLocks noGrp="1"/>
          </p:cNvSpPr>
          <p:nvPr>
            <p:ph type="ftr" sz="quarter" idx="11"/>
          </p:nvPr>
        </p:nvSpPr>
        <p:spPr/>
        <p:txBody>
          <a:bodyPr/>
          <a:lstStyle/>
          <a:p>
            <a:r>
              <a:rPr lang="en-US"/>
              <a:t>EVSELab profile</a:t>
            </a:r>
          </a:p>
        </p:txBody>
      </p:sp>
      <p:sp>
        <p:nvSpPr>
          <p:cNvPr id="7" name="Slide Number Placeholder 6">
            <a:extLst>
              <a:ext uri="{FF2B5EF4-FFF2-40B4-BE49-F238E27FC236}">
                <a16:creationId xmlns:a16="http://schemas.microsoft.com/office/drawing/2014/main" id="{1D351315-16B0-46D3-A201-00B9C895925D}"/>
              </a:ext>
            </a:extLst>
          </p:cNvPr>
          <p:cNvSpPr>
            <a:spLocks noGrp="1"/>
          </p:cNvSpPr>
          <p:nvPr>
            <p:ph type="sldNum" sz="quarter" idx="12"/>
          </p:nvPr>
        </p:nvSpPr>
        <p:spPr/>
        <p:txBody>
          <a:bodyPr/>
          <a:lstStyle/>
          <a:p>
            <a:fld id="{6FC7B32C-BCDB-467B-AAD1-D0D29C12FD8E}" type="slidenum">
              <a:rPr lang="en-US" smtClean="0"/>
              <a:pPr/>
              <a:t>2</a:t>
            </a:fld>
            <a:endParaRPr lang="en-US"/>
          </a:p>
        </p:txBody>
      </p:sp>
      <p:sp>
        <p:nvSpPr>
          <p:cNvPr id="2" name="Title 1">
            <a:extLst>
              <a:ext uri="{FF2B5EF4-FFF2-40B4-BE49-F238E27FC236}">
                <a16:creationId xmlns:a16="http://schemas.microsoft.com/office/drawing/2014/main" id="{B72226ED-8FD6-4FB0-9224-C0EAEEEE55C0}"/>
              </a:ext>
            </a:extLst>
          </p:cNvPr>
          <p:cNvSpPr>
            <a:spLocks noGrp="1"/>
          </p:cNvSpPr>
          <p:nvPr>
            <p:ph type="title"/>
          </p:nvPr>
        </p:nvSpPr>
        <p:spPr>
          <a:xfrm>
            <a:off x="243818" y="69598"/>
            <a:ext cx="9766931" cy="548731"/>
          </a:xfrm>
        </p:spPr>
        <p:txBody>
          <a:bodyPr/>
          <a:lstStyle/>
          <a:p>
            <a:r>
              <a:rPr lang="en-US">
                <a:latin typeface="+mj-lt"/>
              </a:rPr>
              <a:t>Outline</a:t>
            </a:r>
          </a:p>
        </p:txBody>
      </p:sp>
    </p:spTree>
    <p:extLst>
      <p:ext uri="{BB962C8B-B14F-4D97-AF65-F5344CB8AC3E}">
        <p14:creationId xmlns:p14="http://schemas.microsoft.com/office/powerpoint/2010/main" val="3526839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B9FAE-83B5-C5B6-F497-93DB9DCC6945}"/>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5C9AD54-66A0-5A65-ABD4-C56B59DD6DE3}"/>
              </a:ext>
            </a:extLst>
          </p:cNvPr>
          <p:cNvSpPr>
            <a:spLocks noGrp="1"/>
          </p:cNvSpPr>
          <p:nvPr>
            <p:ph type="dt" sz="half" idx="10"/>
          </p:nvPr>
        </p:nvSpPr>
        <p:spPr>
          <a:xfrm>
            <a:off x="681038" y="6570787"/>
            <a:ext cx="2228850" cy="287215"/>
          </a:xfrm>
        </p:spPr>
        <p:txBody>
          <a:bodyPr/>
          <a:lstStyle/>
          <a:p>
            <a:fld id="{4F253143-4615-40A0-8AC3-64886600ECE3}" type="datetime1">
              <a:rPr lang="en-US" smtClean="0"/>
              <a:t>3/22/2025</a:t>
            </a:fld>
            <a:endParaRPr lang="en-US"/>
          </a:p>
        </p:txBody>
      </p:sp>
      <p:sp>
        <p:nvSpPr>
          <p:cNvPr id="7" name="Slide Number Placeholder 6">
            <a:extLst>
              <a:ext uri="{FF2B5EF4-FFF2-40B4-BE49-F238E27FC236}">
                <a16:creationId xmlns:a16="http://schemas.microsoft.com/office/drawing/2014/main" id="{426C33C9-B293-AC95-DCBC-C0360300FBF3}"/>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3</a:t>
            </a:fld>
            <a:endParaRPr lang="en-US" dirty="0"/>
          </a:p>
        </p:txBody>
      </p:sp>
      <p:sp>
        <p:nvSpPr>
          <p:cNvPr id="2" name="Title 1">
            <a:extLst>
              <a:ext uri="{FF2B5EF4-FFF2-40B4-BE49-F238E27FC236}">
                <a16:creationId xmlns:a16="http://schemas.microsoft.com/office/drawing/2014/main" id="{7911D003-8B85-73CE-F08A-EBE30605AE86}"/>
              </a:ext>
            </a:extLst>
          </p:cNvPr>
          <p:cNvSpPr>
            <a:spLocks noGrp="1"/>
          </p:cNvSpPr>
          <p:nvPr>
            <p:ph type="title"/>
          </p:nvPr>
        </p:nvSpPr>
        <p:spPr>
          <a:xfrm>
            <a:off x="500416" y="331083"/>
            <a:ext cx="9766931" cy="548731"/>
          </a:xfrm>
        </p:spPr>
        <p:txBody>
          <a:bodyPr/>
          <a:lstStyle/>
          <a:p>
            <a:pPr>
              <a:spcBef>
                <a:spcPts val="600"/>
              </a:spcBef>
              <a:spcAft>
                <a:spcPts val="600"/>
              </a:spcAft>
            </a:pPr>
            <a:r>
              <a:rPr lang="en-US" sz="3600" dirty="0">
                <a:latin typeface="+mj-lt"/>
              </a:rPr>
              <a:t>I. Motivation</a:t>
            </a:r>
            <a:br>
              <a:rPr lang="en-US" sz="3600" dirty="0">
                <a:latin typeface="+mj-lt"/>
              </a:rPr>
            </a:br>
            <a:endParaRPr lang="en-US" sz="3600" dirty="0">
              <a:latin typeface="+mj-lt"/>
            </a:endParaRPr>
          </a:p>
        </p:txBody>
      </p:sp>
      <p:sp>
        <p:nvSpPr>
          <p:cNvPr id="6" name="TextBox 5">
            <a:extLst>
              <a:ext uri="{FF2B5EF4-FFF2-40B4-BE49-F238E27FC236}">
                <a16:creationId xmlns:a16="http://schemas.microsoft.com/office/drawing/2014/main" id="{F5B1B958-2112-7B31-B34A-EE9D8EBC646C}"/>
              </a:ext>
            </a:extLst>
          </p:cNvPr>
          <p:cNvSpPr txBox="1"/>
          <p:nvPr/>
        </p:nvSpPr>
        <p:spPr>
          <a:xfrm>
            <a:off x="194865" y="739057"/>
            <a:ext cx="7062019" cy="461665"/>
          </a:xfrm>
          <a:prstGeom prst="rect">
            <a:avLst/>
          </a:prstGeom>
          <a:noFill/>
        </p:spPr>
        <p:txBody>
          <a:bodyPr wrap="square">
            <a:spAutoFit/>
          </a:bodyPr>
          <a:lstStyle/>
          <a:p>
            <a:pPr marL="457200" indent="-457200" rtl="0" fontAlgn="ctr">
              <a:buFont typeface="Wingdings" panose="05000000000000000000" pitchFamily="2" charset="2"/>
              <a:buChar char="q"/>
            </a:pPr>
            <a:r>
              <a:rPr lang="en-US" sz="2400" dirty="0" err="1">
                <a:latin typeface="+mj-lt"/>
              </a:rPr>
              <a:t>Hệ</a:t>
            </a:r>
            <a:r>
              <a:rPr lang="en-US" sz="2400" dirty="0">
                <a:latin typeface="+mj-lt"/>
              </a:rPr>
              <a:t> </a:t>
            </a:r>
            <a:r>
              <a:rPr lang="en-US" sz="2400" dirty="0" err="1">
                <a:latin typeface="+mj-lt"/>
              </a:rPr>
              <a:t>thống</a:t>
            </a:r>
            <a:r>
              <a:rPr lang="en-US" sz="2400" dirty="0">
                <a:latin typeface="+mj-lt"/>
              </a:rPr>
              <a:t> </a:t>
            </a:r>
            <a:r>
              <a:rPr lang="en-US" sz="2400" dirty="0" err="1">
                <a:latin typeface="+mj-lt"/>
              </a:rPr>
              <a:t>sạc</a:t>
            </a:r>
            <a:r>
              <a:rPr lang="en-US" sz="2400" dirty="0">
                <a:latin typeface="+mj-lt"/>
              </a:rPr>
              <a:t> pin </a:t>
            </a:r>
            <a:r>
              <a:rPr lang="en-US" sz="2400" dirty="0" err="1">
                <a:latin typeface="+mj-lt"/>
              </a:rPr>
              <a:t>xe</a:t>
            </a:r>
            <a:r>
              <a:rPr lang="en-US" sz="2400" dirty="0">
                <a:latin typeface="+mj-lt"/>
              </a:rPr>
              <a:t> </a:t>
            </a:r>
            <a:r>
              <a:rPr lang="en-US" sz="2400" dirty="0" err="1">
                <a:latin typeface="+mj-lt"/>
              </a:rPr>
              <a:t>điện</a:t>
            </a:r>
            <a:endParaRPr lang="vi-VN" sz="2400" b="1" dirty="0">
              <a:effectLst/>
              <a:latin typeface="+mj-lt"/>
            </a:endParaRPr>
          </a:p>
        </p:txBody>
      </p:sp>
      <p:sp>
        <p:nvSpPr>
          <p:cNvPr id="18" name="TextBox 17">
            <a:extLst>
              <a:ext uri="{FF2B5EF4-FFF2-40B4-BE49-F238E27FC236}">
                <a16:creationId xmlns:a16="http://schemas.microsoft.com/office/drawing/2014/main" id="{F8B1CADB-F79A-0BC4-D365-7FFFBB846FEC}"/>
              </a:ext>
            </a:extLst>
          </p:cNvPr>
          <p:cNvSpPr txBox="1"/>
          <p:nvPr/>
        </p:nvSpPr>
        <p:spPr>
          <a:xfrm>
            <a:off x="274273" y="4840882"/>
            <a:ext cx="8605567" cy="1107996"/>
          </a:xfrm>
          <a:prstGeom prst="rect">
            <a:avLst/>
          </a:prstGeom>
          <a:noFill/>
        </p:spPr>
        <p:txBody>
          <a:bodyPr wrap="square" rtlCol="0">
            <a:spAutoFit/>
          </a:bodyPr>
          <a:lstStyle/>
          <a:p>
            <a:pPr marL="285750" indent="-285750">
              <a:buFont typeface="Wingdings" panose="05000000000000000000" pitchFamily="2" charset="2"/>
              <a:buChar char="v"/>
            </a:pPr>
            <a:r>
              <a:rPr lang="en-US" sz="2200" dirty="0" err="1"/>
              <a:t>Mô</a:t>
            </a:r>
            <a:r>
              <a:rPr lang="en-US" sz="2200" dirty="0"/>
              <a:t> </a:t>
            </a:r>
            <a:r>
              <a:rPr lang="en-US" sz="2200" dirty="0" err="1"/>
              <a:t>hình</a:t>
            </a:r>
            <a:r>
              <a:rPr lang="en-US" sz="2200" dirty="0"/>
              <a:t> </a:t>
            </a:r>
            <a:r>
              <a:rPr lang="en-US" sz="2200" dirty="0" err="1"/>
              <a:t>hóa</a:t>
            </a:r>
            <a:r>
              <a:rPr lang="en-US" sz="2200" dirty="0"/>
              <a:t> pin: </a:t>
            </a:r>
            <a:r>
              <a:rPr lang="en-US" sz="2200" dirty="0" err="1"/>
              <a:t>mô</a:t>
            </a:r>
            <a:r>
              <a:rPr lang="en-US" sz="2200" dirty="0"/>
              <a:t> </a:t>
            </a:r>
            <a:r>
              <a:rPr lang="en-US" sz="2200" dirty="0" err="1"/>
              <a:t>phỏng</a:t>
            </a:r>
            <a:r>
              <a:rPr lang="en-US" sz="2200" dirty="0"/>
              <a:t> </a:t>
            </a:r>
            <a:r>
              <a:rPr lang="en-US" sz="2200" b="1" dirty="0" err="1"/>
              <a:t>hành</a:t>
            </a:r>
            <a:r>
              <a:rPr lang="en-US" sz="2200" b="1" dirty="0"/>
              <a:t> vi </a:t>
            </a:r>
            <a:r>
              <a:rPr lang="en-US" sz="2200" b="1" dirty="0" err="1"/>
              <a:t>điện</a:t>
            </a:r>
            <a:r>
              <a:rPr lang="en-US" sz="2200" b="1" dirty="0"/>
              <a:t>, </a:t>
            </a:r>
            <a:r>
              <a:rPr lang="en-US" sz="2200" b="1" dirty="0" err="1"/>
              <a:t>nhiệt</a:t>
            </a:r>
            <a:r>
              <a:rPr lang="en-US" sz="2200" b="1" dirty="0"/>
              <a:t> </a:t>
            </a:r>
            <a:r>
              <a:rPr lang="en-US" sz="2200" b="1" dirty="0" err="1"/>
              <a:t>và</a:t>
            </a:r>
            <a:r>
              <a:rPr lang="en-US" sz="2200" b="1" dirty="0"/>
              <a:t> </a:t>
            </a:r>
            <a:r>
              <a:rPr lang="en-US" sz="2200" b="1" dirty="0" err="1"/>
              <a:t>hóa</a:t>
            </a:r>
            <a:r>
              <a:rPr lang="en-US" sz="2200" b="1" dirty="0"/>
              <a:t> </a:t>
            </a:r>
            <a:r>
              <a:rPr lang="en-US" sz="2200" b="1" dirty="0" err="1"/>
              <a:t>học</a:t>
            </a:r>
            <a:r>
              <a:rPr lang="en-US" sz="2200" dirty="0"/>
              <a:t> </a:t>
            </a:r>
            <a:r>
              <a:rPr lang="en-US" sz="2200" dirty="0" err="1"/>
              <a:t>của</a:t>
            </a:r>
            <a:r>
              <a:rPr lang="en-US" sz="2200" dirty="0"/>
              <a:t> pin</a:t>
            </a:r>
          </a:p>
          <a:p>
            <a:pPr marL="285750" indent="-285750">
              <a:buFont typeface="Wingdings" panose="05000000000000000000" pitchFamily="2" charset="2"/>
              <a:buChar char="v"/>
            </a:pPr>
            <a:r>
              <a:rPr lang="en-US" sz="2200" dirty="0" err="1"/>
              <a:t>Xác</a:t>
            </a:r>
            <a:r>
              <a:rPr lang="en-US" sz="2200" dirty="0"/>
              <a:t> </a:t>
            </a:r>
            <a:r>
              <a:rPr lang="en-US" sz="2200" dirty="0" err="1"/>
              <a:t>định</a:t>
            </a:r>
            <a:r>
              <a:rPr lang="en-US" sz="2200" dirty="0"/>
              <a:t> </a:t>
            </a:r>
            <a:r>
              <a:rPr lang="en-US" sz="2200" dirty="0" err="1"/>
              <a:t>điện</a:t>
            </a:r>
            <a:r>
              <a:rPr lang="en-US" sz="2200" dirty="0"/>
              <a:t> </a:t>
            </a:r>
            <a:r>
              <a:rPr lang="en-US" sz="2200" dirty="0" err="1"/>
              <a:t>áp</a:t>
            </a:r>
            <a:r>
              <a:rPr lang="en-US" sz="2200" dirty="0"/>
              <a:t>, </a:t>
            </a:r>
            <a:r>
              <a:rPr lang="en-US" sz="2200" dirty="0" err="1"/>
              <a:t>dòng</a:t>
            </a:r>
            <a:r>
              <a:rPr lang="en-US" sz="2200" dirty="0"/>
              <a:t> </a:t>
            </a:r>
            <a:r>
              <a:rPr lang="en-US" sz="2200" dirty="0" err="1"/>
              <a:t>điện</a:t>
            </a:r>
            <a:r>
              <a:rPr lang="en-US" sz="2200" dirty="0"/>
              <a:t>, dung </a:t>
            </a:r>
            <a:r>
              <a:rPr lang="en-US" sz="2200" dirty="0" err="1"/>
              <a:t>lượng</a:t>
            </a:r>
            <a:r>
              <a:rPr lang="en-US" sz="2200" dirty="0"/>
              <a:t> </a:t>
            </a:r>
            <a:r>
              <a:rPr lang="en-US" sz="2200" dirty="0" err="1"/>
              <a:t>còn</a:t>
            </a:r>
            <a:r>
              <a:rPr lang="en-US" sz="2200" dirty="0"/>
              <a:t> </a:t>
            </a:r>
            <a:r>
              <a:rPr lang="en-US" sz="2200" dirty="0" err="1"/>
              <a:t>lại</a:t>
            </a:r>
            <a:r>
              <a:rPr lang="en-US" sz="2200" dirty="0"/>
              <a:t>, </a:t>
            </a:r>
            <a:r>
              <a:rPr lang="en-US" sz="2200" dirty="0" err="1"/>
              <a:t>nhiệt</a:t>
            </a:r>
            <a:r>
              <a:rPr lang="en-US" sz="2200" dirty="0"/>
              <a:t> </a:t>
            </a:r>
            <a:r>
              <a:rPr lang="en-US" sz="2200" dirty="0" err="1"/>
              <a:t>độ</a:t>
            </a:r>
            <a:r>
              <a:rPr lang="en-US" sz="2200" dirty="0"/>
              <a:t>, …</a:t>
            </a:r>
          </a:p>
          <a:p>
            <a:pPr marL="285750" indent="-285750">
              <a:buFont typeface="Wingdings" panose="05000000000000000000" pitchFamily="2" charset="2"/>
              <a:buChar char="Ø"/>
            </a:pPr>
            <a:r>
              <a:rPr lang="en-US" sz="2200" dirty="0" err="1"/>
              <a:t>Tối</a:t>
            </a:r>
            <a:r>
              <a:rPr lang="en-US" sz="2200" dirty="0"/>
              <a:t> </a:t>
            </a:r>
            <a:r>
              <a:rPr lang="en-US" sz="2200" dirty="0" err="1"/>
              <a:t>ưu</a:t>
            </a:r>
            <a:r>
              <a:rPr lang="en-US" sz="2200" dirty="0"/>
              <a:t> </a:t>
            </a:r>
            <a:r>
              <a:rPr lang="en-US" sz="2200" dirty="0" err="1"/>
              <a:t>hệ</a:t>
            </a:r>
            <a:r>
              <a:rPr lang="en-US" sz="2200" dirty="0"/>
              <a:t> </a:t>
            </a:r>
            <a:r>
              <a:rPr lang="en-US" sz="2200" dirty="0" err="1"/>
              <a:t>thống</a:t>
            </a:r>
            <a:r>
              <a:rPr lang="en-US" sz="2200" dirty="0"/>
              <a:t> </a:t>
            </a:r>
            <a:r>
              <a:rPr lang="en-US" sz="2200" dirty="0" err="1"/>
              <a:t>sạc</a:t>
            </a:r>
            <a:endParaRPr lang="en-US" sz="2200" dirty="0"/>
          </a:p>
        </p:txBody>
      </p:sp>
      <p:pic>
        <p:nvPicPr>
          <p:cNvPr id="12" name="Picture 11">
            <a:extLst>
              <a:ext uri="{FF2B5EF4-FFF2-40B4-BE49-F238E27FC236}">
                <a16:creationId xmlns:a16="http://schemas.microsoft.com/office/drawing/2014/main" id="{9EC13E78-FE4B-9BE8-3228-5D79DA0125C8}"/>
              </a:ext>
            </a:extLst>
          </p:cNvPr>
          <p:cNvPicPr>
            <a:picLocks noChangeAspect="1"/>
          </p:cNvPicPr>
          <p:nvPr/>
        </p:nvPicPr>
        <p:blipFill>
          <a:blip r:embed="rId3"/>
          <a:stretch>
            <a:fillRect/>
          </a:stretch>
        </p:blipFill>
        <p:spPr>
          <a:xfrm>
            <a:off x="883456" y="1332295"/>
            <a:ext cx="8139087" cy="3237032"/>
          </a:xfrm>
          <a:prstGeom prst="rect">
            <a:avLst/>
          </a:prstGeom>
        </p:spPr>
      </p:pic>
    </p:spTree>
    <p:extLst>
      <p:ext uri="{BB962C8B-B14F-4D97-AF65-F5344CB8AC3E}">
        <p14:creationId xmlns:p14="http://schemas.microsoft.com/office/powerpoint/2010/main" val="3887032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77547-BF65-D91C-50F5-046D22227DE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2391677-918E-A754-2676-87DEEBC82E29}"/>
              </a:ext>
            </a:extLst>
          </p:cNvPr>
          <p:cNvSpPr>
            <a:spLocks noGrp="1"/>
          </p:cNvSpPr>
          <p:nvPr>
            <p:ph type="dt" sz="half" idx="10"/>
          </p:nvPr>
        </p:nvSpPr>
        <p:spPr>
          <a:xfrm>
            <a:off x="681038" y="6570787"/>
            <a:ext cx="2228850" cy="287215"/>
          </a:xfrm>
        </p:spPr>
        <p:txBody>
          <a:bodyPr/>
          <a:lstStyle/>
          <a:p>
            <a:fld id="{4F253143-4615-40A0-8AC3-64886600ECE3}" type="datetime1">
              <a:rPr lang="en-US" smtClean="0"/>
              <a:t>3/22/2025</a:t>
            </a:fld>
            <a:endParaRPr lang="en-US"/>
          </a:p>
        </p:txBody>
      </p:sp>
      <p:sp>
        <p:nvSpPr>
          <p:cNvPr id="7" name="Slide Number Placeholder 6">
            <a:extLst>
              <a:ext uri="{FF2B5EF4-FFF2-40B4-BE49-F238E27FC236}">
                <a16:creationId xmlns:a16="http://schemas.microsoft.com/office/drawing/2014/main" id="{7690AC68-07E5-41C4-A373-54BF348DA843}"/>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4</a:t>
            </a:fld>
            <a:endParaRPr lang="en-US"/>
          </a:p>
        </p:txBody>
      </p:sp>
      <p:sp>
        <p:nvSpPr>
          <p:cNvPr id="2" name="Title 1">
            <a:extLst>
              <a:ext uri="{FF2B5EF4-FFF2-40B4-BE49-F238E27FC236}">
                <a16:creationId xmlns:a16="http://schemas.microsoft.com/office/drawing/2014/main" id="{7DA43A6B-B74E-FB25-C1B6-82A3B95B9933}"/>
              </a:ext>
            </a:extLst>
          </p:cNvPr>
          <p:cNvSpPr>
            <a:spLocks noGrp="1"/>
          </p:cNvSpPr>
          <p:nvPr>
            <p:ph type="title"/>
          </p:nvPr>
        </p:nvSpPr>
        <p:spPr>
          <a:xfrm>
            <a:off x="500416" y="331083"/>
            <a:ext cx="9766931" cy="548731"/>
          </a:xfrm>
        </p:spPr>
        <p:txBody>
          <a:bodyPr/>
          <a:lstStyle/>
          <a:p>
            <a:pPr>
              <a:spcBef>
                <a:spcPts val="600"/>
              </a:spcBef>
              <a:spcAft>
                <a:spcPts val="600"/>
              </a:spcAft>
            </a:pPr>
            <a:r>
              <a:rPr lang="en-US" sz="3600" dirty="0">
                <a:latin typeface="+mj-lt"/>
              </a:rPr>
              <a:t>I. Motivation</a:t>
            </a:r>
            <a:br>
              <a:rPr lang="en-US" sz="3600" dirty="0">
                <a:latin typeface="+mj-lt"/>
              </a:rPr>
            </a:br>
            <a:endParaRPr lang="en-US" sz="3600" dirty="0">
              <a:latin typeface="+mj-lt"/>
            </a:endParaRPr>
          </a:p>
        </p:txBody>
      </p:sp>
      <p:sp>
        <p:nvSpPr>
          <p:cNvPr id="6" name="TextBox 5">
            <a:extLst>
              <a:ext uri="{FF2B5EF4-FFF2-40B4-BE49-F238E27FC236}">
                <a16:creationId xmlns:a16="http://schemas.microsoft.com/office/drawing/2014/main" id="{629C4EC5-E5D4-D34B-9AFC-5318F66AA2C1}"/>
              </a:ext>
            </a:extLst>
          </p:cNvPr>
          <p:cNvSpPr txBox="1"/>
          <p:nvPr/>
        </p:nvSpPr>
        <p:spPr>
          <a:xfrm>
            <a:off x="194865" y="739057"/>
            <a:ext cx="7062019" cy="892552"/>
          </a:xfrm>
          <a:prstGeom prst="rect">
            <a:avLst/>
          </a:prstGeom>
          <a:noFill/>
        </p:spPr>
        <p:txBody>
          <a:bodyPr wrap="square">
            <a:spAutoFit/>
          </a:bodyPr>
          <a:lstStyle/>
          <a:p>
            <a:pPr marL="457200" indent="-457200" rtl="0" fontAlgn="ctr">
              <a:buFont typeface="Wingdings" panose="05000000000000000000" pitchFamily="2" charset="2"/>
              <a:buChar char="q"/>
            </a:pPr>
            <a:r>
              <a:rPr lang="en-US" sz="2600" b="1" dirty="0" err="1"/>
              <a:t>Các</a:t>
            </a:r>
            <a:r>
              <a:rPr lang="en-US" sz="2600" b="1" dirty="0"/>
              <a:t> </a:t>
            </a:r>
            <a:r>
              <a:rPr lang="en-US" sz="2600" b="1" dirty="0" err="1"/>
              <a:t>loại</a:t>
            </a:r>
            <a:r>
              <a:rPr lang="en-US" sz="2600" b="1" dirty="0"/>
              <a:t> </a:t>
            </a:r>
            <a:r>
              <a:rPr lang="en-US" sz="2600" b="1" dirty="0" err="1"/>
              <a:t>mô</a:t>
            </a:r>
            <a:r>
              <a:rPr lang="en-US" sz="2600" b="1" dirty="0"/>
              <a:t> </a:t>
            </a:r>
            <a:r>
              <a:rPr lang="en-US" sz="2600" b="1" dirty="0" err="1"/>
              <a:t>hình</a:t>
            </a:r>
            <a:r>
              <a:rPr lang="en-US" sz="2600" b="1" dirty="0"/>
              <a:t> pin</a:t>
            </a:r>
            <a:endParaRPr lang="en-US" sz="2600" b="1" dirty="0">
              <a:effectLst/>
            </a:endParaRPr>
          </a:p>
          <a:p>
            <a:pPr rtl="0" fontAlgn="ctr"/>
            <a:endParaRPr lang="vi-VN" sz="2600" b="1" dirty="0">
              <a:effectLst/>
            </a:endParaRPr>
          </a:p>
        </p:txBody>
      </p:sp>
      <p:sp>
        <p:nvSpPr>
          <p:cNvPr id="8" name="Rectangle 7">
            <a:extLst>
              <a:ext uri="{FF2B5EF4-FFF2-40B4-BE49-F238E27FC236}">
                <a16:creationId xmlns:a16="http://schemas.microsoft.com/office/drawing/2014/main" id="{6CAAF9EA-CC05-A717-3F59-BD3C628AAB4E}"/>
              </a:ext>
            </a:extLst>
          </p:cNvPr>
          <p:cNvSpPr/>
          <p:nvPr/>
        </p:nvSpPr>
        <p:spPr>
          <a:xfrm>
            <a:off x="3721015" y="1438205"/>
            <a:ext cx="1737008" cy="54552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err="1">
                <a:solidFill>
                  <a:schemeClr val="tx1"/>
                </a:solidFill>
                <a:ea typeface="Lato" panose="020F0502020204030203" pitchFamily="34" charset="0"/>
                <a:cs typeface="Lato" panose="020F0502020204030203" pitchFamily="34" charset="0"/>
              </a:rPr>
              <a:t>Mô</a:t>
            </a:r>
            <a:r>
              <a:rPr lang="en-GB" sz="2000" dirty="0">
                <a:solidFill>
                  <a:schemeClr val="tx1"/>
                </a:solidFill>
                <a:ea typeface="Lato" panose="020F0502020204030203" pitchFamily="34" charset="0"/>
                <a:cs typeface="Lato" panose="020F0502020204030203" pitchFamily="34" charset="0"/>
              </a:rPr>
              <a:t> </a:t>
            </a:r>
            <a:r>
              <a:rPr lang="en-GB" sz="2000" dirty="0" err="1">
                <a:solidFill>
                  <a:schemeClr val="tx1"/>
                </a:solidFill>
                <a:ea typeface="Lato" panose="020F0502020204030203" pitchFamily="34" charset="0"/>
                <a:cs typeface="Lato" panose="020F0502020204030203" pitchFamily="34" charset="0"/>
              </a:rPr>
              <a:t>hình</a:t>
            </a:r>
            <a:r>
              <a:rPr lang="en-GB" sz="2000" dirty="0">
                <a:solidFill>
                  <a:schemeClr val="tx1"/>
                </a:solidFill>
                <a:ea typeface="Lato" panose="020F0502020204030203" pitchFamily="34" charset="0"/>
                <a:cs typeface="Lato" panose="020F0502020204030203" pitchFamily="34" charset="0"/>
              </a:rPr>
              <a:t> pin</a:t>
            </a:r>
          </a:p>
        </p:txBody>
      </p:sp>
      <p:sp>
        <p:nvSpPr>
          <p:cNvPr id="12" name="Rectangle 11">
            <a:extLst>
              <a:ext uri="{FF2B5EF4-FFF2-40B4-BE49-F238E27FC236}">
                <a16:creationId xmlns:a16="http://schemas.microsoft.com/office/drawing/2014/main" id="{9958CFDF-5903-5365-9EA0-11A744722F12}"/>
              </a:ext>
            </a:extLst>
          </p:cNvPr>
          <p:cNvSpPr/>
          <p:nvPr/>
        </p:nvSpPr>
        <p:spPr>
          <a:xfrm>
            <a:off x="5519876" y="2514945"/>
            <a:ext cx="1737008" cy="54552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err="1">
                <a:solidFill>
                  <a:schemeClr val="tx1"/>
                </a:solidFill>
                <a:ea typeface="Lato" panose="020F0502020204030203" pitchFamily="34" charset="0"/>
                <a:cs typeface="Lato" panose="020F0502020204030203" pitchFamily="34" charset="0"/>
              </a:rPr>
              <a:t>Mô</a:t>
            </a:r>
            <a:r>
              <a:rPr lang="en-GB" sz="1800" b="1" dirty="0">
                <a:solidFill>
                  <a:schemeClr val="tx1"/>
                </a:solidFill>
                <a:ea typeface="Lato" panose="020F0502020204030203" pitchFamily="34" charset="0"/>
                <a:cs typeface="Lato" panose="020F0502020204030203" pitchFamily="34" charset="0"/>
              </a:rPr>
              <a:t> </a:t>
            </a:r>
            <a:r>
              <a:rPr lang="en-GB" sz="1800" b="1" dirty="0" err="1">
                <a:solidFill>
                  <a:schemeClr val="tx1"/>
                </a:solidFill>
                <a:ea typeface="Lato" panose="020F0502020204030203" pitchFamily="34" charset="0"/>
                <a:cs typeface="Lato" panose="020F0502020204030203" pitchFamily="34" charset="0"/>
              </a:rPr>
              <a:t>hình</a:t>
            </a:r>
            <a:r>
              <a:rPr lang="en-GB" sz="1800" b="1" dirty="0">
                <a:solidFill>
                  <a:schemeClr val="tx1"/>
                </a:solidFill>
                <a:ea typeface="Lato" panose="020F0502020204030203" pitchFamily="34" charset="0"/>
                <a:cs typeface="Lato" panose="020F0502020204030203" pitchFamily="34" charset="0"/>
              </a:rPr>
              <a:t> </a:t>
            </a:r>
            <a:r>
              <a:rPr lang="en-GB" sz="1800" b="1" dirty="0" err="1">
                <a:solidFill>
                  <a:schemeClr val="tx1"/>
                </a:solidFill>
                <a:ea typeface="Lato" panose="020F0502020204030203" pitchFamily="34" charset="0"/>
                <a:cs typeface="Lato" panose="020F0502020204030203" pitchFamily="34" charset="0"/>
              </a:rPr>
              <a:t>điện</a:t>
            </a:r>
            <a:endParaRPr lang="en-GB" sz="1800" b="1" dirty="0">
              <a:solidFill>
                <a:schemeClr val="tx1"/>
              </a:solidFill>
              <a:ea typeface="Lato" panose="020F0502020204030203" pitchFamily="34" charset="0"/>
              <a:cs typeface="Lato" panose="020F0502020204030203" pitchFamily="34" charset="0"/>
            </a:endParaRPr>
          </a:p>
        </p:txBody>
      </p:sp>
      <p:sp>
        <p:nvSpPr>
          <p:cNvPr id="17" name="Rectangle 16">
            <a:extLst>
              <a:ext uri="{FF2B5EF4-FFF2-40B4-BE49-F238E27FC236}">
                <a16:creationId xmlns:a16="http://schemas.microsoft.com/office/drawing/2014/main" id="{17FB1E3A-C9E5-F432-9100-F5E377AD6829}"/>
              </a:ext>
            </a:extLst>
          </p:cNvPr>
          <p:cNvSpPr/>
          <p:nvPr/>
        </p:nvSpPr>
        <p:spPr>
          <a:xfrm>
            <a:off x="1814667" y="2514945"/>
            <a:ext cx="1737008" cy="54552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err="1">
                <a:solidFill>
                  <a:schemeClr val="tx1"/>
                </a:solidFill>
                <a:ea typeface="Lato" panose="020F0502020204030203" pitchFamily="34" charset="0"/>
                <a:cs typeface="Lato" panose="020F0502020204030203" pitchFamily="34" charset="0"/>
              </a:rPr>
              <a:t>Mô</a:t>
            </a:r>
            <a:r>
              <a:rPr lang="en-GB" sz="1800" dirty="0">
                <a:solidFill>
                  <a:schemeClr val="tx1"/>
                </a:solidFill>
                <a:ea typeface="Lato" panose="020F0502020204030203" pitchFamily="34" charset="0"/>
                <a:cs typeface="Lato" panose="020F0502020204030203" pitchFamily="34" charset="0"/>
              </a:rPr>
              <a:t> </a:t>
            </a:r>
            <a:r>
              <a:rPr lang="en-GB" sz="1800" dirty="0" err="1">
                <a:solidFill>
                  <a:schemeClr val="tx1"/>
                </a:solidFill>
                <a:ea typeface="Lato" panose="020F0502020204030203" pitchFamily="34" charset="0"/>
                <a:cs typeface="Lato" panose="020F0502020204030203" pitchFamily="34" charset="0"/>
              </a:rPr>
              <a:t>hình</a:t>
            </a:r>
            <a:r>
              <a:rPr lang="en-GB" sz="1800" dirty="0">
                <a:solidFill>
                  <a:schemeClr val="tx1"/>
                </a:solidFill>
                <a:ea typeface="Lato" panose="020F0502020204030203" pitchFamily="34" charset="0"/>
                <a:cs typeface="Lato" panose="020F0502020204030203" pitchFamily="34" charset="0"/>
              </a:rPr>
              <a:t> </a:t>
            </a:r>
            <a:r>
              <a:rPr lang="en-GB" sz="1800" dirty="0" err="1">
                <a:solidFill>
                  <a:schemeClr val="tx1"/>
                </a:solidFill>
                <a:ea typeface="Lato" panose="020F0502020204030203" pitchFamily="34" charset="0"/>
                <a:cs typeface="Lato" panose="020F0502020204030203" pitchFamily="34" charset="0"/>
              </a:rPr>
              <a:t>nhiệt</a:t>
            </a:r>
            <a:endParaRPr lang="en-GB" sz="1800" dirty="0">
              <a:solidFill>
                <a:schemeClr val="tx1"/>
              </a:solidFill>
              <a:ea typeface="Lato" panose="020F0502020204030203" pitchFamily="34" charset="0"/>
              <a:cs typeface="Lato" panose="020F0502020204030203" pitchFamily="34" charset="0"/>
            </a:endParaRPr>
          </a:p>
        </p:txBody>
      </p:sp>
      <p:sp>
        <p:nvSpPr>
          <p:cNvPr id="20" name="Rectangle 19">
            <a:extLst>
              <a:ext uri="{FF2B5EF4-FFF2-40B4-BE49-F238E27FC236}">
                <a16:creationId xmlns:a16="http://schemas.microsoft.com/office/drawing/2014/main" id="{5E2C8220-229B-342B-0D03-575AD8192D9E}"/>
              </a:ext>
            </a:extLst>
          </p:cNvPr>
          <p:cNvSpPr/>
          <p:nvPr/>
        </p:nvSpPr>
        <p:spPr>
          <a:xfrm>
            <a:off x="4212743" y="3709577"/>
            <a:ext cx="2175637" cy="56025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err="1">
                <a:solidFill>
                  <a:schemeClr val="tx1"/>
                </a:solidFill>
                <a:ea typeface="Lato" panose="020F0502020204030203" pitchFamily="34" charset="0"/>
                <a:cs typeface="Lato" panose="020F0502020204030203" pitchFamily="34" charset="0"/>
              </a:rPr>
              <a:t>Mô</a:t>
            </a:r>
            <a:r>
              <a:rPr lang="en-GB" sz="1800" dirty="0">
                <a:solidFill>
                  <a:schemeClr val="tx1"/>
                </a:solidFill>
                <a:ea typeface="Lato" panose="020F0502020204030203" pitchFamily="34" charset="0"/>
                <a:cs typeface="Lato" panose="020F0502020204030203" pitchFamily="34" charset="0"/>
              </a:rPr>
              <a:t> </a:t>
            </a:r>
            <a:r>
              <a:rPr lang="en-GB" sz="1800" dirty="0" err="1">
                <a:solidFill>
                  <a:schemeClr val="tx1"/>
                </a:solidFill>
                <a:ea typeface="Lato" panose="020F0502020204030203" pitchFamily="34" charset="0"/>
                <a:cs typeface="Lato" panose="020F0502020204030203" pitchFamily="34" charset="0"/>
              </a:rPr>
              <a:t>hình</a:t>
            </a:r>
            <a:r>
              <a:rPr lang="en-GB" sz="1800" dirty="0">
                <a:solidFill>
                  <a:schemeClr val="tx1"/>
                </a:solidFill>
                <a:ea typeface="Lato" panose="020F0502020204030203" pitchFamily="34" charset="0"/>
                <a:cs typeface="Lato" panose="020F0502020204030203" pitchFamily="34" charset="0"/>
              </a:rPr>
              <a:t> </a:t>
            </a:r>
            <a:r>
              <a:rPr lang="en-GB" sz="1800" dirty="0" err="1">
                <a:solidFill>
                  <a:schemeClr val="tx1"/>
                </a:solidFill>
                <a:ea typeface="Lato" panose="020F0502020204030203" pitchFamily="34" charset="0"/>
                <a:cs typeface="Lato" panose="020F0502020204030203" pitchFamily="34" charset="0"/>
              </a:rPr>
              <a:t>điện</a:t>
            </a:r>
            <a:r>
              <a:rPr lang="en-GB" sz="1800" dirty="0">
                <a:solidFill>
                  <a:schemeClr val="tx1"/>
                </a:solidFill>
                <a:ea typeface="Lato" panose="020F0502020204030203" pitchFamily="34" charset="0"/>
                <a:cs typeface="Lato" panose="020F0502020204030203" pitchFamily="34" charset="0"/>
              </a:rPr>
              <a:t> </a:t>
            </a:r>
            <a:r>
              <a:rPr lang="en-GB" sz="1800" dirty="0" err="1">
                <a:solidFill>
                  <a:schemeClr val="tx1"/>
                </a:solidFill>
                <a:ea typeface="Lato" panose="020F0502020204030203" pitchFamily="34" charset="0"/>
                <a:cs typeface="Lato" panose="020F0502020204030203" pitchFamily="34" charset="0"/>
              </a:rPr>
              <a:t>hóa</a:t>
            </a:r>
            <a:r>
              <a:rPr lang="en-GB" sz="1800" dirty="0">
                <a:solidFill>
                  <a:schemeClr val="tx1"/>
                </a:solidFill>
                <a:ea typeface="Lato" panose="020F0502020204030203" pitchFamily="34" charset="0"/>
                <a:cs typeface="Lato" panose="020F0502020204030203" pitchFamily="34" charset="0"/>
              </a:rPr>
              <a:t> </a:t>
            </a:r>
          </a:p>
        </p:txBody>
      </p:sp>
      <p:sp>
        <p:nvSpPr>
          <p:cNvPr id="22" name="Rectangle 21">
            <a:extLst>
              <a:ext uri="{FF2B5EF4-FFF2-40B4-BE49-F238E27FC236}">
                <a16:creationId xmlns:a16="http://schemas.microsoft.com/office/drawing/2014/main" id="{C4FE8195-0E5C-1445-F87B-D52A201C72E2}"/>
              </a:ext>
            </a:extLst>
          </p:cNvPr>
          <p:cNvSpPr/>
          <p:nvPr/>
        </p:nvSpPr>
        <p:spPr>
          <a:xfrm>
            <a:off x="7093879" y="3694977"/>
            <a:ext cx="2228849" cy="545524"/>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b="1" dirty="0" err="1">
                <a:solidFill>
                  <a:schemeClr val="tx1"/>
                </a:solidFill>
                <a:ea typeface="Lato" panose="020F0502020204030203" pitchFamily="34" charset="0"/>
                <a:cs typeface="Lato" panose="020F0502020204030203" pitchFamily="34" charset="0"/>
              </a:rPr>
              <a:t>Mô</a:t>
            </a:r>
            <a:r>
              <a:rPr lang="en-GB" sz="1800" b="1" dirty="0">
                <a:solidFill>
                  <a:schemeClr val="tx1"/>
                </a:solidFill>
                <a:ea typeface="Lato" panose="020F0502020204030203" pitchFamily="34" charset="0"/>
                <a:cs typeface="Lato" panose="020F0502020204030203" pitchFamily="34" charset="0"/>
              </a:rPr>
              <a:t> </a:t>
            </a:r>
            <a:r>
              <a:rPr lang="en-GB" sz="1800" b="1" dirty="0" err="1">
                <a:solidFill>
                  <a:schemeClr val="tx1"/>
                </a:solidFill>
                <a:ea typeface="Lato" panose="020F0502020204030203" pitchFamily="34" charset="0"/>
                <a:cs typeface="Lato" panose="020F0502020204030203" pitchFamily="34" charset="0"/>
              </a:rPr>
              <a:t>hình</a:t>
            </a:r>
            <a:r>
              <a:rPr lang="en-GB" sz="1800" b="1" dirty="0">
                <a:solidFill>
                  <a:schemeClr val="tx1"/>
                </a:solidFill>
                <a:ea typeface="Lato" panose="020F0502020204030203" pitchFamily="34" charset="0"/>
                <a:cs typeface="Lato" panose="020F0502020204030203" pitchFamily="34" charset="0"/>
              </a:rPr>
              <a:t> </a:t>
            </a:r>
            <a:r>
              <a:rPr lang="en-GB" sz="1800" b="1" dirty="0" err="1">
                <a:solidFill>
                  <a:schemeClr val="tx1"/>
                </a:solidFill>
                <a:ea typeface="Lato" panose="020F0502020204030203" pitchFamily="34" charset="0"/>
                <a:cs typeface="Lato" panose="020F0502020204030203" pitchFamily="34" charset="0"/>
              </a:rPr>
              <a:t>mạch</a:t>
            </a:r>
            <a:r>
              <a:rPr lang="en-GB" sz="1800" b="1" dirty="0">
                <a:solidFill>
                  <a:schemeClr val="tx1"/>
                </a:solidFill>
                <a:ea typeface="Lato" panose="020F0502020204030203" pitchFamily="34" charset="0"/>
                <a:cs typeface="Lato" panose="020F0502020204030203" pitchFamily="34" charset="0"/>
              </a:rPr>
              <a:t> </a:t>
            </a:r>
            <a:r>
              <a:rPr lang="en-GB" sz="1800" b="1" dirty="0" err="1">
                <a:solidFill>
                  <a:schemeClr val="tx1"/>
                </a:solidFill>
                <a:ea typeface="Lato" panose="020F0502020204030203" pitchFamily="34" charset="0"/>
                <a:cs typeface="Lato" panose="020F0502020204030203" pitchFamily="34" charset="0"/>
              </a:rPr>
              <a:t>tương</a:t>
            </a:r>
            <a:r>
              <a:rPr lang="en-GB" sz="1800" b="1" dirty="0">
                <a:solidFill>
                  <a:schemeClr val="tx1"/>
                </a:solidFill>
                <a:ea typeface="Lato" panose="020F0502020204030203" pitchFamily="34" charset="0"/>
                <a:cs typeface="Lato" panose="020F0502020204030203" pitchFamily="34" charset="0"/>
              </a:rPr>
              <a:t> </a:t>
            </a:r>
            <a:r>
              <a:rPr lang="en-GB" sz="1800" b="1" dirty="0" err="1">
                <a:solidFill>
                  <a:schemeClr val="tx1"/>
                </a:solidFill>
                <a:ea typeface="Lato" panose="020F0502020204030203" pitchFamily="34" charset="0"/>
                <a:cs typeface="Lato" panose="020F0502020204030203" pitchFamily="34" charset="0"/>
              </a:rPr>
              <a:t>đương</a:t>
            </a:r>
            <a:r>
              <a:rPr lang="en-GB" sz="1800" b="1" dirty="0">
                <a:solidFill>
                  <a:schemeClr val="tx1"/>
                </a:solidFill>
                <a:ea typeface="Lato" panose="020F0502020204030203" pitchFamily="34" charset="0"/>
                <a:cs typeface="Lato" panose="020F0502020204030203" pitchFamily="34" charset="0"/>
              </a:rPr>
              <a:t> (ECM)</a:t>
            </a:r>
          </a:p>
        </p:txBody>
      </p:sp>
      <p:cxnSp>
        <p:nvCxnSpPr>
          <p:cNvPr id="24" name="Straight Arrow Connector 23">
            <a:extLst>
              <a:ext uri="{FF2B5EF4-FFF2-40B4-BE49-F238E27FC236}">
                <a16:creationId xmlns:a16="http://schemas.microsoft.com/office/drawing/2014/main" id="{6ECC5F40-A8D5-DF16-A9EB-7046D801EEAE}"/>
              </a:ext>
            </a:extLst>
          </p:cNvPr>
          <p:cNvCxnSpPr>
            <a:cxnSpLocks/>
            <a:stCxn id="8" idx="2"/>
            <a:endCxn id="17" idx="0"/>
          </p:cNvCxnSpPr>
          <p:nvPr/>
        </p:nvCxnSpPr>
        <p:spPr>
          <a:xfrm flipH="1">
            <a:off x="2683171" y="1983729"/>
            <a:ext cx="1906348" cy="5312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24E0152-FE2B-409A-2653-CF1709095359}"/>
              </a:ext>
            </a:extLst>
          </p:cNvPr>
          <p:cNvCxnSpPr>
            <a:cxnSpLocks/>
            <a:endCxn id="12" idx="0"/>
          </p:cNvCxnSpPr>
          <p:nvPr/>
        </p:nvCxnSpPr>
        <p:spPr>
          <a:xfrm>
            <a:off x="4589519" y="1990651"/>
            <a:ext cx="1798861" cy="52429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58B17B7C-BA08-F7CF-6337-07514427557A}"/>
              </a:ext>
            </a:extLst>
          </p:cNvPr>
          <p:cNvCxnSpPr>
            <a:cxnSpLocks/>
            <a:stCxn id="12" idx="2"/>
          </p:cNvCxnSpPr>
          <p:nvPr/>
        </p:nvCxnSpPr>
        <p:spPr>
          <a:xfrm flipH="1">
            <a:off x="5404013" y="3060469"/>
            <a:ext cx="984367" cy="63471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2F3CB5C-01DC-5F47-0805-D5E8D60C5BC2}"/>
              </a:ext>
            </a:extLst>
          </p:cNvPr>
          <p:cNvCxnSpPr>
            <a:cxnSpLocks/>
          </p:cNvCxnSpPr>
          <p:nvPr/>
        </p:nvCxnSpPr>
        <p:spPr>
          <a:xfrm>
            <a:off x="6388380" y="3060469"/>
            <a:ext cx="1121040" cy="58690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87A338B-CAD5-CE76-46E2-DC98F0A3960F}"/>
              </a:ext>
            </a:extLst>
          </p:cNvPr>
          <p:cNvCxnSpPr>
            <a:cxnSpLocks/>
          </p:cNvCxnSpPr>
          <p:nvPr/>
        </p:nvCxnSpPr>
        <p:spPr>
          <a:xfrm>
            <a:off x="8069326" y="4258363"/>
            <a:ext cx="0" cy="65344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D9B2AC84-D872-1770-8373-9F08C58661D2}"/>
              </a:ext>
            </a:extLst>
          </p:cNvPr>
          <p:cNvSpPr/>
          <p:nvPr/>
        </p:nvSpPr>
        <p:spPr>
          <a:xfrm>
            <a:off x="6948900" y="4879582"/>
            <a:ext cx="2373827" cy="56025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ea typeface="Lato" panose="020F0502020204030203" pitchFamily="34" charset="0"/>
                <a:cs typeface="Lato" panose="020F0502020204030203" pitchFamily="34" charset="0"/>
              </a:rPr>
              <a:t>C</a:t>
            </a:r>
            <a:r>
              <a:rPr lang="vi-VN" sz="1800" dirty="0">
                <a:solidFill>
                  <a:schemeClr val="tx1"/>
                </a:solidFill>
                <a:ea typeface="Lato" panose="020F0502020204030203" pitchFamily="34" charset="0"/>
                <a:cs typeface="Lato" panose="020F0502020204030203" pitchFamily="34" charset="0"/>
              </a:rPr>
              <a:t>ác phần tử  R, C </a:t>
            </a:r>
            <a:endParaRPr lang="en-US" sz="1800" dirty="0">
              <a:solidFill>
                <a:schemeClr val="tx1"/>
              </a:solidFill>
              <a:ea typeface="Lato" panose="020F0502020204030203" pitchFamily="34" charset="0"/>
              <a:cs typeface="Lato" panose="020F0502020204030203" pitchFamily="34" charset="0"/>
            </a:endParaRPr>
          </a:p>
          <a:p>
            <a:pPr algn="ctr"/>
            <a:r>
              <a:rPr lang="vi-VN" sz="1800" dirty="0">
                <a:solidFill>
                  <a:schemeClr val="tx1"/>
                </a:solidFill>
                <a:ea typeface="Lato" panose="020F0502020204030203" pitchFamily="34" charset="0"/>
                <a:cs typeface="Lato" panose="020F0502020204030203" pitchFamily="34" charset="0"/>
              </a:rPr>
              <a:t>và nguồn áp</a:t>
            </a:r>
            <a:endParaRPr lang="en-GB" sz="1800" dirty="0">
              <a:solidFill>
                <a:schemeClr val="tx1"/>
              </a:solidFill>
              <a:ea typeface="Lato" panose="020F0502020204030203" pitchFamily="34" charset="0"/>
              <a:cs typeface="Lato" panose="020F0502020204030203" pitchFamily="34" charset="0"/>
            </a:endParaRPr>
          </a:p>
        </p:txBody>
      </p:sp>
      <p:sp>
        <p:nvSpPr>
          <p:cNvPr id="34" name="TextBox 33">
            <a:extLst>
              <a:ext uri="{FF2B5EF4-FFF2-40B4-BE49-F238E27FC236}">
                <a16:creationId xmlns:a16="http://schemas.microsoft.com/office/drawing/2014/main" id="{CC653BE8-E579-E0F5-878B-CD685DE5956C}"/>
              </a:ext>
            </a:extLst>
          </p:cNvPr>
          <p:cNvSpPr txBox="1"/>
          <p:nvPr/>
        </p:nvSpPr>
        <p:spPr>
          <a:xfrm>
            <a:off x="194865" y="5818992"/>
            <a:ext cx="8435754"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err="1"/>
              <a:t>Mô</a:t>
            </a:r>
            <a:r>
              <a:rPr lang="en-US" dirty="0"/>
              <a:t> </a:t>
            </a:r>
            <a:r>
              <a:rPr lang="en-US" dirty="0" err="1"/>
              <a:t>hình</a:t>
            </a:r>
            <a:r>
              <a:rPr lang="en-US" dirty="0"/>
              <a:t> ECM: </a:t>
            </a:r>
            <a:r>
              <a:rPr lang="en-US" dirty="0" err="1"/>
              <a:t>dễ</a:t>
            </a:r>
            <a:r>
              <a:rPr lang="en-US" dirty="0"/>
              <a:t> </a:t>
            </a:r>
            <a:r>
              <a:rPr lang="en-US" dirty="0" err="1"/>
              <a:t>dàng</a:t>
            </a:r>
            <a:r>
              <a:rPr lang="en-US" dirty="0"/>
              <a:t> </a:t>
            </a:r>
            <a:r>
              <a:rPr lang="en-US" dirty="0" err="1"/>
              <a:t>mô</a:t>
            </a:r>
            <a:r>
              <a:rPr lang="en-US" dirty="0"/>
              <a:t> </a:t>
            </a:r>
            <a:r>
              <a:rPr lang="en-US" dirty="0" err="1"/>
              <a:t>phỏng</a:t>
            </a:r>
            <a:r>
              <a:rPr lang="en-US" dirty="0"/>
              <a:t> </a:t>
            </a:r>
            <a:r>
              <a:rPr lang="en-US" dirty="0" err="1"/>
              <a:t>trên</a:t>
            </a:r>
            <a:r>
              <a:rPr lang="en-US" dirty="0"/>
              <a:t> </a:t>
            </a:r>
            <a:r>
              <a:rPr lang="en-US" dirty="0" err="1"/>
              <a:t>các</a:t>
            </a:r>
            <a:r>
              <a:rPr lang="en-US" dirty="0"/>
              <a:t> </a:t>
            </a:r>
            <a:r>
              <a:rPr lang="en-US" dirty="0" err="1"/>
              <a:t>phần</a:t>
            </a:r>
            <a:r>
              <a:rPr lang="en-US" dirty="0"/>
              <a:t> </a:t>
            </a:r>
            <a:r>
              <a:rPr lang="en-US" dirty="0" err="1"/>
              <a:t>mềm</a:t>
            </a:r>
            <a:r>
              <a:rPr lang="en-US" dirty="0"/>
              <a:t>(</a:t>
            </a:r>
            <a:r>
              <a:rPr lang="en-US" dirty="0" err="1"/>
              <a:t>Matlab</a:t>
            </a:r>
            <a:r>
              <a:rPr lang="en-US" dirty="0"/>
              <a:t>, PSIM,…) </a:t>
            </a:r>
          </a:p>
          <a:p>
            <a:pPr marL="285750" indent="-285750">
              <a:buFont typeface="Wingdings" panose="05000000000000000000" pitchFamily="2" charset="2"/>
              <a:buChar char="Ø"/>
            </a:pPr>
            <a:r>
              <a:rPr lang="en-US" dirty="0"/>
              <a:t>D</a:t>
            </a:r>
            <a:r>
              <a:rPr lang="vi-VN" dirty="0"/>
              <a:t>ự đoán </a:t>
            </a:r>
            <a:r>
              <a:rPr lang="en-US" dirty="0"/>
              <a:t>I,V </a:t>
            </a:r>
            <a:r>
              <a:rPr lang="vi-VN" dirty="0"/>
              <a:t>theo từng giai đoạn sạc</a:t>
            </a:r>
            <a:r>
              <a:rPr lang="en-US" dirty="0"/>
              <a:t> -&gt; </a:t>
            </a:r>
            <a:r>
              <a:rPr lang="en-US" dirty="0" err="1"/>
              <a:t>tối</a:t>
            </a:r>
            <a:r>
              <a:rPr lang="en-US" dirty="0"/>
              <a:t> </a:t>
            </a:r>
            <a:r>
              <a:rPr lang="en-US" dirty="0" err="1"/>
              <a:t>ưu</a:t>
            </a:r>
            <a:r>
              <a:rPr lang="en-US" dirty="0"/>
              <a:t> </a:t>
            </a:r>
            <a:r>
              <a:rPr lang="en-US" dirty="0" err="1"/>
              <a:t>phương</a:t>
            </a:r>
            <a:r>
              <a:rPr lang="en-US" dirty="0"/>
              <a:t> </a:t>
            </a:r>
            <a:r>
              <a:rPr lang="en-US" dirty="0" err="1"/>
              <a:t>pháp</a:t>
            </a:r>
            <a:r>
              <a:rPr lang="en-US" dirty="0"/>
              <a:t> </a:t>
            </a:r>
            <a:r>
              <a:rPr lang="en-US" dirty="0" err="1"/>
              <a:t>sạc</a:t>
            </a:r>
            <a:endParaRPr lang="en-US" dirty="0"/>
          </a:p>
        </p:txBody>
      </p:sp>
      <p:pic>
        <p:nvPicPr>
          <p:cNvPr id="16" name="Picture 15">
            <a:extLst>
              <a:ext uri="{FF2B5EF4-FFF2-40B4-BE49-F238E27FC236}">
                <a16:creationId xmlns:a16="http://schemas.microsoft.com/office/drawing/2014/main" id="{B8D1D400-75FC-B09B-2E52-F76D58C22721}"/>
              </a:ext>
            </a:extLst>
          </p:cNvPr>
          <p:cNvPicPr>
            <a:picLocks noChangeAspect="1"/>
          </p:cNvPicPr>
          <p:nvPr/>
        </p:nvPicPr>
        <p:blipFill>
          <a:blip r:embed="rId3"/>
          <a:stretch>
            <a:fillRect/>
          </a:stretch>
        </p:blipFill>
        <p:spPr>
          <a:xfrm>
            <a:off x="5210720" y="4343083"/>
            <a:ext cx="969560" cy="718193"/>
          </a:xfrm>
          <a:prstGeom prst="rect">
            <a:avLst/>
          </a:prstGeom>
        </p:spPr>
      </p:pic>
      <p:pic>
        <p:nvPicPr>
          <p:cNvPr id="18" name="Picture 17">
            <a:extLst>
              <a:ext uri="{FF2B5EF4-FFF2-40B4-BE49-F238E27FC236}">
                <a16:creationId xmlns:a16="http://schemas.microsoft.com/office/drawing/2014/main" id="{3572CDBA-FA9D-4FFB-95CB-A827B5EF21FE}"/>
              </a:ext>
            </a:extLst>
          </p:cNvPr>
          <p:cNvPicPr>
            <a:picLocks noChangeAspect="1"/>
          </p:cNvPicPr>
          <p:nvPr/>
        </p:nvPicPr>
        <p:blipFill>
          <a:blip r:embed="rId4"/>
          <a:stretch>
            <a:fillRect/>
          </a:stretch>
        </p:blipFill>
        <p:spPr>
          <a:xfrm>
            <a:off x="5210720" y="5037843"/>
            <a:ext cx="1049474" cy="846994"/>
          </a:xfrm>
          <a:prstGeom prst="rect">
            <a:avLst/>
          </a:prstGeom>
        </p:spPr>
      </p:pic>
      <p:cxnSp>
        <p:nvCxnSpPr>
          <p:cNvPr id="21" name="Straight Arrow Connector 20">
            <a:extLst>
              <a:ext uri="{FF2B5EF4-FFF2-40B4-BE49-F238E27FC236}">
                <a16:creationId xmlns:a16="http://schemas.microsoft.com/office/drawing/2014/main" id="{8030011E-623A-6FF2-0D52-263AD23C42F7}"/>
              </a:ext>
            </a:extLst>
          </p:cNvPr>
          <p:cNvCxnSpPr>
            <a:cxnSpLocks/>
            <a:stCxn id="33" idx="1"/>
          </p:cNvCxnSpPr>
          <p:nvPr/>
        </p:nvCxnSpPr>
        <p:spPr>
          <a:xfrm flipH="1" flipV="1">
            <a:off x="6326429" y="4711818"/>
            <a:ext cx="622471" cy="44789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2BD24F27-FF1D-C1E4-1A01-E321F38636F1}"/>
              </a:ext>
            </a:extLst>
          </p:cNvPr>
          <p:cNvCxnSpPr>
            <a:cxnSpLocks/>
          </p:cNvCxnSpPr>
          <p:nvPr/>
        </p:nvCxnSpPr>
        <p:spPr>
          <a:xfrm flipH="1">
            <a:off x="6326429" y="5164074"/>
            <a:ext cx="622471" cy="37854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6084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65AC8-118C-1306-86FE-972C8BAB389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D3A2DC6-1443-23E7-98B5-28C32427709C}"/>
              </a:ext>
            </a:extLst>
          </p:cNvPr>
          <p:cNvPicPr>
            <a:picLocks noChangeAspect="1"/>
          </p:cNvPicPr>
          <p:nvPr/>
        </p:nvPicPr>
        <p:blipFill>
          <a:blip r:embed="rId3"/>
          <a:stretch>
            <a:fillRect/>
          </a:stretch>
        </p:blipFill>
        <p:spPr>
          <a:xfrm>
            <a:off x="3013548" y="4135739"/>
            <a:ext cx="2875985" cy="2130359"/>
          </a:xfrm>
          <a:prstGeom prst="rect">
            <a:avLst/>
          </a:prstGeom>
        </p:spPr>
      </p:pic>
      <p:sp>
        <p:nvSpPr>
          <p:cNvPr id="4" name="Date Placeholder 3">
            <a:extLst>
              <a:ext uri="{FF2B5EF4-FFF2-40B4-BE49-F238E27FC236}">
                <a16:creationId xmlns:a16="http://schemas.microsoft.com/office/drawing/2014/main" id="{51CB1F84-E0DB-79D2-B9E9-143C50BDEDA0}"/>
              </a:ext>
            </a:extLst>
          </p:cNvPr>
          <p:cNvSpPr>
            <a:spLocks noGrp="1"/>
          </p:cNvSpPr>
          <p:nvPr>
            <p:ph type="dt" sz="half" idx="10"/>
          </p:nvPr>
        </p:nvSpPr>
        <p:spPr>
          <a:xfrm>
            <a:off x="681038" y="6570787"/>
            <a:ext cx="2228850" cy="287215"/>
          </a:xfrm>
        </p:spPr>
        <p:txBody>
          <a:bodyPr/>
          <a:lstStyle/>
          <a:p>
            <a:fld id="{4F253143-4615-40A0-8AC3-64886600ECE3}" type="datetime1">
              <a:rPr lang="en-US" smtClean="0"/>
              <a:t>3/22/2025</a:t>
            </a:fld>
            <a:endParaRPr lang="en-US"/>
          </a:p>
        </p:txBody>
      </p:sp>
      <p:sp>
        <p:nvSpPr>
          <p:cNvPr id="7" name="Slide Number Placeholder 6">
            <a:extLst>
              <a:ext uri="{FF2B5EF4-FFF2-40B4-BE49-F238E27FC236}">
                <a16:creationId xmlns:a16="http://schemas.microsoft.com/office/drawing/2014/main" id="{0BCBAD21-DF71-57D8-BF81-D4520307B9EE}"/>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5</a:t>
            </a:fld>
            <a:endParaRPr lang="en-US"/>
          </a:p>
        </p:txBody>
      </p:sp>
      <p:sp>
        <p:nvSpPr>
          <p:cNvPr id="2" name="Title 1">
            <a:extLst>
              <a:ext uri="{FF2B5EF4-FFF2-40B4-BE49-F238E27FC236}">
                <a16:creationId xmlns:a16="http://schemas.microsoft.com/office/drawing/2014/main" id="{64682D65-BF25-55D0-2DEC-B8863704673D}"/>
              </a:ext>
            </a:extLst>
          </p:cNvPr>
          <p:cNvSpPr>
            <a:spLocks noGrp="1"/>
          </p:cNvSpPr>
          <p:nvPr>
            <p:ph type="title"/>
          </p:nvPr>
        </p:nvSpPr>
        <p:spPr>
          <a:xfrm>
            <a:off x="500416" y="331083"/>
            <a:ext cx="9766931" cy="548731"/>
          </a:xfrm>
        </p:spPr>
        <p:txBody>
          <a:bodyPr/>
          <a:lstStyle/>
          <a:p>
            <a:pPr>
              <a:spcBef>
                <a:spcPts val="600"/>
              </a:spcBef>
              <a:spcAft>
                <a:spcPts val="600"/>
              </a:spcAft>
            </a:pPr>
            <a:r>
              <a:rPr lang="en-US" sz="3600" dirty="0">
                <a:latin typeface="+mj-lt"/>
              </a:rPr>
              <a:t>II. </a:t>
            </a:r>
            <a:r>
              <a:rPr lang="en-US" sz="3600" dirty="0" err="1">
                <a:latin typeface="+mj-lt"/>
              </a:rPr>
              <a:t>Mô</a:t>
            </a:r>
            <a:r>
              <a:rPr lang="en-US" sz="3600" dirty="0">
                <a:latin typeface="+mj-lt"/>
              </a:rPr>
              <a:t> </a:t>
            </a:r>
            <a:r>
              <a:rPr lang="en-US" sz="3600" dirty="0" err="1">
                <a:latin typeface="+mj-lt"/>
              </a:rPr>
              <a:t>hình</a:t>
            </a:r>
            <a:r>
              <a:rPr lang="en-US" sz="3600" dirty="0">
                <a:latin typeface="+mj-lt"/>
              </a:rPr>
              <a:t> </a:t>
            </a:r>
            <a:r>
              <a:rPr lang="en-US" sz="3600" dirty="0" err="1">
                <a:latin typeface="+mj-lt"/>
              </a:rPr>
              <a:t>Rint</a:t>
            </a:r>
            <a:br>
              <a:rPr lang="en-US" sz="3600" dirty="0">
                <a:latin typeface="+mj-lt"/>
              </a:rPr>
            </a:br>
            <a:endParaRPr lang="en-US" sz="3600" dirty="0">
              <a:latin typeface="+mj-lt"/>
            </a:endParaRPr>
          </a:p>
        </p:txBody>
      </p:sp>
      <p:sp>
        <p:nvSpPr>
          <p:cNvPr id="6" name="TextBox 5">
            <a:extLst>
              <a:ext uri="{FF2B5EF4-FFF2-40B4-BE49-F238E27FC236}">
                <a16:creationId xmlns:a16="http://schemas.microsoft.com/office/drawing/2014/main" id="{F0191D2D-7B61-3F56-CC07-15406CC995B5}"/>
              </a:ext>
            </a:extLst>
          </p:cNvPr>
          <p:cNvSpPr txBox="1"/>
          <p:nvPr/>
        </p:nvSpPr>
        <p:spPr>
          <a:xfrm>
            <a:off x="194865" y="739057"/>
            <a:ext cx="7062019" cy="892552"/>
          </a:xfrm>
          <a:prstGeom prst="rect">
            <a:avLst/>
          </a:prstGeom>
          <a:noFill/>
        </p:spPr>
        <p:txBody>
          <a:bodyPr wrap="square">
            <a:spAutoFit/>
          </a:bodyPr>
          <a:lstStyle/>
          <a:p>
            <a:pPr marL="457200" indent="-457200" rtl="0" fontAlgn="ctr">
              <a:buFont typeface="Wingdings" panose="05000000000000000000" pitchFamily="2" charset="2"/>
              <a:buChar char="q"/>
            </a:pPr>
            <a:r>
              <a:rPr lang="en-US" sz="2600" b="1" dirty="0" err="1"/>
              <a:t>Cơ</a:t>
            </a:r>
            <a:r>
              <a:rPr lang="en-US" sz="2600" b="1" dirty="0"/>
              <a:t> </a:t>
            </a:r>
            <a:r>
              <a:rPr lang="en-US" sz="2600" b="1" dirty="0" err="1"/>
              <a:t>sở</a:t>
            </a:r>
            <a:endParaRPr lang="en-US" sz="2600" b="1" dirty="0">
              <a:effectLst/>
            </a:endParaRPr>
          </a:p>
          <a:p>
            <a:pPr rtl="0" fontAlgn="ctr"/>
            <a:endParaRPr lang="vi-VN" sz="2600" b="1" dirty="0">
              <a:effectLst/>
            </a:endParaRPr>
          </a:p>
        </p:txBody>
      </p:sp>
      <p:pic>
        <p:nvPicPr>
          <p:cNvPr id="13" name="Picture 12">
            <a:extLst>
              <a:ext uri="{FF2B5EF4-FFF2-40B4-BE49-F238E27FC236}">
                <a16:creationId xmlns:a16="http://schemas.microsoft.com/office/drawing/2014/main" id="{44EECFEA-D33B-E030-93EE-BBC07A3A5168}"/>
              </a:ext>
            </a:extLst>
          </p:cNvPr>
          <p:cNvPicPr>
            <a:picLocks noChangeAspect="1"/>
          </p:cNvPicPr>
          <p:nvPr/>
        </p:nvPicPr>
        <p:blipFill>
          <a:blip r:embed="rId4"/>
          <a:stretch>
            <a:fillRect/>
          </a:stretch>
        </p:blipFill>
        <p:spPr>
          <a:xfrm>
            <a:off x="119366" y="1194613"/>
            <a:ext cx="3589350" cy="2887258"/>
          </a:xfrm>
          <a:prstGeom prst="rect">
            <a:avLst/>
          </a:prstGeom>
        </p:spPr>
      </p:pic>
      <p:pic>
        <p:nvPicPr>
          <p:cNvPr id="15" name="Picture 14">
            <a:extLst>
              <a:ext uri="{FF2B5EF4-FFF2-40B4-BE49-F238E27FC236}">
                <a16:creationId xmlns:a16="http://schemas.microsoft.com/office/drawing/2014/main" id="{A3BC42EB-B7A0-7B98-B21C-C0EC5249CFC3}"/>
              </a:ext>
            </a:extLst>
          </p:cNvPr>
          <p:cNvPicPr>
            <a:picLocks noChangeAspect="1"/>
          </p:cNvPicPr>
          <p:nvPr/>
        </p:nvPicPr>
        <p:blipFill>
          <a:blip r:embed="rId5"/>
          <a:stretch>
            <a:fillRect/>
          </a:stretch>
        </p:blipFill>
        <p:spPr>
          <a:xfrm>
            <a:off x="5007380" y="1194613"/>
            <a:ext cx="4650006" cy="2887258"/>
          </a:xfrm>
          <a:prstGeom prst="rect">
            <a:avLst/>
          </a:prstGeom>
        </p:spPr>
      </p:pic>
      <p:sp>
        <p:nvSpPr>
          <p:cNvPr id="16" name="TextBox 15">
            <a:extLst>
              <a:ext uri="{FF2B5EF4-FFF2-40B4-BE49-F238E27FC236}">
                <a16:creationId xmlns:a16="http://schemas.microsoft.com/office/drawing/2014/main" id="{70459CA3-87EF-0769-AD0C-1171E4BDEE48}"/>
              </a:ext>
            </a:extLst>
          </p:cNvPr>
          <p:cNvSpPr txBox="1"/>
          <p:nvPr/>
        </p:nvSpPr>
        <p:spPr>
          <a:xfrm>
            <a:off x="1526860" y="3992456"/>
            <a:ext cx="2199014" cy="338554"/>
          </a:xfrm>
          <a:prstGeom prst="rect">
            <a:avLst/>
          </a:prstGeom>
          <a:noFill/>
        </p:spPr>
        <p:txBody>
          <a:bodyPr wrap="square" rtlCol="0">
            <a:spAutoFit/>
          </a:bodyPr>
          <a:lstStyle/>
          <a:p>
            <a:r>
              <a:rPr lang="en-US" sz="1600" i="1" dirty="0"/>
              <a:t>Khi </a:t>
            </a:r>
            <a:r>
              <a:rPr lang="en-US" sz="1600" i="1" dirty="0" err="1"/>
              <a:t>không</a:t>
            </a:r>
            <a:r>
              <a:rPr lang="en-US" sz="1600" i="1" dirty="0"/>
              <a:t> </a:t>
            </a:r>
            <a:r>
              <a:rPr lang="en-US" sz="1600" i="1" dirty="0" err="1"/>
              <a:t>tải</a:t>
            </a:r>
            <a:endParaRPr lang="en-US" sz="1600" i="1" dirty="0"/>
          </a:p>
        </p:txBody>
      </p:sp>
      <p:sp>
        <p:nvSpPr>
          <p:cNvPr id="29" name="TextBox 28">
            <a:extLst>
              <a:ext uri="{FF2B5EF4-FFF2-40B4-BE49-F238E27FC236}">
                <a16:creationId xmlns:a16="http://schemas.microsoft.com/office/drawing/2014/main" id="{989F1A66-BDB3-DA2F-8E8E-B95D494D8BA3}"/>
              </a:ext>
            </a:extLst>
          </p:cNvPr>
          <p:cNvSpPr txBox="1"/>
          <p:nvPr/>
        </p:nvSpPr>
        <p:spPr>
          <a:xfrm>
            <a:off x="6670507" y="3966462"/>
            <a:ext cx="2199014" cy="338554"/>
          </a:xfrm>
          <a:prstGeom prst="rect">
            <a:avLst/>
          </a:prstGeom>
          <a:noFill/>
        </p:spPr>
        <p:txBody>
          <a:bodyPr wrap="square" rtlCol="0">
            <a:spAutoFit/>
          </a:bodyPr>
          <a:lstStyle/>
          <a:p>
            <a:r>
              <a:rPr lang="en-US" sz="1600" i="1" dirty="0"/>
              <a:t>Khi </a:t>
            </a:r>
            <a:r>
              <a:rPr lang="en-US" sz="1600" i="1" dirty="0" err="1"/>
              <a:t>có</a:t>
            </a:r>
            <a:r>
              <a:rPr lang="en-US" sz="1600" i="1" dirty="0"/>
              <a:t> </a:t>
            </a:r>
            <a:r>
              <a:rPr lang="en-US" sz="1600" i="1" dirty="0" err="1"/>
              <a:t>tải</a:t>
            </a:r>
            <a:endParaRPr lang="en-US" sz="1600" i="1" dirty="0"/>
          </a:p>
        </p:txBody>
      </p:sp>
      <p:sp>
        <p:nvSpPr>
          <p:cNvPr id="32" name="TextBox 31">
            <a:extLst>
              <a:ext uri="{FF2B5EF4-FFF2-40B4-BE49-F238E27FC236}">
                <a16:creationId xmlns:a16="http://schemas.microsoft.com/office/drawing/2014/main" id="{A9EE0A40-A8EC-7A4D-ED67-7CC20E0F1294}"/>
              </a:ext>
            </a:extLst>
          </p:cNvPr>
          <p:cNvSpPr txBox="1"/>
          <p:nvPr/>
        </p:nvSpPr>
        <p:spPr>
          <a:xfrm>
            <a:off x="3907873" y="6096821"/>
            <a:ext cx="2199014" cy="338554"/>
          </a:xfrm>
          <a:prstGeom prst="rect">
            <a:avLst/>
          </a:prstGeom>
          <a:noFill/>
        </p:spPr>
        <p:txBody>
          <a:bodyPr wrap="square" rtlCol="0">
            <a:spAutoFit/>
          </a:bodyPr>
          <a:lstStyle/>
          <a:p>
            <a:r>
              <a:rPr lang="en-US" sz="1600" i="1" dirty="0" err="1"/>
              <a:t>Mô</a:t>
            </a:r>
            <a:r>
              <a:rPr lang="en-US" sz="1600" i="1" dirty="0"/>
              <a:t> </a:t>
            </a:r>
            <a:r>
              <a:rPr lang="en-US" sz="1600" i="1" dirty="0" err="1"/>
              <a:t>hình</a:t>
            </a:r>
            <a:r>
              <a:rPr lang="en-US" sz="1600" i="1" dirty="0"/>
              <a:t> </a:t>
            </a:r>
            <a:r>
              <a:rPr lang="en-US" sz="1600" i="1" dirty="0" err="1"/>
              <a:t>Rint</a:t>
            </a:r>
            <a:endParaRPr lang="en-US" sz="1600" i="1" dirty="0"/>
          </a:p>
        </p:txBody>
      </p:sp>
      <p:cxnSp>
        <p:nvCxnSpPr>
          <p:cNvPr id="36" name="Straight Arrow Connector 35">
            <a:extLst>
              <a:ext uri="{FF2B5EF4-FFF2-40B4-BE49-F238E27FC236}">
                <a16:creationId xmlns:a16="http://schemas.microsoft.com/office/drawing/2014/main" id="{3A5954D9-763D-5DFD-3DFA-E699287D1D69}"/>
              </a:ext>
            </a:extLst>
          </p:cNvPr>
          <p:cNvCxnSpPr>
            <a:cxnSpLocks/>
          </p:cNvCxnSpPr>
          <p:nvPr/>
        </p:nvCxnSpPr>
        <p:spPr>
          <a:xfrm>
            <a:off x="1526860" y="5267141"/>
            <a:ext cx="1099507" cy="0"/>
          </a:xfrm>
          <a:prstGeom prst="straightConnector1">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8" name="Rectangle 37">
            <a:extLst>
              <a:ext uri="{FF2B5EF4-FFF2-40B4-BE49-F238E27FC236}">
                <a16:creationId xmlns:a16="http://schemas.microsoft.com/office/drawing/2014/main" id="{0D954378-69D8-ED43-0EB9-2E882E450359}"/>
              </a:ext>
            </a:extLst>
          </p:cNvPr>
          <p:cNvSpPr/>
          <p:nvPr/>
        </p:nvSpPr>
        <p:spPr>
          <a:xfrm>
            <a:off x="3190009" y="3117273"/>
            <a:ext cx="331825" cy="31172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91F4A0DA-E9F8-A94D-730E-B69E7ED07FE9}"/>
              </a:ext>
            </a:extLst>
          </p:cNvPr>
          <p:cNvSpPr txBox="1"/>
          <p:nvPr/>
        </p:nvSpPr>
        <p:spPr>
          <a:xfrm>
            <a:off x="2357120" y="5298221"/>
            <a:ext cx="1270000" cy="923330"/>
          </a:xfrm>
          <a:prstGeom prst="rect">
            <a:avLst/>
          </a:prstGeom>
          <a:noFill/>
        </p:spPr>
        <p:txBody>
          <a:bodyPr wrap="square" rtlCol="0">
            <a:spAutoFit/>
          </a:bodyPr>
          <a:lstStyle/>
          <a:p>
            <a:r>
              <a:rPr lang="en-US" dirty="0" err="1"/>
              <a:t>Điện</a:t>
            </a:r>
            <a:r>
              <a:rPr lang="en-US" dirty="0"/>
              <a:t> </a:t>
            </a:r>
            <a:r>
              <a:rPr lang="en-US" dirty="0" err="1"/>
              <a:t>áp</a:t>
            </a:r>
            <a:r>
              <a:rPr lang="en-US" dirty="0"/>
              <a:t> </a:t>
            </a:r>
            <a:r>
              <a:rPr lang="en-US" dirty="0" err="1"/>
              <a:t>hở</a:t>
            </a:r>
            <a:r>
              <a:rPr lang="en-US" dirty="0"/>
              <a:t> </a:t>
            </a:r>
            <a:r>
              <a:rPr lang="en-US" dirty="0" err="1"/>
              <a:t>mạch</a:t>
            </a:r>
            <a:r>
              <a:rPr lang="en-US" dirty="0"/>
              <a:t> (OCV)</a:t>
            </a:r>
          </a:p>
        </p:txBody>
      </p:sp>
      <p:sp>
        <p:nvSpPr>
          <p:cNvPr id="8" name="TextBox 7">
            <a:extLst>
              <a:ext uri="{FF2B5EF4-FFF2-40B4-BE49-F238E27FC236}">
                <a16:creationId xmlns:a16="http://schemas.microsoft.com/office/drawing/2014/main" id="{19444EF1-3ED7-8795-7EB7-49B0B6186A16}"/>
              </a:ext>
            </a:extLst>
          </p:cNvPr>
          <p:cNvSpPr txBox="1"/>
          <p:nvPr/>
        </p:nvSpPr>
        <p:spPr>
          <a:xfrm>
            <a:off x="4093210" y="4535348"/>
            <a:ext cx="1270000" cy="369332"/>
          </a:xfrm>
          <a:prstGeom prst="rect">
            <a:avLst/>
          </a:prstGeom>
          <a:noFill/>
        </p:spPr>
        <p:txBody>
          <a:bodyPr wrap="square" rtlCol="0">
            <a:spAutoFit/>
          </a:bodyPr>
          <a:lstStyle/>
          <a:p>
            <a:r>
              <a:rPr lang="en-US" dirty="0" err="1"/>
              <a:t>Nội</a:t>
            </a:r>
            <a:r>
              <a:rPr lang="en-US" dirty="0"/>
              <a:t> </a:t>
            </a:r>
            <a:r>
              <a:rPr lang="en-US" dirty="0" err="1"/>
              <a:t>trở</a:t>
            </a:r>
            <a:endParaRPr lang="en-US" dirty="0"/>
          </a:p>
        </p:txBody>
      </p:sp>
    </p:spTree>
    <p:extLst>
      <p:ext uri="{BB962C8B-B14F-4D97-AF65-F5344CB8AC3E}">
        <p14:creationId xmlns:p14="http://schemas.microsoft.com/office/powerpoint/2010/main" val="69793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0F9A5-7E5C-8685-D185-A92BC2F95FB3}"/>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135A4F27-98A3-2B28-499A-5AEBD9222B04}"/>
              </a:ext>
            </a:extLst>
          </p:cNvPr>
          <p:cNvSpPr/>
          <p:nvPr/>
        </p:nvSpPr>
        <p:spPr>
          <a:xfrm>
            <a:off x="5188334" y="1998524"/>
            <a:ext cx="2781036" cy="982074"/>
          </a:xfrm>
          <a:prstGeom prst="rect">
            <a:avLst/>
          </a:prstGeom>
          <a:solidFill>
            <a:schemeClr val="bg1"/>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8AC390A-7362-FDF9-8F30-EC2E6CE9F49F}"/>
              </a:ext>
            </a:extLst>
          </p:cNvPr>
          <p:cNvPicPr>
            <a:picLocks noChangeAspect="1"/>
          </p:cNvPicPr>
          <p:nvPr/>
        </p:nvPicPr>
        <p:blipFill>
          <a:blip r:embed="rId3"/>
          <a:stretch>
            <a:fillRect/>
          </a:stretch>
        </p:blipFill>
        <p:spPr>
          <a:xfrm>
            <a:off x="1306711" y="1243320"/>
            <a:ext cx="3343742" cy="2476846"/>
          </a:xfrm>
          <a:prstGeom prst="rect">
            <a:avLst/>
          </a:prstGeom>
        </p:spPr>
      </p:pic>
      <p:sp>
        <p:nvSpPr>
          <p:cNvPr id="4" name="Date Placeholder 3">
            <a:extLst>
              <a:ext uri="{FF2B5EF4-FFF2-40B4-BE49-F238E27FC236}">
                <a16:creationId xmlns:a16="http://schemas.microsoft.com/office/drawing/2014/main" id="{C2F69328-2792-80A5-4402-F0BF695F81A7}"/>
              </a:ext>
            </a:extLst>
          </p:cNvPr>
          <p:cNvSpPr>
            <a:spLocks noGrp="1"/>
          </p:cNvSpPr>
          <p:nvPr>
            <p:ph type="dt" sz="half" idx="10"/>
          </p:nvPr>
        </p:nvSpPr>
        <p:spPr>
          <a:xfrm>
            <a:off x="681038" y="6570787"/>
            <a:ext cx="2228850" cy="287215"/>
          </a:xfrm>
        </p:spPr>
        <p:txBody>
          <a:bodyPr/>
          <a:lstStyle/>
          <a:p>
            <a:fld id="{4F253143-4615-40A0-8AC3-64886600ECE3}" type="datetime1">
              <a:rPr lang="en-US" smtClean="0"/>
              <a:t>3/22/2025</a:t>
            </a:fld>
            <a:endParaRPr lang="en-US"/>
          </a:p>
        </p:txBody>
      </p:sp>
      <p:sp>
        <p:nvSpPr>
          <p:cNvPr id="7" name="Slide Number Placeholder 6">
            <a:extLst>
              <a:ext uri="{FF2B5EF4-FFF2-40B4-BE49-F238E27FC236}">
                <a16:creationId xmlns:a16="http://schemas.microsoft.com/office/drawing/2014/main" id="{72354621-AEF0-92C9-2D13-0D07255E4FB1}"/>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6</a:t>
            </a:fld>
            <a:endParaRPr lang="en-US"/>
          </a:p>
        </p:txBody>
      </p:sp>
      <p:sp>
        <p:nvSpPr>
          <p:cNvPr id="2" name="Title 1">
            <a:extLst>
              <a:ext uri="{FF2B5EF4-FFF2-40B4-BE49-F238E27FC236}">
                <a16:creationId xmlns:a16="http://schemas.microsoft.com/office/drawing/2014/main" id="{F91310EE-4B69-9868-CD54-9A87DA5E9EC0}"/>
              </a:ext>
            </a:extLst>
          </p:cNvPr>
          <p:cNvSpPr>
            <a:spLocks noGrp="1"/>
          </p:cNvSpPr>
          <p:nvPr>
            <p:ph type="title"/>
          </p:nvPr>
        </p:nvSpPr>
        <p:spPr>
          <a:xfrm>
            <a:off x="500416" y="331083"/>
            <a:ext cx="9766931" cy="548731"/>
          </a:xfrm>
        </p:spPr>
        <p:txBody>
          <a:bodyPr/>
          <a:lstStyle/>
          <a:p>
            <a:pPr>
              <a:spcBef>
                <a:spcPts val="600"/>
              </a:spcBef>
              <a:spcAft>
                <a:spcPts val="600"/>
              </a:spcAft>
            </a:pPr>
            <a:r>
              <a:rPr lang="en-US" sz="3600" dirty="0">
                <a:latin typeface="+mj-lt"/>
              </a:rPr>
              <a:t>II. </a:t>
            </a:r>
            <a:r>
              <a:rPr lang="en-US" sz="3600" dirty="0" err="1">
                <a:latin typeface="+mj-lt"/>
              </a:rPr>
              <a:t>Mô</a:t>
            </a:r>
            <a:r>
              <a:rPr lang="en-US" sz="3600" dirty="0">
                <a:latin typeface="+mj-lt"/>
              </a:rPr>
              <a:t> </a:t>
            </a:r>
            <a:r>
              <a:rPr lang="en-US" sz="3600" dirty="0" err="1">
                <a:latin typeface="+mj-lt"/>
              </a:rPr>
              <a:t>hình</a:t>
            </a:r>
            <a:r>
              <a:rPr lang="en-US" sz="3600" dirty="0">
                <a:latin typeface="+mj-lt"/>
              </a:rPr>
              <a:t> </a:t>
            </a:r>
            <a:r>
              <a:rPr lang="en-US" sz="3600" dirty="0" err="1">
                <a:latin typeface="+mj-lt"/>
              </a:rPr>
              <a:t>Rint</a:t>
            </a:r>
            <a:br>
              <a:rPr lang="en-US" sz="3600" dirty="0">
                <a:latin typeface="+mj-lt"/>
              </a:rPr>
            </a:br>
            <a:endParaRPr lang="en-US" sz="3600" dirty="0">
              <a:latin typeface="+mj-lt"/>
            </a:endParaRPr>
          </a:p>
        </p:txBody>
      </p:sp>
      <p:sp>
        <p:nvSpPr>
          <p:cNvPr id="6" name="TextBox 5">
            <a:extLst>
              <a:ext uri="{FF2B5EF4-FFF2-40B4-BE49-F238E27FC236}">
                <a16:creationId xmlns:a16="http://schemas.microsoft.com/office/drawing/2014/main" id="{27133F81-4727-2BA7-9F09-4FD483218D59}"/>
              </a:ext>
            </a:extLst>
          </p:cNvPr>
          <p:cNvSpPr txBox="1"/>
          <p:nvPr/>
        </p:nvSpPr>
        <p:spPr>
          <a:xfrm>
            <a:off x="194865" y="739057"/>
            <a:ext cx="7062019" cy="892552"/>
          </a:xfrm>
          <a:prstGeom prst="rect">
            <a:avLst/>
          </a:prstGeom>
          <a:noFill/>
        </p:spPr>
        <p:txBody>
          <a:bodyPr wrap="square">
            <a:spAutoFit/>
          </a:bodyPr>
          <a:lstStyle/>
          <a:p>
            <a:pPr marL="457200" indent="-457200" rtl="0" fontAlgn="ctr">
              <a:buFont typeface="Wingdings" panose="05000000000000000000" pitchFamily="2" charset="2"/>
              <a:buChar char="q"/>
            </a:pPr>
            <a:r>
              <a:rPr lang="en-US" sz="2600" b="1" dirty="0" err="1"/>
              <a:t>Công</a:t>
            </a:r>
            <a:r>
              <a:rPr lang="en-US" sz="2600" b="1" dirty="0"/>
              <a:t> </a:t>
            </a:r>
            <a:r>
              <a:rPr lang="en-US" sz="2600" b="1" dirty="0" err="1"/>
              <a:t>thức</a:t>
            </a:r>
            <a:endParaRPr lang="en-US" sz="2600" b="1" dirty="0">
              <a:effectLst/>
            </a:endParaRPr>
          </a:p>
          <a:p>
            <a:pPr rtl="0" fontAlgn="ctr"/>
            <a:endParaRPr lang="vi-VN" sz="2600" b="1" dirty="0">
              <a:effectLst/>
            </a:endParaRPr>
          </a:p>
        </p:txBody>
      </p:sp>
      <p:sp>
        <p:nvSpPr>
          <p:cNvPr id="32" name="TextBox 31">
            <a:extLst>
              <a:ext uri="{FF2B5EF4-FFF2-40B4-BE49-F238E27FC236}">
                <a16:creationId xmlns:a16="http://schemas.microsoft.com/office/drawing/2014/main" id="{A5A02693-78BD-0C09-1AB6-C72CA76A3C93}"/>
              </a:ext>
            </a:extLst>
          </p:cNvPr>
          <p:cNvSpPr txBox="1"/>
          <p:nvPr/>
        </p:nvSpPr>
        <p:spPr>
          <a:xfrm>
            <a:off x="2444705" y="3623229"/>
            <a:ext cx="3095495" cy="338554"/>
          </a:xfrm>
          <a:prstGeom prst="rect">
            <a:avLst/>
          </a:prstGeom>
          <a:noFill/>
        </p:spPr>
        <p:txBody>
          <a:bodyPr wrap="square" rtlCol="0">
            <a:spAutoFit/>
          </a:bodyPr>
          <a:lstStyle/>
          <a:p>
            <a:r>
              <a:rPr lang="en-US" sz="1600" i="1" dirty="0" err="1"/>
              <a:t>Mô</a:t>
            </a:r>
            <a:r>
              <a:rPr lang="en-US" sz="1600" i="1" dirty="0"/>
              <a:t> </a:t>
            </a:r>
            <a:r>
              <a:rPr lang="en-US" sz="1600" i="1" dirty="0" err="1"/>
              <a:t>hình</a:t>
            </a:r>
            <a:r>
              <a:rPr lang="en-US" sz="1600" i="1" dirty="0"/>
              <a:t> </a:t>
            </a:r>
            <a:r>
              <a:rPr lang="en-US" sz="1600" i="1" dirty="0" err="1"/>
              <a:t>Rint</a:t>
            </a:r>
            <a:endParaRPr lang="en-US" sz="1600" i="1" dirty="0"/>
          </a:p>
        </p:txBody>
      </p:sp>
      <p:sp>
        <p:nvSpPr>
          <p:cNvPr id="3" name="TextBox 2">
            <a:extLst>
              <a:ext uri="{FF2B5EF4-FFF2-40B4-BE49-F238E27FC236}">
                <a16:creationId xmlns:a16="http://schemas.microsoft.com/office/drawing/2014/main" id="{C80253CA-D5E0-0B93-588D-ADB7099FEEB1}"/>
              </a:ext>
            </a:extLst>
          </p:cNvPr>
          <p:cNvSpPr txBox="1"/>
          <p:nvPr/>
        </p:nvSpPr>
        <p:spPr>
          <a:xfrm>
            <a:off x="303348" y="4470003"/>
            <a:ext cx="8249265" cy="769441"/>
          </a:xfrm>
          <a:prstGeom prst="rect">
            <a:avLst/>
          </a:prstGeom>
          <a:noFill/>
        </p:spPr>
        <p:txBody>
          <a:bodyPr wrap="square" rtlCol="0">
            <a:spAutoFit/>
          </a:bodyPr>
          <a:lstStyle/>
          <a:p>
            <a:pPr marL="342900" indent="-342900">
              <a:buFont typeface="Wingdings" panose="05000000000000000000" pitchFamily="2" charset="2"/>
              <a:buChar char="Ø"/>
            </a:pPr>
            <a:r>
              <a:rPr lang="en-US" sz="2200" dirty="0" err="1"/>
              <a:t>Từ</a:t>
            </a:r>
            <a:r>
              <a:rPr lang="en-US" sz="2200" dirty="0"/>
              <a:t> </a:t>
            </a:r>
            <a:r>
              <a:rPr lang="en-US" sz="2200" dirty="0" err="1"/>
              <a:t>dữ</a:t>
            </a:r>
            <a:r>
              <a:rPr lang="en-US" sz="2200" dirty="0"/>
              <a:t> </a:t>
            </a:r>
            <a:r>
              <a:rPr lang="en-US" sz="2200" dirty="0" err="1"/>
              <a:t>liệu</a:t>
            </a:r>
            <a:r>
              <a:rPr lang="en-US" sz="2200" dirty="0"/>
              <a:t> </a:t>
            </a:r>
            <a:r>
              <a:rPr lang="en-US" sz="2200" dirty="0" err="1"/>
              <a:t>thực</a:t>
            </a:r>
            <a:r>
              <a:rPr lang="en-US" sz="2200" dirty="0"/>
              <a:t> </a:t>
            </a:r>
            <a:r>
              <a:rPr lang="en-US" sz="2200" dirty="0" err="1"/>
              <a:t>nghiệm</a:t>
            </a:r>
            <a:r>
              <a:rPr lang="en-US" sz="2200" dirty="0"/>
              <a:t> </a:t>
            </a:r>
            <a:r>
              <a:rPr lang="en-US" sz="2200" dirty="0" err="1"/>
              <a:t>gồm</a:t>
            </a:r>
            <a:r>
              <a:rPr lang="en-US" sz="2200" dirty="0"/>
              <a:t> </a:t>
            </a:r>
            <a:r>
              <a:rPr lang="en-US" sz="2200" dirty="0" err="1"/>
              <a:t>có</a:t>
            </a:r>
            <a:r>
              <a:rPr lang="en-US" sz="2200" dirty="0"/>
              <a:t> V, I, E </a:t>
            </a:r>
          </a:p>
          <a:p>
            <a:pPr marL="342900" indent="-342900">
              <a:buFont typeface="Wingdings" panose="05000000000000000000" pitchFamily="2" charset="2"/>
              <a:buChar char="Ø"/>
            </a:pPr>
            <a:r>
              <a:rPr lang="en-US" sz="2200" dirty="0" err="1"/>
              <a:t>Tính</a:t>
            </a:r>
            <a:r>
              <a:rPr lang="en-US" sz="2200" dirty="0"/>
              <a:t> </a:t>
            </a:r>
            <a:r>
              <a:rPr lang="en-US" sz="2200" dirty="0" err="1"/>
              <a:t>toán</a:t>
            </a:r>
            <a:r>
              <a:rPr lang="en-US" sz="2200" dirty="0"/>
              <a:t> </a:t>
            </a:r>
            <a:r>
              <a:rPr lang="en-US" sz="2200" dirty="0" err="1"/>
              <a:t>giá</a:t>
            </a:r>
            <a:r>
              <a:rPr lang="en-US" sz="2200" dirty="0"/>
              <a:t> </a:t>
            </a:r>
            <a:r>
              <a:rPr lang="en-US" sz="2200" dirty="0" err="1"/>
              <a:t>trị</a:t>
            </a:r>
            <a:r>
              <a:rPr lang="en-US" sz="2200" dirty="0"/>
              <a:t> R </a:t>
            </a:r>
            <a:r>
              <a:rPr lang="en-US" sz="2200" dirty="0" err="1"/>
              <a:t>của</a:t>
            </a:r>
            <a:r>
              <a:rPr lang="en-US" sz="2200" dirty="0"/>
              <a:t> </a:t>
            </a:r>
            <a:r>
              <a:rPr lang="en-US" sz="2200" dirty="0" err="1"/>
              <a:t>mô</a:t>
            </a:r>
            <a:r>
              <a:rPr lang="en-US" sz="2200" dirty="0"/>
              <a:t> </a:t>
            </a:r>
            <a:r>
              <a:rPr lang="en-US" sz="2200" dirty="0" err="1"/>
              <a:t>hình</a:t>
            </a:r>
            <a:endParaRPr lang="en-US" sz="2200"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6C1EB59-5298-E3C3-9BE1-370AE288DA11}"/>
                  </a:ext>
                </a:extLst>
              </p:cNvPr>
              <p:cNvSpPr txBox="1"/>
              <p:nvPr/>
            </p:nvSpPr>
            <p:spPr>
              <a:xfrm>
                <a:off x="5237109" y="2227099"/>
                <a:ext cx="2696954" cy="52322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𝑉</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𝐸</m:t>
                      </m:r>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𝐼</m:t>
                      </m:r>
                      <m:r>
                        <a:rPr lang="en-US" sz="2800" b="0" i="1" smtClean="0">
                          <a:solidFill>
                            <a:schemeClr val="tx1"/>
                          </a:solidFill>
                          <a:latin typeface="Cambria Math" panose="02040503050406030204" pitchFamily="18" charset="0"/>
                          <a:ea typeface="Cambria Math" panose="02040503050406030204" pitchFamily="18" charset="0"/>
                        </a:rPr>
                        <m:t>×</m:t>
                      </m:r>
                      <m:r>
                        <a:rPr lang="en-US" sz="2800" b="0" i="1" smtClean="0">
                          <a:solidFill>
                            <a:schemeClr val="tx1"/>
                          </a:solidFill>
                          <a:latin typeface="Cambria Math" panose="02040503050406030204" pitchFamily="18" charset="0"/>
                          <a:ea typeface="Cambria Math" panose="02040503050406030204" pitchFamily="18" charset="0"/>
                        </a:rPr>
                        <m:t>𝑅𝑖</m:t>
                      </m:r>
                    </m:oMath>
                  </m:oMathPara>
                </a14:m>
                <a:endParaRPr lang="en-US" sz="2800" dirty="0">
                  <a:solidFill>
                    <a:schemeClr val="tx1"/>
                  </a:solidFill>
                </a:endParaRPr>
              </a:p>
            </p:txBody>
          </p:sp>
        </mc:Choice>
        <mc:Fallback xmlns="">
          <p:sp>
            <p:nvSpPr>
              <p:cNvPr id="8" name="TextBox 7">
                <a:extLst>
                  <a:ext uri="{FF2B5EF4-FFF2-40B4-BE49-F238E27FC236}">
                    <a16:creationId xmlns:a16="http://schemas.microsoft.com/office/drawing/2014/main" id="{D6C1EB59-5298-E3C3-9BE1-370AE288DA11}"/>
                  </a:ext>
                </a:extLst>
              </p:cNvPr>
              <p:cNvSpPr txBox="1">
                <a:spLocks noRot="1" noChangeAspect="1" noMove="1" noResize="1" noEditPoints="1" noAdjustHandles="1" noChangeArrowheads="1" noChangeShapeType="1" noTextEdit="1"/>
              </p:cNvSpPr>
              <p:nvPr/>
            </p:nvSpPr>
            <p:spPr>
              <a:xfrm>
                <a:off x="5237109" y="2227099"/>
                <a:ext cx="2696954" cy="523220"/>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66929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40CE2-BC89-F294-0143-00D2E6F5619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480B2147-19E8-78F1-F346-B73C2335DA9D}"/>
              </a:ext>
            </a:extLst>
          </p:cNvPr>
          <p:cNvSpPr>
            <a:spLocks noGrp="1"/>
          </p:cNvSpPr>
          <p:nvPr>
            <p:ph type="dt" sz="half" idx="10"/>
          </p:nvPr>
        </p:nvSpPr>
        <p:spPr>
          <a:xfrm>
            <a:off x="681038" y="6570787"/>
            <a:ext cx="2228850" cy="287215"/>
          </a:xfrm>
        </p:spPr>
        <p:txBody>
          <a:bodyPr/>
          <a:lstStyle/>
          <a:p>
            <a:fld id="{4F253143-4615-40A0-8AC3-64886600ECE3}" type="datetime1">
              <a:rPr lang="en-US" smtClean="0"/>
              <a:t>3/22/2025</a:t>
            </a:fld>
            <a:endParaRPr lang="en-US"/>
          </a:p>
        </p:txBody>
      </p:sp>
      <p:sp>
        <p:nvSpPr>
          <p:cNvPr id="7" name="Slide Number Placeholder 6">
            <a:extLst>
              <a:ext uri="{FF2B5EF4-FFF2-40B4-BE49-F238E27FC236}">
                <a16:creationId xmlns:a16="http://schemas.microsoft.com/office/drawing/2014/main" id="{6DE95AFD-82BC-DFAD-18F1-ADF7BAD9833D}"/>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7</a:t>
            </a:fld>
            <a:endParaRPr lang="en-US"/>
          </a:p>
        </p:txBody>
      </p:sp>
      <p:sp>
        <p:nvSpPr>
          <p:cNvPr id="2" name="Title 1">
            <a:extLst>
              <a:ext uri="{FF2B5EF4-FFF2-40B4-BE49-F238E27FC236}">
                <a16:creationId xmlns:a16="http://schemas.microsoft.com/office/drawing/2014/main" id="{8E2C567F-0D77-53D7-36A6-CC8F4E819F68}"/>
              </a:ext>
            </a:extLst>
          </p:cNvPr>
          <p:cNvSpPr>
            <a:spLocks noGrp="1"/>
          </p:cNvSpPr>
          <p:nvPr>
            <p:ph type="title"/>
          </p:nvPr>
        </p:nvSpPr>
        <p:spPr>
          <a:xfrm>
            <a:off x="500416" y="331083"/>
            <a:ext cx="9766931" cy="548731"/>
          </a:xfrm>
        </p:spPr>
        <p:txBody>
          <a:bodyPr/>
          <a:lstStyle/>
          <a:p>
            <a:pPr>
              <a:spcBef>
                <a:spcPts val="600"/>
              </a:spcBef>
              <a:spcAft>
                <a:spcPts val="600"/>
              </a:spcAft>
            </a:pPr>
            <a:r>
              <a:rPr lang="en-US" sz="3600" dirty="0">
                <a:latin typeface="+mj-lt"/>
              </a:rPr>
              <a:t>II. </a:t>
            </a:r>
            <a:r>
              <a:rPr lang="en-US" sz="3600" dirty="0" err="1">
                <a:latin typeface="+mj-lt"/>
              </a:rPr>
              <a:t>Mô</a:t>
            </a:r>
            <a:r>
              <a:rPr lang="en-US" sz="3600" dirty="0">
                <a:latin typeface="+mj-lt"/>
              </a:rPr>
              <a:t> </a:t>
            </a:r>
            <a:r>
              <a:rPr lang="en-US" sz="3600" dirty="0" err="1">
                <a:latin typeface="+mj-lt"/>
              </a:rPr>
              <a:t>hình</a:t>
            </a:r>
            <a:r>
              <a:rPr lang="en-US" sz="3600" dirty="0">
                <a:latin typeface="+mj-lt"/>
              </a:rPr>
              <a:t> Thevenin [5]</a:t>
            </a:r>
            <a:br>
              <a:rPr lang="en-US" sz="3600" dirty="0">
                <a:latin typeface="+mj-lt"/>
              </a:rPr>
            </a:br>
            <a:endParaRPr lang="en-US" sz="3600" dirty="0">
              <a:latin typeface="+mj-lt"/>
            </a:endParaRPr>
          </a:p>
        </p:txBody>
      </p:sp>
      <p:sp>
        <p:nvSpPr>
          <p:cNvPr id="6" name="TextBox 5">
            <a:extLst>
              <a:ext uri="{FF2B5EF4-FFF2-40B4-BE49-F238E27FC236}">
                <a16:creationId xmlns:a16="http://schemas.microsoft.com/office/drawing/2014/main" id="{D07D84A7-4D60-3076-EFD0-12AF77772EBE}"/>
              </a:ext>
            </a:extLst>
          </p:cNvPr>
          <p:cNvSpPr txBox="1"/>
          <p:nvPr/>
        </p:nvSpPr>
        <p:spPr>
          <a:xfrm>
            <a:off x="184121" y="752236"/>
            <a:ext cx="7062019" cy="892552"/>
          </a:xfrm>
          <a:prstGeom prst="rect">
            <a:avLst/>
          </a:prstGeom>
          <a:noFill/>
        </p:spPr>
        <p:txBody>
          <a:bodyPr wrap="square">
            <a:spAutoFit/>
          </a:bodyPr>
          <a:lstStyle/>
          <a:p>
            <a:pPr marL="457200" indent="-457200" rtl="0" fontAlgn="ctr">
              <a:buFont typeface="Wingdings" panose="05000000000000000000" pitchFamily="2" charset="2"/>
              <a:buChar char="q"/>
            </a:pPr>
            <a:r>
              <a:rPr lang="en-US" sz="2600" b="1" dirty="0" err="1"/>
              <a:t>Cơ</a:t>
            </a:r>
            <a:r>
              <a:rPr lang="en-US" sz="2600" b="1" dirty="0"/>
              <a:t> </a:t>
            </a:r>
            <a:r>
              <a:rPr lang="en-US" sz="2600" b="1" dirty="0" err="1"/>
              <a:t>sở</a:t>
            </a:r>
            <a:endParaRPr lang="en-US" sz="2600" b="1" dirty="0">
              <a:effectLst/>
            </a:endParaRPr>
          </a:p>
          <a:p>
            <a:pPr rtl="0" fontAlgn="ctr"/>
            <a:endParaRPr lang="vi-VN" sz="2600" b="1" dirty="0">
              <a:effectLst/>
            </a:endParaRPr>
          </a:p>
        </p:txBody>
      </p:sp>
      <p:pic>
        <p:nvPicPr>
          <p:cNvPr id="3" name="Picture 2">
            <a:extLst>
              <a:ext uri="{FF2B5EF4-FFF2-40B4-BE49-F238E27FC236}">
                <a16:creationId xmlns:a16="http://schemas.microsoft.com/office/drawing/2014/main" id="{B155FE37-BC18-7E5A-4870-2B6B72BDE920}"/>
              </a:ext>
            </a:extLst>
          </p:cNvPr>
          <p:cNvPicPr>
            <a:picLocks noChangeAspect="1"/>
          </p:cNvPicPr>
          <p:nvPr/>
        </p:nvPicPr>
        <p:blipFill>
          <a:blip r:embed="rId3"/>
          <a:stretch>
            <a:fillRect/>
          </a:stretch>
        </p:blipFill>
        <p:spPr>
          <a:xfrm>
            <a:off x="4660151" y="1000034"/>
            <a:ext cx="4145244" cy="2437613"/>
          </a:xfrm>
          <a:prstGeom prst="rect">
            <a:avLst/>
          </a:prstGeom>
        </p:spPr>
      </p:pic>
      <p:sp>
        <p:nvSpPr>
          <p:cNvPr id="8" name="TextBox 7">
            <a:extLst>
              <a:ext uri="{FF2B5EF4-FFF2-40B4-BE49-F238E27FC236}">
                <a16:creationId xmlns:a16="http://schemas.microsoft.com/office/drawing/2014/main" id="{8C5CC379-C890-2621-18C0-BD9A8AE62D7F}"/>
              </a:ext>
            </a:extLst>
          </p:cNvPr>
          <p:cNvSpPr txBox="1"/>
          <p:nvPr/>
        </p:nvSpPr>
        <p:spPr>
          <a:xfrm>
            <a:off x="407960" y="4591465"/>
            <a:ext cx="4312006" cy="1754326"/>
          </a:xfrm>
          <a:prstGeom prst="rect">
            <a:avLst/>
          </a:prstGeom>
          <a:noFill/>
        </p:spPr>
        <p:txBody>
          <a:bodyPr wrap="square" rtlCol="0">
            <a:spAutoFit/>
          </a:bodyPr>
          <a:lstStyle/>
          <a:p>
            <a:pPr marL="285750" indent="-285750">
              <a:buFont typeface="Wingdings" panose="05000000000000000000" pitchFamily="2" charset="2"/>
              <a:buChar char="§"/>
            </a:pPr>
            <a:r>
              <a:rPr lang="en-US" b="1" dirty="0" err="1"/>
              <a:t>Phân</a:t>
            </a:r>
            <a:r>
              <a:rPr lang="en-US" b="1" dirty="0"/>
              <a:t> </a:t>
            </a:r>
            <a:r>
              <a:rPr lang="en-US" b="1" dirty="0" err="1"/>
              <a:t>cực</a:t>
            </a:r>
            <a:r>
              <a:rPr lang="en-US" b="1" dirty="0"/>
              <a:t> </a:t>
            </a:r>
            <a:r>
              <a:rPr lang="en-US" b="1" dirty="0" err="1"/>
              <a:t>điện</a:t>
            </a:r>
            <a:r>
              <a:rPr lang="en-US" b="1" dirty="0"/>
              <a:t> </a:t>
            </a:r>
            <a:r>
              <a:rPr lang="en-US" b="1" dirty="0" err="1"/>
              <a:t>hóa</a:t>
            </a:r>
            <a:r>
              <a:rPr lang="en-US" dirty="0"/>
              <a:t>: Do </a:t>
            </a:r>
            <a:r>
              <a:rPr lang="en-US" dirty="0" err="1"/>
              <a:t>sự</a:t>
            </a:r>
            <a:r>
              <a:rPr lang="en-US" dirty="0"/>
              <a:t> </a:t>
            </a:r>
            <a:r>
              <a:rPr lang="en-US" dirty="0" err="1"/>
              <a:t>trễ</a:t>
            </a:r>
            <a:r>
              <a:rPr lang="en-US" dirty="0"/>
              <a:t> </a:t>
            </a:r>
            <a:r>
              <a:rPr lang="en-US" dirty="0" err="1"/>
              <a:t>trong</a:t>
            </a:r>
            <a:r>
              <a:rPr lang="en-US" dirty="0"/>
              <a:t> </a:t>
            </a:r>
            <a:r>
              <a:rPr lang="en-US" dirty="0" err="1"/>
              <a:t>các</a:t>
            </a:r>
            <a:r>
              <a:rPr lang="en-US" dirty="0"/>
              <a:t>  </a:t>
            </a:r>
            <a:r>
              <a:rPr lang="en-US" dirty="0" err="1"/>
              <a:t>phản</a:t>
            </a:r>
            <a:r>
              <a:rPr lang="en-US" dirty="0"/>
              <a:t> </a:t>
            </a:r>
            <a:r>
              <a:rPr lang="en-US" dirty="0" err="1"/>
              <a:t>ứng</a:t>
            </a:r>
            <a:r>
              <a:rPr lang="en-US" dirty="0"/>
              <a:t> </a:t>
            </a:r>
            <a:r>
              <a:rPr lang="en-US" dirty="0" err="1"/>
              <a:t>hóa</a:t>
            </a:r>
            <a:r>
              <a:rPr lang="en-US" dirty="0"/>
              <a:t> </a:t>
            </a:r>
            <a:r>
              <a:rPr lang="en-US" dirty="0" err="1"/>
              <a:t>học</a:t>
            </a:r>
            <a:endParaRPr lang="en-US" dirty="0"/>
          </a:p>
          <a:p>
            <a:pPr marL="285750" indent="-285750">
              <a:buFont typeface="Wingdings" panose="05000000000000000000" pitchFamily="2" charset="2"/>
              <a:buChar char="§"/>
            </a:pPr>
            <a:r>
              <a:rPr lang="en-US" b="1" dirty="0" err="1"/>
              <a:t>Phân</a:t>
            </a:r>
            <a:r>
              <a:rPr lang="en-US" b="1" dirty="0"/>
              <a:t> </a:t>
            </a:r>
            <a:r>
              <a:rPr lang="en-US" b="1" dirty="0" err="1"/>
              <a:t>cực</a:t>
            </a:r>
            <a:r>
              <a:rPr lang="en-US" b="1" dirty="0"/>
              <a:t> </a:t>
            </a:r>
            <a:r>
              <a:rPr lang="en-US" b="1" dirty="0" err="1"/>
              <a:t>nồng</a:t>
            </a:r>
            <a:r>
              <a:rPr lang="en-US" b="1" dirty="0"/>
              <a:t> </a:t>
            </a:r>
            <a:r>
              <a:rPr lang="en-US" b="1" dirty="0" err="1"/>
              <a:t>độ</a:t>
            </a:r>
            <a:r>
              <a:rPr lang="en-US" dirty="0"/>
              <a:t>: Do </a:t>
            </a:r>
            <a:r>
              <a:rPr lang="en-US" dirty="0" err="1"/>
              <a:t>các</a:t>
            </a:r>
            <a:r>
              <a:rPr lang="en-US" dirty="0"/>
              <a:t> ion </a:t>
            </a:r>
            <a:r>
              <a:rPr lang="en-US" dirty="0" err="1"/>
              <a:t>cần</a:t>
            </a:r>
            <a:r>
              <a:rPr lang="en-US" dirty="0"/>
              <a:t> </a:t>
            </a:r>
            <a:r>
              <a:rPr lang="en-US" dirty="0" err="1"/>
              <a:t>thời</a:t>
            </a:r>
            <a:r>
              <a:rPr lang="en-US" dirty="0"/>
              <a:t> </a:t>
            </a:r>
            <a:r>
              <a:rPr lang="en-US" dirty="0" err="1"/>
              <a:t>gian</a:t>
            </a:r>
            <a:r>
              <a:rPr lang="en-US" dirty="0"/>
              <a:t> </a:t>
            </a:r>
            <a:r>
              <a:rPr lang="en-US" dirty="0" err="1"/>
              <a:t>khuếch</a:t>
            </a:r>
            <a:r>
              <a:rPr lang="en-US" dirty="0"/>
              <a:t> </a:t>
            </a:r>
            <a:r>
              <a:rPr lang="en-US" dirty="0" err="1"/>
              <a:t>tán</a:t>
            </a:r>
            <a:r>
              <a:rPr lang="en-US" dirty="0"/>
              <a:t> sang </a:t>
            </a:r>
            <a:r>
              <a:rPr lang="en-US" dirty="0" err="1"/>
              <a:t>điện</a:t>
            </a:r>
            <a:r>
              <a:rPr lang="en-US" dirty="0"/>
              <a:t> </a:t>
            </a:r>
            <a:r>
              <a:rPr lang="en-US" dirty="0" err="1"/>
              <a:t>cực</a:t>
            </a:r>
            <a:r>
              <a:rPr lang="en-US" dirty="0"/>
              <a:t> </a:t>
            </a:r>
            <a:r>
              <a:rPr lang="en-US" dirty="0" err="1"/>
              <a:t>còn</a:t>
            </a:r>
            <a:r>
              <a:rPr lang="en-US" dirty="0"/>
              <a:t> </a:t>
            </a:r>
            <a:r>
              <a:rPr lang="en-US" dirty="0" err="1"/>
              <a:t>lại</a:t>
            </a:r>
            <a:endParaRPr lang="en-US" dirty="0"/>
          </a:p>
          <a:p>
            <a:pPr marL="285750" indent="-285750">
              <a:buFont typeface="Wingdings" panose="05000000000000000000" pitchFamily="2" charset="2"/>
              <a:buChar char="§"/>
            </a:pPr>
            <a:r>
              <a:rPr lang="en-US" dirty="0"/>
              <a:t>…</a:t>
            </a:r>
          </a:p>
        </p:txBody>
      </p:sp>
      <p:sp>
        <p:nvSpPr>
          <p:cNvPr id="10" name="TextBox 9">
            <a:extLst>
              <a:ext uri="{FF2B5EF4-FFF2-40B4-BE49-F238E27FC236}">
                <a16:creationId xmlns:a16="http://schemas.microsoft.com/office/drawing/2014/main" id="{1A113447-9457-F8BD-1656-59EB621745B7}"/>
              </a:ext>
            </a:extLst>
          </p:cNvPr>
          <p:cNvSpPr txBox="1"/>
          <p:nvPr/>
        </p:nvSpPr>
        <p:spPr>
          <a:xfrm>
            <a:off x="978989" y="4062244"/>
            <a:ext cx="3095495" cy="338554"/>
          </a:xfrm>
          <a:prstGeom prst="rect">
            <a:avLst/>
          </a:prstGeom>
          <a:noFill/>
        </p:spPr>
        <p:txBody>
          <a:bodyPr wrap="square" rtlCol="0">
            <a:spAutoFit/>
          </a:bodyPr>
          <a:lstStyle/>
          <a:p>
            <a:r>
              <a:rPr lang="en-US" sz="1600" i="1" dirty="0" err="1"/>
              <a:t>Dòng</a:t>
            </a:r>
            <a:r>
              <a:rPr lang="en-US" sz="1600" i="1" dirty="0"/>
              <a:t>, </a:t>
            </a:r>
            <a:r>
              <a:rPr lang="en-US" sz="1600" i="1" dirty="0" err="1"/>
              <a:t>áp</a:t>
            </a:r>
            <a:r>
              <a:rPr lang="en-US" sz="1600" i="1" dirty="0"/>
              <a:t> </a:t>
            </a:r>
            <a:r>
              <a:rPr lang="en-US" sz="1600" i="1" dirty="0" err="1"/>
              <a:t>trong</a:t>
            </a:r>
            <a:r>
              <a:rPr lang="en-US" sz="1600" i="1" dirty="0"/>
              <a:t> </a:t>
            </a:r>
            <a:r>
              <a:rPr lang="en-US" sz="1600" i="1" dirty="0" err="1"/>
              <a:t>thực</a:t>
            </a:r>
            <a:r>
              <a:rPr lang="en-US" sz="1600" i="1" dirty="0"/>
              <a:t> </a:t>
            </a:r>
            <a:r>
              <a:rPr lang="en-US" sz="1600" i="1" dirty="0" err="1"/>
              <a:t>nghiệm</a:t>
            </a:r>
            <a:endParaRPr lang="en-US" sz="1600" i="1" dirty="0"/>
          </a:p>
        </p:txBody>
      </p:sp>
      <p:sp>
        <p:nvSpPr>
          <p:cNvPr id="11" name="TextBox 10">
            <a:extLst>
              <a:ext uri="{FF2B5EF4-FFF2-40B4-BE49-F238E27FC236}">
                <a16:creationId xmlns:a16="http://schemas.microsoft.com/office/drawing/2014/main" id="{F1809594-C76A-743B-A702-4E9832FD33E5}"/>
              </a:ext>
            </a:extLst>
          </p:cNvPr>
          <p:cNvSpPr txBox="1"/>
          <p:nvPr/>
        </p:nvSpPr>
        <p:spPr>
          <a:xfrm>
            <a:off x="6046758" y="3296458"/>
            <a:ext cx="3095495" cy="338554"/>
          </a:xfrm>
          <a:prstGeom prst="rect">
            <a:avLst/>
          </a:prstGeom>
          <a:noFill/>
        </p:spPr>
        <p:txBody>
          <a:bodyPr wrap="square" rtlCol="0">
            <a:spAutoFit/>
          </a:bodyPr>
          <a:lstStyle/>
          <a:p>
            <a:r>
              <a:rPr lang="en-US" sz="1600" i="1" dirty="0" err="1"/>
              <a:t>Mô</a:t>
            </a:r>
            <a:r>
              <a:rPr lang="en-US" sz="1600" i="1" dirty="0"/>
              <a:t> </a:t>
            </a:r>
            <a:r>
              <a:rPr lang="en-US" sz="1600" i="1" dirty="0" err="1"/>
              <a:t>hình</a:t>
            </a:r>
            <a:r>
              <a:rPr lang="en-US" sz="1600" i="1" dirty="0"/>
              <a:t> Thevenin</a:t>
            </a:r>
          </a:p>
        </p:txBody>
      </p:sp>
      <p:pic>
        <p:nvPicPr>
          <p:cNvPr id="12" name="Picture 11">
            <a:extLst>
              <a:ext uri="{FF2B5EF4-FFF2-40B4-BE49-F238E27FC236}">
                <a16:creationId xmlns:a16="http://schemas.microsoft.com/office/drawing/2014/main" id="{C40CF926-9633-0F62-5EFD-4E39D49716C7}"/>
              </a:ext>
            </a:extLst>
          </p:cNvPr>
          <p:cNvPicPr>
            <a:picLocks noChangeAspect="1"/>
          </p:cNvPicPr>
          <p:nvPr/>
        </p:nvPicPr>
        <p:blipFill>
          <a:blip r:embed="rId4"/>
          <a:stretch>
            <a:fillRect/>
          </a:stretch>
        </p:blipFill>
        <p:spPr>
          <a:xfrm>
            <a:off x="225858" y="1235096"/>
            <a:ext cx="4312006" cy="2853796"/>
          </a:xfrm>
          <a:prstGeom prst="rect">
            <a:avLst/>
          </a:prstGeom>
        </p:spPr>
      </p:pic>
      <p:sp>
        <p:nvSpPr>
          <p:cNvPr id="13" name="TextBox 12">
            <a:extLst>
              <a:ext uri="{FF2B5EF4-FFF2-40B4-BE49-F238E27FC236}">
                <a16:creationId xmlns:a16="http://schemas.microsoft.com/office/drawing/2014/main" id="{6A1E60B7-69D7-7EDD-34DD-138E4D33D1AA}"/>
              </a:ext>
            </a:extLst>
          </p:cNvPr>
          <p:cNvSpPr txBox="1"/>
          <p:nvPr/>
        </p:nvSpPr>
        <p:spPr>
          <a:xfrm>
            <a:off x="1029106" y="1161960"/>
            <a:ext cx="3095495" cy="338554"/>
          </a:xfrm>
          <a:prstGeom prst="rect">
            <a:avLst/>
          </a:prstGeom>
          <a:noFill/>
        </p:spPr>
        <p:txBody>
          <a:bodyPr wrap="square" rtlCol="0">
            <a:spAutoFit/>
          </a:bodyPr>
          <a:lstStyle/>
          <a:p>
            <a:r>
              <a:rPr lang="en-US" sz="1600" b="1" dirty="0" err="1">
                <a:solidFill>
                  <a:srgbClr val="FF0000"/>
                </a:solidFill>
              </a:rPr>
              <a:t>Phân</a:t>
            </a:r>
            <a:r>
              <a:rPr lang="en-US" sz="1600" b="1" dirty="0">
                <a:solidFill>
                  <a:srgbClr val="FF0000"/>
                </a:solidFill>
              </a:rPr>
              <a:t> </a:t>
            </a:r>
            <a:r>
              <a:rPr lang="en-US" sz="1600" b="1" dirty="0" err="1">
                <a:solidFill>
                  <a:srgbClr val="FF0000"/>
                </a:solidFill>
              </a:rPr>
              <a:t>cực</a:t>
            </a:r>
            <a:r>
              <a:rPr lang="en-US" sz="1600" b="1" dirty="0">
                <a:solidFill>
                  <a:srgbClr val="FF0000"/>
                </a:solidFill>
              </a:rPr>
              <a:t> (Polarization)</a:t>
            </a:r>
          </a:p>
        </p:txBody>
      </p:sp>
      <p:cxnSp>
        <p:nvCxnSpPr>
          <p:cNvPr id="14" name="Straight Arrow Connector 13">
            <a:extLst>
              <a:ext uri="{FF2B5EF4-FFF2-40B4-BE49-F238E27FC236}">
                <a16:creationId xmlns:a16="http://schemas.microsoft.com/office/drawing/2014/main" id="{95AFF6B5-16E9-C792-A0DD-A7A6F3860FF7}"/>
              </a:ext>
            </a:extLst>
          </p:cNvPr>
          <p:cNvCxnSpPr>
            <a:cxnSpLocks/>
          </p:cNvCxnSpPr>
          <p:nvPr/>
        </p:nvCxnSpPr>
        <p:spPr>
          <a:xfrm flipV="1">
            <a:off x="1196873" y="1614623"/>
            <a:ext cx="373855" cy="18577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15A4B631-CBE6-308F-9DBE-8208E652E9C8}"/>
              </a:ext>
            </a:extLst>
          </p:cNvPr>
          <p:cNvCxnSpPr>
            <a:cxnSpLocks/>
          </p:cNvCxnSpPr>
          <p:nvPr/>
        </p:nvCxnSpPr>
        <p:spPr>
          <a:xfrm flipH="1" flipV="1">
            <a:off x="1701541" y="1595270"/>
            <a:ext cx="286761" cy="125399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033B426-6B56-1E27-A9BA-6166FBD498D4}"/>
              </a:ext>
            </a:extLst>
          </p:cNvPr>
          <p:cNvCxnSpPr>
            <a:cxnSpLocks/>
          </p:cNvCxnSpPr>
          <p:nvPr/>
        </p:nvCxnSpPr>
        <p:spPr>
          <a:xfrm flipH="1" flipV="1">
            <a:off x="2206477" y="1595270"/>
            <a:ext cx="462988" cy="18466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0286C4A2-BE63-79DB-16A6-37B5ACD637DE}"/>
              </a:ext>
            </a:extLst>
          </p:cNvPr>
          <p:cNvSpPr/>
          <p:nvPr/>
        </p:nvSpPr>
        <p:spPr>
          <a:xfrm>
            <a:off x="6481705" y="881496"/>
            <a:ext cx="1404545" cy="1722582"/>
          </a:xfrm>
          <a:prstGeom prst="rect">
            <a:avLst/>
          </a:prstGeom>
          <a:noFill/>
          <a:ln w="28575">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E1ABB65-1800-E73D-877D-CBE2D00662B2}"/>
              </a:ext>
            </a:extLst>
          </p:cNvPr>
          <p:cNvSpPr txBox="1"/>
          <p:nvPr/>
        </p:nvSpPr>
        <p:spPr>
          <a:xfrm>
            <a:off x="6218017" y="6413699"/>
            <a:ext cx="3095495" cy="338554"/>
          </a:xfrm>
          <a:prstGeom prst="rect">
            <a:avLst/>
          </a:prstGeom>
          <a:noFill/>
        </p:spPr>
        <p:txBody>
          <a:bodyPr wrap="square" rtlCol="0">
            <a:spAutoFit/>
          </a:bodyPr>
          <a:lstStyle/>
          <a:p>
            <a:r>
              <a:rPr lang="en-US" sz="1600" i="1" dirty="0" err="1"/>
              <a:t>Quá</a:t>
            </a:r>
            <a:r>
              <a:rPr lang="en-US" sz="1600" i="1" dirty="0"/>
              <a:t> </a:t>
            </a:r>
            <a:r>
              <a:rPr lang="en-US" sz="1600" i="1" dirty="0" err="1"/>
              <a:t>trình</a:t>
            </a:r>
            <a:r>
              <a:rPr lang="en-US" sz="1600" i="1" dirty="0"/>
              <a:t> </a:t>
            </a:r>
            <a:r>
              <a:rPr lang="en-US" sz="1600" i="1" dirty="0" err="1"/>
              <a:t>xả</a:t>
            </a:r>
            <a:endParaRPr lang="en-US" sz="1600" i="1" dirty="0"/>
          </a:p>
        </p:txBody>
      </p:sp>
      <p:pic>
        <p:nvPicPr>
          <p:cNvPr id="25" name="Picture 24">
            <a:extLst>
              <a:ext uri="{FF2B5EF4-FFF2-40B4-BE49-F238E27FC236}">
                <a16:creationId xmlns:a16="http://schemas.microsoft.com/office/drawing/2014/main" id="{00C4CD05-B3B3-4678-8D03-C87D2C845897}"/>
              </a:ext>
            </a:extLst>
          </p:cNvPr>
          <p:cNvPicPr>
            <a:picLocks noChangeAspect="1"/>
          </p:cNvPicPr>
          <p:nvPr/>
        </p:nvPicPr>
        <p:blipFill>
          <a:blip r:embed="rId5"/>
          <a:stretch>
            <a:fillRect/>
          </a:stretch>
        </p:blipFill>
        <p:spPr>
          <a:xfrm>
            <a:off x="5365447" y="3726765"/>
            <a:ext cx="3002011" cy="2728257"/>
          </a:xfrm>
          <a:prstGeom prst="rect">
            <a:avLst/>
          </a:prstGeom>
        </p:spPr>
      </p:pic>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62A028C4-45F4-630C-4FC2-15A014FFF218}"/>
                  </a:ext>
                </a:extLst>
              </p14:cNvPr>
              <p14:cNvContentPartPr/>
              <p14:nvPr/>
            </p14:nvContentPartPr>
            <p14:xfrm>
              <a:off x="5695920" y="1314360"/>
              <a:ext cx="1752840" cy="743400"/>
            </p14:xfrm>
          </p:contentPart>
        </mc:Choice>
        <mc:Fallback xmlns="">
          <p:pic>
            <p:nvPicPr>
              <p:cNvPr id="5" name="Ink 4">
                <a:extLst>
                  <a:ext uri="{FF2B5EF4-FFF2-40B4-BE49-F238E27FC236}">
                    <a16:creationId xmlns:a16="http://schemas.microsoft.com/office/drawing/2014/main" id="{62A028C4-45F4-630C-4FC2-15A014FFF218}"/>
                  </a:ext>
                </a:extLst>
              </p:cNvPr>
              <p:cNvPicPr/>
              <p:nvPr/>
            </p:nvPicPr>
            <p:blipFill>
              <a:blip r:embed="rId7"/>
              <a:stretch>
                <a:fillRect/>
              </a:stretch>
            </p:blipFill>
            <p:spPr>
              <a:xfrm>
                <a:off x="5686560" y="1305000"/>
                <a:ext cx="1771560" cy="762120"/>
              </a:xfrm>
              <a:prstGeom prst="rect">
                <a:avLst/>
              </a:prstGeom>
            </p:spPr>
          </p:pic>
        </mc:Fallback>
      </mc:AlternateContent>
    </p:spTree>
    <p:extLst>
      <p:ext uri="{BB962C8B-B14F-4D97-AF65-F5344CB8AC3E}">
        <p14:creationId xmlns:p14="http://schemas.microsoft.com/office/powerpoint/2010/main" val="1631311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62C03-309C-4EF8-22D6-352825FAFB6D}"/>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E436B4DD-DD0D-07CF-DA39-88910D2CAA07}"/>
              </a:ext>
            </a:extLst>
          </p:cNvPr>
          <p:cNvSpPr/>
          <p:nvPr/>
        </p:nvSpPr>
        <p:spPr>
          <a:xfrm>
            <a:off x="4441523" y="4398628"/>
            <a:ext cx="3824504" cy="1571596"/>
          </a:xfrm>
          <a:prstGeom prst="rect">
            <a:avLst/>
          </a:prstGeom>
          <a:solidFill>
            <a:schemeClr val="bg1"/>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34FE29D3-E264-6D15-0224-E987230412D5}"/>
              </a:ext>
            </a:extLst>
          </p:cNvPr>
          <p:cNvSpPr>
            <a:spLocks noGrp="1"/>
          </p:cNvSpPr>
          <p:nvPr>
            <p:ph type="dt" sz="half" idx="10"/>
          </p:nvPr>
        </p:nvSpPr>
        <p:spPr>
          <a:xfrm>
            <a:off x="681038" y="6570787"/>
            <a:ext cx="2228850" cy="287215"/>
          </a:xfrm>
        </p:spPr>
        <p:txBody>
          <a:bodyPr/>
          <a:lstStyle/>
          <a:p>
            <a:fld id="{4F253143-4615-40A0-8AC3-64886600ECE3}" type="datetime1">
              <a:rPr lang="en-US" smtClean="0"/>
              <a:t>3/22/2025</a:t>
            </a:fld>
            <a:endParaRPr lang="en-US"/>
          </a:p>
        </p:txBody>
      </p:sp>
      <p:sp>
        <p:nvSpPr>
          <p:cNvPr id="7" name="Slide Number Placeholder 6">
            <a:extLst>
              <a:ext uri="{FF2B5EF4-FFF2-40B4-BE49-F238E27FC236}">
                <a16:creationId xmlns:a16="http://schemas.microsoft.com/office/drawing/2014/main" id="{B20A1F9F-05EB-D4D8-4B3B-FEF066F85D85}"/>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8</a:t>
            </a:fld>
            <a:endParaRPr lang="en-US"/>
          </a:p>
        </p:txBody>
      </p:sp>
      <p:sp>
        <p:nvSpPr>
          <p:cNvPr id="2" name="Title 1">
            <a:extLst>
              <a:ext uri="{FF2B5EF4-FFF2-40B4-BE49-F238E27FC236}">
                <a16:creationId xmlns:a16="http://schemas.microsoft.com/office/drawing/2014/main" id="{C40D793D-CF69-50FB-B8B2-317878741813}"/>
              </a:ext>
            </a:extLst>
          </p:cNvPr>
          <p:cNvSpPr>
            <a:spLocks noGrp="1"/>
          </p:cNvSpPr>
          <p:nvPr>
            <p:ph type="title"/>
          </p:nvPr>
        </p:nvSpPr>
        <p:spPr>
          <a:xfrm>
            <a:off x="500416" y="331083"/>
            <a:ext cx="9766931" cy="548731"/>
          </a:xfrm>
        </p:spPr>
        <p:txBody>
          <a:bodyPr/>
          <a:lstStyle/>
          <a:p>
            <a:pPr>
              <a:spcBef>
                <a:spcPts val="600"/>
              </a:spcBef>
              <a:spcAft>
                <a:spcPts val="600"/>
              </a:spcAft>
            </a:pPr>
            <a:r>
              <a:rPr lang="en-US" sz="3600" dirty="0">
                <a:latin typeface="+mj-lt"/>
              </a:rPr>
              <a:t>II. </a:t>
            </a:r>
            <a:r>
              <a:rPr lang="en-US" sz="3600" dirty="0" err="1">
                <a:latin typeface="+mj-lt"/>
              </a:rPr>
              <a:t>Mô</a:t>
            </a:r>
            <a:r>
              <a:rPr lang="en-US" sz="3600" dirty="0">
                <a:latin typeface="+mj-lt"/>
              </a:rPr>
              <a:t> </a:t>
            </a:r>
            <a:r>
              <a:rPr lang="en-US" sz="3600" dirty="0" err="1">
                <a:latin typeface="+mj-lt"/>
              </a:rPr>
              <a:t>hình</a:t>
            </a:r>
            <a:r>
              <a:rPr lang="en-US" sz="3600" dirty="0">
                <a:latin typeface="+mj-lt"/>
              </a:rPr>
              <a:t> Thevenin</a:t>
            </a:r>
            <a:br>
              <a:rPr lang="en-US" sz="3600" dirty="0">
                <a:latin typeface="+mj-lt"/>
              </a:rPr>
            </a:br>
            <a:endParaRPr lang="en-US" sz="3600" dirty="0">
              <a:latin typeface="+mj-lt"/>
            </a:endParaRPr>
          </a:p>
        </p:txBody>
      </p:sp>
      <p:sp>
        <p:nvSpPr>
          <p:cNvPr id="6" name="TextBox 5">
            <a:extLst>
              <a:ext uri="{FF2B5EF4-FFF2-40B4-BE49-F238E27FC236}">
                <a16:creationId xmlns:a16="http://schemas.microsoft.com/office/drawing/2014/main" id="{26A0FCA6-4B1D-B284-34D8-A0CF60BECB82}"/>
              </a:ext>
            </a:extLst>
          </p:cNvPr>
          <p:cNvSpPr txBox="1"/>
          <p:nvPr/>
        </p:nvSpPr>
        <p:spPr>
          <a:xfrm>
            <a:off x="194865" y="739057"/>
            <a:ext cx="7062019" cy="892552"/>
          </a:xfrm>
          <a:prstGeom prst="rect">
            <a:avLst/>
          </a:prstGeom>
          <a:noFill/>
        </p:spPr>
        <p:txBody>
          <a:bodyPr wrap="square">
            <a:spAutoFit/>
          </a:bodyPr>
          <a:lstStyle/>
          <a:p>
            <a:pPr marL="457200" indent="-457200" rtl="0" fontAlgn="ctr">
              <a:buFont typeface="Wingdings" panose="05000000000000000000" pitchFamily="2" charset="2"/>
              <a:buChar char="q"/>
            </a:pPr>
            <a:r>
              <a:rPr lang="en-US" sz="2600" b="1" dirty="0" err="1"/>
              <a:t>Công</a:t>
            </a:r>
            <a:r>
              <a:rPr lang="en-US" sz="2600" b="1" dirty="0"/>
              <a:t> </a:t>
            </a:r>
            <a:r>
              <a:rPr lang="en-US" sz="2600" b="1" dirty="0" err="1"/>
              <a:t>thức</a:t>
            </a:r>
            <a:endParaRPr lang="en-US" sz="2600" b="1" dirty="0">
              <a:effectLst/>
            </a:endParaRPr>
          </a:p>
          <a:p>
            <a:pPr rtl="0" fontAlgn="ctr"/>
            <a:endParaRPr lang="vi-VN" sz="2600" b="1" dirty="0">
              <a:effectLst/>
            </a:endParaRP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23E1FD6-2CB9-C59A-C70E-AD4844496CEF}"/>
                  </a:ext>
                </a:extLst>
              </p:cNvPr>
              <p:cNvSpPr txBox="1"/>
              <p:nvPr/>
            </p:nvSpPr>
            <p:spPr>
              <a:xfrm>
                <a:off x="4512643" y="1670251"/>
                <a:ext cx="4072860" cy="1830245"/>
              </a:xfrm>
              <a:prstGeom prst="rect">
                <a:avLst/>
              </a:prstGeom>
              <a:noFill/>
            </p:spPr>
            <p:txBody>
              <a:bodyPr wrap="square" rtlCol="0">
                <a:spAutoFit/>
              </a:bodyPr>
              <a:lstStyle/>
              <a:p>
                <a:pPr marL="342900" indent="-342900">
                  <a:buFont typeface="Wingdings" panose="05000000000000000000" pitchFamily="2" charset="2"/>
                  <a:buChar char="§"/>
                </a:pPr>
                <a:r>
                  <a:rPr lang="en-US" sz="2200" dirty="0"/>
                  <a:t>Kirchhof 1: </a:t>
                </a:r>
                <a14:m>
                  <m:oMath xmlns:m="http://schemas.openxmlformats.org/officeDocument/2006/math">
                    <m:sSub>
                      <m:sSubPr>
                        <m:ctrlPr>
                          <a:rPr lang="en-US" sz="2200" i="1" smtClean="0">
                            <a:latin typeface="Cambria Math" panose="02040503050406030204" pitchFamily="18" charset="0"/>
                          </a:rPr>
                        </m:ctrlPr>
                      </m:sSubPr>
                      <m:e>
                        <m:r>
                          <a:rPr lang="en-US" sz="2200" b="0" i="1" smtClean="0">
                            <a:latin typeface="Cambria Math" panose="02040503050406030204" pitchFamily="18" charset="0"/>
                          </a:rPr>
                          <m:t>𝐼</m:t>
                        </m:r>
                      </m:e>
                      <m:sub>
                        <m:r>
                          <a:rPr lang="en-US" sz="2200" b="0" i="1" smtClean="0">
                            <a:latin typeface="Cambria Math" panose="02040503050406030204" pitchFamily="18" charset="0"/>
                          </a:rPr>
                          <m:t>𝐿</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𝐼</m:t>
                        </m:r>
                      </m:e>
                      <m:sub>
                        <m:r>
                          <a:rPr lang="en-US" sz="2200" b="0" i="1" smtClean="0">
                            <a:latin typeface="Cambria Math" panose="02040503050406030204" pitchFamily="18" charset="0"/>
                          </a:rPr>
                          <m:t>𝑅</m:t>
                        </m:r>
                      </m:sub>
                    </m:sSub>
                    <m:r>
                      <a:rPr lang="en-US" sz="2200" b="0" i="1" smtClean="0">
                        <a:latin typeface="Cambria Math" panose="02040503050406030204" pitchFamily="18" charset="0"/>
                      </a:rPr>
                      <m:t>+</m:t>
                    </m:r>
                    <m:sSub>
                      <m:sSubPr>
                        <m:ctrlPr>
                          <a:rPr lang="en-US" sz="2200" b="0" i="1" smtClean="0">
                            <a:latin typeface="Cambria Math" panose="02040503050406030204" pitchFamily="18" charset="0"/>
                          </a:rPr>
                        </m:ctrlPr>
                      </m:sSubPr>
                      <m:e>
                        <m:r>
                          <a:rPr lang="en-US" sz="2200" b="0" i="1" smtClean="0">
                            <a:latin typeface="Cambria Math" panose="02040503050406030204" pitchFamily="18" charset="0"/>
                          </a:rPr>
                          <m:t>𝐼</m:t>
                        </m:r>
                      </m:e>
                      <m:sub>
                        <m:r>
                          <a:rPr lang="en-US" sz="2200" b="0" i="1" smtClean="0">
                            <a:latin typeface="Cambria Math" panose="02040503050406030204" pitchFamily="18" charset="0"/>
                          </a:rPr>
                          <m:t>𝐶</m:t>
                        </m:r>
                      </m:sub>
                    </m:sSub>
                  </m:oMath>
                </a14:m>
                <a:endParaRPr lang="en-US" sz="2200" b="0" dirty="0"/>
              </a:p>
              <a:p>
                <a:pPr marL="285750" indent="-285750">
                  <a:buFont typeface="Wingdings" panose="05000000000000000000" pitchFamily="2" charset="2"/>
                  <a:buChar char="Ø"/>
                </a:pP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rPr>
                          <m:t>𝐼</m:t>
                        </m:r>
                      </m:e>
                      <m:sub>
                        <m:r>
                          <a:rPr lang="en-US" sz="2200" i="1">
                            <a:latin typeface="Cambria Math" panose="02040503050406030204" pitchFamily="18" charset="0"/>
                          </a:rPr>
                          <m:t>𝐿</m:t>
                        </m:r>
                      </m:sub>
                    </m:sSub>
                    <m:r>
                      <a:rPr lang="en-US" sz="2200" i="1">
                        <a:latin typeface="Cambria Math" panose="02040503050406030204" pitchFamily="18" charset="0"/>
                      </a:rPr>
                      <m:t>=</m:t>
                    </m:r>
                    <m:f>
                      <m:fPr>
                        <m:ctrlPr>
                          <a:rPr lang="en-US" sz="2200" i="1" dirty="0" smtClean="0">
                            <a:latin typeface="Cambria Math" panose="02040503050406030204" pitchFamily="18" charset="0"/>
                          </a:rPr>
                        </m:ctrlPr>
                      </m:fPr>
                      <m:num>
                        <m:sSub>
                          <m:sSubPr>
                            <m:ctrlPr>
                              <a:rPr lang="en-US" sz="2200" i="1" dirty="0" smtClean="0">
                                <a:latin typeface="Cambria Math" panose="02040503050406030204" pitchFamily="18" charset="0"/>
                              </a:rPr>
                            </m:ctrlPr>
                          </m:sSubPr>
                          <m:e>
                            <m:r>
                              <a:rPr lang="en-US" sz="2200" b="0" i="1" dirty="0" smtClean="0">
                                <a:latin typeface="Cambria Math" panose="02040503050406030204" pitchFamily="18" charset="0"/>
                              </a:rPr>
                              <m:t>𝑈</m:t>
                            </m:r>
                          </m:e>
                          <m:sub>
                            <m:r>
                              <a:rPr lang="en-US" sz="2200" b="0" i="1" dirty="0" smtClean="0">
                                <a:latin typeface="Cambria Math" panose="02040503050406030204" pitchFamily="18" charset="0"/>
                              </a:rPr>
                              <m:t>𝑇h</m:t>
                            </m:r>
                          </m:sub>
                        </m:sSub>
                      </m:num>
                      <m:den>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𝑅</m:t>
                            </m:r>
                          </m:e>
                          <m:sub>
                            <m:r>
                              <a:rPr lang="en-US" sz="2200" b="0" i="1" dirty="0" smtClean="0">
                                <a:latin typeface="Cambria Math" panose="02040503050406030204" pitchFamily="18" charset="0"/>
                              </a:rPr>
                              <m:t>𝑇h</m:t>
                            </m:r>
                          </m:sub>
                        </m:sSub>
                      </m:den>
                    </m:f>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b="0" i="1" smtClean="0">
                            <a:latin typeface="Cambria Math" panose="02040503050406030204" pitchFamily="18" charset="0"/>
                          </a:rPr>
                          <m:t>𝐶</m:t>
                        </m:r>
                      </m:e>
                      <m:sub>
                        <m:r>
                          <a:rPr lang="en-US" sz="2200" b="0" i="1" smtClean="0">
                            <a:latin typeface="Cambria Math" panose="02040503050406030204" pitchFamily="18" charset="0"/>
                          </a:rPr>
                          <m:t>𝑇h</m:t>
                        </m:r>
                      </m:sub>
                    </m:sSub>
                    <m:r>
                      <a:rPr lang="en-US" sz="2200" i="1" smtClean="0">
                        <a:latin typeface="Cambria Math" panose="02040503050406030204" pitchFamily="18" charset="0"/>
                        <a:ea typeface="Cambria Math" panose="02040503050406030204" pitchFamily="18" charset="0"/>
                      </a:rPr>
                      <m:t>×</m:t>
                    </m:r>
                    <m:f>
                      <m:fPr>
                        <m:ctrlPr>
                          <a:rPr lang="en-US" sz="2200" i="1" smtClean="0">
                            <a:latin typeface="Cambria Math" panose="02040503050406030204" pitchFamily="18" charset="0"/>
                            <a:ea typeface="Cambria Math" panose="02040503050406030204" pitchFamily="18" charset="0"/>
                          </a:rPr>
                        </m:ctrlPr>
                      </m:fPr>
                      <m:num>
                        <m:r>
                          <a:rPr lang="en-US" sz="2200" b="0" i="1" smtClean="0">
                            <a:latin typeface="Cambria Math" panose="02040503050406030204" pitchFamily="18" charset="0"/>
                            <a:ea typeface="Cambria Math" panose="02040503050406030204" pitchFamily="18" charset="0"/>
                          </a:rPr>
                          <m:t>𝑑</m:t>
                        </m:r>
                        <m:sSub>
                          <m:sSubPr>
                            <m:ctrlPr>
                              <a:rPr lang="en-US" sz="2200" b="0" i="1" smtClean="0">
                                <a:latin typeface="Cambria Math" panose="02040503050406030204" pitchFamily="18" charset="0"/>
                                <a:ea typeface="Cambria Math" panose="02040503050406030204" pitchFamily="18" charset="0"/>
                              </a:rPr>
                            </m:ctrlPr>
                          </m:sSubPr>
                          <m:e>
                            <m:r>
                              <a:rPr lang="en-US" sz="2200" b="0" i="1" smtClean="0">
                                <a:latin typeface="Cambria Math" panose="02040503050406030204" pitchFamily="18" charset="0"/>
                                <a:ea typeface="Cambria Math" panose="02040503050406030204" pitchFamily="18" charset="0"/>
                              </a:rPr>
                              <m:t>𝑈</m:t>
                            </m:r>
                          </m:e>
                          <m:sub>
                            <m:r>
                              <a:rPr lang="en-US" sz="2200" b="0" i="1" smtClean="0">
                                <a:latin typeface="Cambria Math" panose="02040503050406030204" pitchFamily="18" charset="0"/>
                                <a:ea typeface="Cambria Math" panose="02040503050406030204" pitchFamily="18" charset="0"/>
                              </a:rPr>
                              <m:t>𝑇h</m:t>
                            </m:r>
                          </m:sub>
                        </m:sSub>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𝑡</m:t>
                        </m:r>
                        <m:r>
                          <a:rPr lang="en-US" sz="2200" b="0" i="1" smtClean="0">
                            <a:latin typeface="Cambria Math" panose="02040503050406030204" pitchFamily="18" charset="0"/>
                            <a:ea typeface="Cambria Math" panose="02040503050406030204" pitchFamily="18" charset="0"/>
                          </a:rPr>
                          <m:t>)</m:t>
                        </m:r>
                      </m:num>
                      <m:den>
                        <m:r>
                          <a:rPr lang="en-US" sz="2200" b="0" i="1" smtClean="0">
                            <a:latin typeface="Cambria Math" panose="02040503050406030204" pitchFamily="18" charset="0"/>
                            <a:ea typeface="Cambria Math" panose="02040503050406030204" pitchFamily="18" charset="0"/>
                          </a:rPr>
                          <m:t>𝑑𝑡</m:t>
                        </m:r>
                      </m:den>
                    </m:f>
                  </m:oMath>
                </a14:m>
                <a:endParaRPr lang="en-US" sz="2200" dirty="0"/>
              </a:p>
              <a:p>
                <a:pPr marL="285750" indent="-285750">
                  <a:buFont typeface="Wingdings" panose="05000000000000000000" pitchFamily="2" charset="2"/>
                  <a:buChar char="Ø"/>
                </a:pPr>
                <a14:m>
                  <m:oMath xmlns:m="http://schemas.openxmlformats.org/officeDocument/2006/math">
                    <m:f>
                      <m:fPr>
                        <m:ctrlPr>
                          <a:rPr lang="en-US" sz="2200" i="1">
                            <a:latin typeface="Cambria Math" panose="02040503050406030204" pitchFamily="18" charset="0"/>
                            <a:ea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𝑑</m:t>
                        </m:r>
                        <m:sSub>
                          <m:sSubPr>
                            <m:ctrlPr>
                              <a:rPr lang="en-US" sz="2200" i="1">
                                <a:latin typeface="Cambria Math" panose="02040503050406030204" pitchFamily="18" charset="0"/>
                                <a:ea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𝑈</m:t>
                            </m:r>
                          </m:e>
                          <m:sub>
                            <m:r>
                              <a:rPr lang="en-US" sz="2200" i="1">
                                <a:latin typeface="Cambria Math" panose="02040503050406030204" pitchFamily="18" charset="0"/>
                                <a:ea typeface="Cambria Math" panose="02040503050406030204" pitchFamily="18" charset="0"/>
                              </a:rPr>
                              <m:t>𝑇h</m:t>
                            </m:r>
                          </m:sub>
                        </m:sSub>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𝑡</m:t>
                        </m:r>
                        <m:r>
                          <a:rPr lang="en-US" sz="2200" b="0" i="1" smtClean="0">
                            <a:latin typeface="Cambria Math" panose="02040503050406030204" pitchFamily="18" charset="0"/>
                            <a:ea typeface="Cambria Math" panose="02040503050406030204" pitchFamily="18" charset="0"/>
                          </a:rPr>
                          <m:t>)</m:t>
                        </m:r>
                      </m:num>
                      <m:den>
                        <m:r>
                          <a:rPr lang="en-US" sz="2200" i="1">
                            <a:latin typeface="Cambria Math" panose="02040503050406030204" pitchFamily="18" charset="0"/>
                            <a:ea typeface="Cambria Math" panose="02040503050406030204" pitchFamily="18" charset="0"/>
                          </a:rPr>
                          <m:t>𝑑𝑡</m:t>
                        </m:r>
                      </m:den>
                    </m:f>
                    <m:r>
                      <a:rPr lang="en-US" sz="2200" i="1">
                        <a:latin typeface="Cambria Math" panose="02040503050406030204" pitchFamily="18" charset="0"/>
                      </a:rPr>
                      <m:t>=</m:t>
                    </m:r>
                    <m:r>
                      <a:rPr lang="en-US" sz="2200" b="0" i="1" smtClean="0">
                        <a:latin typeface="Cambria Math" panose="02040503050406030204" pitchFamily="18" charset="0"/>
                      </a:rPr>
                      <m:t>−</m:t>
                    </m:r>
                    <m:f>
                      <m:fPr>
                        <m:ctrlPr>
                          <a:rPr lang="en-US" sz="2200" i="1" dirty="0" smtClean="0">
                            <a:latin typeface="Cambria Math" panose="02040503050406030204" pitchFamily="18" charset="0"/>
                          </a:rPr>
                        </m:ctrlPr>
                      </m:fPr>
                      <m:num>
                        <m:sSub>
                          <m:sSubPr>
                            <m:ctrlPr>
                              <a:rPr lang="en-US" sz="2200" i="1" dirty="0" smtClean="0">
                                <a:latin typeface="Cambria Math" panose="02040503050406030204" pitchFamily="18" charset="0"/>
                              </a:rPr>
                            </m:ctrlPr>
                          </m:sSubPr>
                          <m:e>
                            <m:r>
                              <a:rPr lang="en-US" sz="2200" b="0" i="1" dirty="0" smtClean="0">
                                <a:latin typeface="Cambria Math" panose="02040503050406030204" pitchFamily="18" charset="0"/>
                              </a:rPr>
                              <m:t>𝑈</m:t>
                            </m:r>
                          </m:e>
                          <m:sub>
                            <m:r>
                              <a:rPr lang="en-US" sz="2200" b="0" i="1" dirty="0" smtClean="0">
                                <a:latin typeface="Cambria Math" panose="02040503050406030204" pitchFamily="18" charset="0"/>
                              </a:rPr>
                              <m:t>𝑇h</m:t>
                            </m:r>
                          </m:sub>
                        </m:sSub>
                      </m:num>
                      <m:den>
                        <m:sSub>
                          <m:sSubPr>
                            <m:ctrlPr>
                              <a:rPr lang="en-US" sz="2200" b="0" i="1" dirty="0" smtClean="0">
                                <a:latin typeface="Cambria Math" panose="02040503050406030204" pitchFamily="18" charset="0"/>
                              </a:rPr>
                            </m:ctrlPr>
                          </m:sSubPr>
                          <m:e>
                            <m:r>
                              <a:rPr lang="en-US" sz="2200" b="0" i="1" dirty="0" smtClean="0">
                                <a:latin typeface="Cambria Math" panose="02040503050406030204" pitchFamily="18" charset="0"/>
                              </a:rPr>
                              <m:t>𝑅</m:t>
                            </m:r>
                          </m:e>
                          <m:sub>
                            <m:r>
                              <a:rPr lang="en-US" sz="2200" b="0" i="1" dirty="0" smtClean="0">
                                <a:latin typeface="Cambria Math" panose="02040503050406030204" pitchFamily="18" charset="0"/>
                              </a:rPr>
                              <m:t>𝑇h</m:t>
                            </m:r>
                          </m:sub>
                        </m:sSub>
                        <m:r>
                          <a:rPr lang="en-US" sz="2200" b="0" i="1" dirty="0" smtClean="0">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𝐶</m:t>
                            </m:r>
                          </m:e>
                          <m:sub>
                            <m:r>
                              <a:rPr lang="en-US" sz="2200" i="1">
                                <a:latin typeface="Cambria Math" panose="02040503050406030204" pitchFamily="18" charset="0"/>
                              </a:rPr>
                              <m:t>𝑇h</m:t>
                            </m:r>
                          </m:sub>
                        </m:sSub>
                      </m:den>
                    </m:f>
                    <m:r>
                      <a:rPr lang="en-US" sz="2200" i="1">
                        <a:latin typeface="Cambria Math" panose="02040503050406030204" pitchFamily="18" charset="0"/>
                      </a:rPr>
                      <m:t>+</m:t>
                    </m:r>
                    <m:f>
                      <m:fPr>
                        <m:ctrlPr>
                          <a:rPr lang="en-US" sz="2200" i="1" smtClean="0">
                            <a:latin typeface="Cambria Math" panose="02040503050406030204" pitchFamily="18" charset="0"/>
                            <a:ea typeface="Cambria Math" panose="02040503050406030204" pitchFamily="18" charset="0"/>
                          </a:rPr>
                        </m:ctrlPr>
                      </m:fPr>
                      <m:num>
                        <m:sSub>
                          <m:sSubPr>
                            <m:ctrlPr>
                              <a:rPr lang="en-US" sz="2200" i="1">
                                <a:latin typeface="Cambria Math" panose="02040503050406030204" pitchFamily="18" charset="0"/>
                              </a:rPr>
                            </m:ctrlPr>
                          </m:sSubPr>
                          <m:e>
                            <m:r>
                              <a:rPr lang="en-US" sz="2200" i="1">
                                <a:latin typeface="Cambria Math" panose="02040503050406030204" pitchFamily="18" charset="0"/>
                              </a:rPr>
                              <m:t>𝐼</m:t>
                            </m:r>
                          </m:e>
                          <m:sub>
                            <m:r>
                              <a:rPr lang="en-US" sz="2200" i="1">
                                <a:latin typeface="Cambria Math" panose="02040503050406030204" pitchFamily="18" charset="0"/>
                              </a:rPr>
                              <m:t>𝐿</m:t>
                            </m:r>
                          </m:sub>
                        </m:sSub>
                      </m:num>
                      <m:den>
                        <m:sSub>
                          <m:sSubPr>
                            <m:ctrlPr>
                              <a:rPr lang="en-US" sz="2200" i="1">
                                <a:latin typeface="Cambria Math" panose="02040503050406030204" pitchFamily="18" charset="0"/>
                              </a:rPr>
                            </m:ctrlPr>
                          </m:sSubPr>
                          <m:e>
                            <m:r>
                              <a:rPr lang="en-US" sz="2200" i="1">
                                <a:latin typeface="Cambria Math" panose="02040503050406030204" pitchFamily="18" charset="0"/>
                              </a:rPr>
                              <m:t>𝐶</m:t>
                            </m:r>
                          </m:e>
                          <m:sub>
                            <m:r>
                              <a:rPr lang="en-US" sz="2200" i="1">
                                <a:latin typeface="Cambria Math" panose="02040503050406030204" pitchFamily="18" charset="0"/>
                              </a:rPr>
                              <m:t>𝑇h</m:t>
                            </m:r>
                          </m:sub>
                        </m:sSub>
                      </m:den>
                    </m:f>
                  </m:oMath>
                </a14:m>
                <a:endParaRPr lang="en-US" sz="2200" dirty="0"/>
              </a:p>
              <a:p>
                <a:pPr marL="285750" indent="-285750">
                  <a:buFont typeface="Wingdings" panose="05000000000000000000" pitchFamily="2" charset="2"/>
                  <a:buChar char="Ø"/>
                </a:pPr>
                <a:endParaRPr lang="en-US" sz="2200" dirty="0"/>
              </a:p>
            </p:txBody>
          </p:sp>
        </mc:Choice>
        <mc:Fallback xmlns="">
          <p:sp>
            <p:nvSpPr>
              <p:cNvPr id="18" name="TextBox 17">
                <a:extLst>
                  <a:ext uri="{FF2B5EF4-FFF2-40B4-BE49-F238E27FC236}">
                    <a16:creationId xmlns:a16="http://schemas.microsoft.com/office/drawing/2014/main" id="{E23E1FD6-2CB9-C59A-C70E-AD4844496CEF}"/>
                  </a:ext>
                </a:extLst>
              </p:cNvPr>
              <p:cNvSpPr txBox="1">
                <a:spLocks noRot="1" noChangeAspect="1" noMove="1" noResize="1" noEditPoints="1" noAdjustHandles="1" noChangeArrowheads="1" noChangeShapeType="1" noTextEdit="1"/>
              </p:cNvSpPr>
              <p:nvPr/>
            </p:nvSpPr>
            <p:spPr>
              <a:xfrm>
                <a:off x="4512643" y="1670251"/>
                <a:ext cx="4072860" cy="1830245"/>
              </a:xfrm>
              <a:prstGeom prst="rect">
                <a:avLst/>
              </a:prstGeom>
              <a:blipFill>
                <a:blip r:embed="rId3"/>
                <a:stretch>
                  <a:fillRect l="-1647" t="-2667"/>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510B87E6-DA4F-2456-DC48-3AE7449AAE44}"/>
              </a:ext>
            </a:extLst>
          </p:cNvPr>
          <p:cNvSpPr txBox="1"/>
          <p:nvPr/>
        </p:nvSpPr>
        <p:spPr>
          <a:xfrm>
            <a:off x="1090108" y="4117108"/>
            <a:ext cx="3095495" cy="338554"/>
          </a:xfrm>
          <a:prstGeom prst="rect">
            <a:avLst/>
          </a:prstGeom>
          <a:noFill/>
        </p:spPr>
        <p:txBody>
          <a:bodyPr wrap="square" rtlCol="0">
            <a:spAutoFit/>
          </a:bodyPr>
          <a:lstStyle/>
          <a:p>
            <a:r>
              <a:rPr lang="en-US" sz="1600" i="1" dirty="0" err="1"/>
              <a:t>Mô</a:t>
            </a:r>
            <a:r>
              <a:rPr lang="en-US" sz="1600" i="1" dirty="0"/>
              <a:t> </a:t>
            </a:r>
            <a:r>
              <a:rPr lang="en-US" sz="1600" i="1" dirty="0" err="1"/>
              <a:t>hình</a:t>
            </a:r>
            <a:r>
              <a:rPr lang="en-US" sz="1600" i="1" dirty="0"/>
              <a:t> Thevenin</a:t>
            </a:r>
          </a:p>
        </p:txBody>
      </p:sp>
      <p:pic>
        <p:nvPicPr>
          <p:cNvPr id="5" name="Picture 4">
            <a:extLst>
              <a:ext uri="{FF2B5EF4-FFF2-40B4-BE49-F238E27FC236}">
                <a16:creationId xmlns:a16="http://schemas.microsoft.com/office/drawing/2014/main" id="{00076863-B804-EE5A-99BC-15DEA696132E}"/>
              </a:ext>
            </a:extLst>
          </p:cNvPr>
          <p:cNvPicPr>
            <a:picLocks noChangeAspect="1"/>
          </p:cNvPicPr>
          <p:nvPr/>
        </p:nvPicPr>
        <p:blipFill>
          <a:blip r:embed="rId4"/>
          <a:stretch>
            <a:fillRect/>
          </a:stretch>
        </p:blipFill>
        <p:spPr>
          <a:xfrm>
            <a:off x="220185" y="1287788"/>
            <a:ext cx="3505689" cy="282932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F6204BB-8C99-0BCB-82B8-3F1C8E473988}"/>
                  </a:ext>
                </a:extLst>
              </p:cNvPr>
              <p:cNvSpPr txBox="1"/>
              <p:nvPr/>
            </p:nvSpPr>
            <p:spPr>
              <a:xfrm>
                <a:off x="4441523" y="3540539"/>
                <a:ext cx="5244292" cy="769441"/>
              </a:xfrm>
              <a:prstGeom prst="rect">
                <a:avLst/>
              </a:prstGeom>
              <a:noFill/>
            </p:spPr>
            <p:txBody>
              <a:bodyPr wrap="square" rtlCol="0">
                <a:spAutoFit/>
              </a:bodyPr>
              <a:lstStyle/>
              <a:p>
                <a:pPr marL="342900" indent="-342900">
                  <a:buFont typeface="Wingdings" panose="05000000000000000000" pitchFamily="2" charset="2"/>
                  <a:buChar char="§"/>
                </a:pPr>
                <a:r>
                  <a:rPr lang="en-US" sz="2200" dirty="0"/>
                  <a:t>Kirchhof 2: </a:t>
                </a:r>
                <a14:m>
                  <m:oMath xmlns:m="http://schemas.openxmlformats.org/officeDocument/2006/math">
                    <m:sSub>
                      <m:sSubPr>
                        <m:ctrlPr>
                          <a:rPr lang="en-US" sz="2200" i="1">
                            <a:latin typeface="Cambria Math" panose="02040503050406030204" pitchFamily="18" charset="0"/>
                          </a:rPr>
                        </m:ctrlPr>
                      </m:sSubPr>
                      <m:e>
                        <m:r>
                          <a:rPr lang="en-US" sz="2200" b="0" i="1" smtClean="0">
                            <a:latin typeface="Cambria Math" panose="02040503050406030204" pitchFamily="18" charset="0"/>
                          </a:rPr>
                          <m:t>𝑈</m:t>
                        </m:r>
                      </m:e>
                      <m:sub>
                        <m:r>
                          <a:rPr lang="en-US" sz="2200" i="1">
                            <a:latin typeface="Cambria Math" panose="02040503050406030204" pitchFamily="18" charset="0"/>
                          </a:rPr>
                          <m:t>𝐿</m:t>
                        </m:r>
                      </m:sub>
                    </m:sSub>
                    <m:r>
                      <a:rPr lang="en-US" sz="2200" i="1">
                        <a:latin typeface="Cambria Math" panose="02040503050406030204" pitchFamily="18" charset="0"/>
                      </a:rPr>
                      <m:t>=</m:t>
                    </m:r>
                    <m:sSub>
                      <m:sSubPr>
                        <m:ctrlPr>
                          <a:rPr lang="en-US" sz="2200" i="1">
                            <a:latin typeface="Cambria Math" panose="02040503050406030204" pitchFamily="18" charset="0"/>
                          </a:rPr>
                        </m:ctrlPr>
                      </m:sSubPr>
                      <m:e>
                        <m:r>
                          <a:rPr lang="en-US" sz="2200" b="0" i="1" smtClean="0">
                            <a:latin typeface="Cambria Math" panose="02040503050406030204" pitchFamily="18" charset="0"/>
                          </a:rPr>
                          <m:t>𝑈</m:t>
                        </m:r>
                      </m:e>
                      <m:sub>
                        <m:r>
                          <a:rPr lang="en-US" sz="2200" b="0" i="1" smtClean="0">
                            <a:latin typeface="Cambria Math" panose="02040503050406030204" pitchFamily="18" charset="0"/>
                          </a:rPr>
                          <m:t>𝑜𝑐</m:t>
                        </m:r>
                      </m:sub>
                    </m:sSub>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r>
                          <a:rPr lang="en-US" sz="2200" b="0" i="1" smtClean="0">
                            <a:latin typeface="Cambria Math" panose="02040503050406030204" pitchFamily="18" charset="0"/>
                          </a:rPr>
                          <m:t>𝑈</m:t>
                        </m:r>
                      </m:e>
                      <m:sub>
                        <m:r>
                          <a:rPr lang="en-US" sz="2200" b="0" i="1" smtClean="0">
                            <a:latin typeface="Cambria Math" panose="02040503050406030204" pitchFamily="18" charset="0"/>
                          </a:rPr>
                          <m:t>𝑇h</m:t>
                        </m:r>
                      </m:sub>
                    </m:sSub>
                    <m:r>
                      <a:rPr lang="en-US" sz="2200" b="0" i="1" smtClean="0">
                        <a:latin typeface="Cambria Math" panose="02040503050406030204" pitchFamily="18" charset="0"/>
                      </a:rPr>
                      <m:t>−</m:t>
                    </m:r>
                    <m:sSub>
                      <m:sSubPr>
                        <m:ctrlPr>
                          <a:rPr lang="en-US" sz="2200" i="1">
                            <a:latin typeface="Cambria Math" panose="02040503050406030204" pitchFamily="18" charset="0"/>
                          </a:rPr>
                        </m:ctrlPr>
                      </m:sSubPr>
                      <m:e>
                        <m:sSub>
                          <m:sSubPr>
                            <m:ctrlPr>
                              <a:rPr lang="en-US" sz="2200" i="1">
                                <a:latin typeface="Cambria Math" panose="02040503050406030204" pitchFamily="18" charset="0"/>
                              </a:rPr>
                            </m:ctrlPr>
                          </m:sSubPr>
                          <m:e>
                            <m:r>
                              <a:rPr lang="en-US" sz="2200" i="1">
                                <a:latin typeface="Cambria Math" panose="02040503050406030204" pitchFamily="18" charset="0"/>
                              </a:rPr>
                              <m:t>𝐼</m:t>
                            </m:r>
                          </m:e>
                          <m:sub>
                            <m:r>
                              <a:rPr lang="en-US" sz="2200" i="1">
                                <a:latin typeface="Cambria Math" panose="02040503050406030204" pitchFamily="18" charset="0"/>
                              </a:rPr>
                              <m:t>𝐿</m:t>
                            </m:r>
                          </m:sub>
                        </m:sSub>
                        <m:r>
                          <a:rPr lang="en-US" sz="220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rPr>
                          <m:t>𝑅</m:t>
                        </m:r>
                      </m:e>
                      <m:sub>
                        <m:r>
                          <a:rPr lang="en-US" sz="2200" b="0" i="1" smtClean="0">
                            <a:latin typeface="Cambria Math" panose="02040503050406030204" pitchFamily="18" charset="0"/>
                          </a:rPr>
                          <m:t>𝑜</m:t>
                        </m:r>
                      </m:sub>
                    </m:sSub>
                  </m:oMath>
                </a14:m>
                <a:endParaRPr lang="en-US" sz="2200" dirty="0"/>
              </a:p>
              <a:p>
                <a:pPr marL="285750" indent="-285750">
                  <a:buFont typeface="Wingdings" panose="05000000000000000000" pitchFamily="2" charset="2"/>
                  <a:buChar char="Ø"/>
                </a:pPr>
                <a:endParaRPr lang="en-US" sz="2200" dirty="0"/>
              </a:p>
            </p:txBody>
          </p:sp>
        </mc:Choice>
        <mc:Fallback xmlns="">
          <p:sp>
            <p:nvSpPr>
              <p:cNvPr id="8" name="TextBox 7">
                <a:extLst>
                  <a:ext uri="{FF2B5EF4-FFF2-40B4-BE49-F238E27FC236}">
                    <a16:creationId xmlns:a16="http://schemas.microsoft.com/office/drawing/2014/main" id="{7F6204BB-8C99-0BCB-82B8-3F1C8E473988}"/>
                  </a:ext>
                </a:extLst>
              </p:cNvPr>
              <p:cNvSpPr txBox="1">
                <a:spLocks noRot="1" noChangeAspect="1" noMove="1" noResize="1" noEditPoints="1" noAdjustHandles="1" noChangeArrowheads="1" noChangeShapeType="1" noTextEdit="1"/>
              </p:cNvSpPr>
              <p:nvPr/>
            </p:nvSpPr>
            <p:spPr>
              <a:xfrm>
                <a:off x="4441523" y="3540539"/>
                <a:ext cx="5244292" cy="769441"/>
              </a:xfrm>
              <a:prstGeom prst="rect">
                <a:avLst/>
              </a:prstGeom>
              <a:blipFill>
                <a:blip r:embed="rId5"/>
                <a:stretch>
                  <a:fillRect l="-1279" t="-6349"/>
                </a:stretch>
              </a:blipFill>
            </p:spPr>
            <p:txBody>
              <a:bodyPr/>
              <a:lstStyle/>
              <a:p>
                <a:r>
                  <a:rPr lang="en-US">
                    <a:noFill/>
                  </a:rPr>
                  <a:t> </a:t>
                </a:r>
              </a:p>
            </p:txBody>
          </p:sp>
        </mc:Fallback>
      </mc:AlternateContent>
      <p:pic>
        <p:nvPicPr>
          <p:cNvPr id="11" name="Picture 10">
            <a:extLst>
              <a:ext uri="{FF2B5EF4-FFF2-40B4-BE49-F238E27FC236}">
                <a16:creationId xmlns:a16="http://schemas.microsoft.com/office/drawing/2014/main" id="{05BF2D70-EE3E-AC47-2F0A-0E06EFE1F762}"/>
              </a:ext>
            </a:extLst>
          </p:cNvPr>
          <p:cNvPicPr>
            <a:picLocks noChangeAspect="1"/>
          </p:cNvPicPr>
          <p:nvPr/>
        </p:nvPicPr>
        <p:blipFill>
          <a:blip r:embed="rId6"/>
          <a:stretch>
            <a:fillRect/>
          </a:stretch>
        </p:blipFill>
        <p:spPr>
          <a:xfrm>
            <a:off x="4901252" y="4455662"/>
            <a:ext cx="3105583" cy="1457528"/>
          </a:xfrm>
          <a:prstGeom prst="rect">
            <a:avLst/>
          </a:prstGeom>
        </p:spPr>
      </p:pic>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3400B75D-102B-B261-F2D6-82CB7581FF85}"/>
                  </a:ext>
                </a:extLst>
              </p14:cNvPr>
              <p14:cNvContentPartPr/>
              <p14:nvPr/>
            </p14:nvContentPartPr>
            <p14:xfrm>
              <a:off x="901800" y="1574640"/>
              <a:ext cx="1530720" cy="800640"/>
            </p14:xfrm>
          </p:contentPart>
        </mc:Choice>
        <mc:Fallback xmlns="">
          <p:pic>
            <p:nvPicPr>
              <p:cNvPr id="3" name="Ink 2">
                <a:extLst>
                  <a:ext uri="{FF2B5EF4-FFF2-40B4-BE49-F238E27FC236}">
                    <a16:creationId xmlns:a16="http://schemas.microsoft.com/office/drawing/2014/main" id="{3400B75D-102B-B261-F2D6-82CB7581FF85}"/>
                  </a:ext>
                </a:extLst>
              </p:cNvPr>
              <p:cNvPicPr/>
              <p:nvPr/>
            </p:nvPicPr>
            <p:blipFill>
              <a:blip r:embed="rId8"/>
              <a:stretch>
                <a:fillRect/>
              </a:stretch>
            </p:blipFill>
            <p:spPr>
              <a:xfrm>
                <a:off x="892440" y="1565280"/>
                <a:ext cx="1549440" cy="819360"/>
              </a:xfrm>
              <a:prstGeom prst="rect">
                <a:avLst/>
              </a:prstGeom>
            </p:spPr>
          </p:pic>
        </mc:Fallback>
      </mc:AlternateContent>
    </p:spTree>
    <p:extLst>
      <p:ext uri="{BB962C8B-B14F-4D97-AF65-F5344CB8AC3E}">
        <p14:creationId xmlns:p14="http://schemas.microsoft.com/office/powerpoint/2010/main" val="575922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21ABC-3A68-3779-5ECA-A276D475B91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9F9E4B6-7BF0-8F08-B622-35BFA2AFBF85}"/>
              </a:ext>
            </a:extLst>
          </p:cNvPr>
          <p:cNvSpPr>
            <a:spLocks noGrp="1"/>
          </p:cNvSpPr>
          <p:nvPr>
            <p:ph type="dt" sz="half" idx="10"/>
          </p:nvPr>
        </p:nvSpPr>
        <p:spPr>
          <a:xfrm>
            <a:off x="681038" y="6570787"/>
            <a:ext cx="2228850" cy="287215"/>
          </a:xfrm>
        </p:spPr>
        <p:txBody>
          <a:bodyPr/>
          <a:lstStyle/>
          <a:p>
            <a:fld id="{4F253143-4615-40A0-8AC3-64886600ECE3}" type="datetime1">
              <a:rPr lang="en-US" smtClean="0"/>
              <a:t>3/22/2025</a:t>
            </a:fld>
            <a:endParaRPr lang="en-US"/>
          </a:p>
        </p:txBody>
      </p:sp>
      <p:sp>
        <p:nvSpPr>
          <p:cNvPr id="7" name="Slide Number Placeholder 6">
            <a:extLst>
              <a:ext uri="{FF2B5EF4-FFF2-40B4-BE49-F238E27FC236}">
                <a16:creationId xmlns:a16="http://schemas.microsoft.com/office/drawing/2014/main" id="{4DA717C7-46F7-7B0E-4C26-8323E589501D}"/>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9</a:t>
            </a:fld>
            <a:endParaRPr lang="en-US"/>
          </a:p>
        </p:txBody>
      </p:sp>
      <p:sp>
        <p:nvSpPr>
          <p:cNvPr id="2" name="Title 1">
            <a:extLst>
              <a:ext uri="{FF2B5EF4-FFF2-40B4-BE49-F238E27FC236}">
                <a16:creationId xmlns:a16="http://schemas.microsoft.com/office/drawing/2014/main" id="{A880378D-83D5-8816-DDF0-3F56D3C83AEF}"/>
              </a:ext>
            </a:extLst>
          </p:cNvPr>
          <p:cNvSpPr>
            <a:spLocks noGrp="1"/>
          </p:cNvSpPr>
          <p:nvPr>
            <p:ph type="title"/>
          </p:nvPr>
        </p:nvSpPr>
        <p:spPr>
          <a:xfrm>
            <a:off x="500416" y="331083"/>
            <a:ext cx="9766931" cy="548731"/>
          </a:xfrm>
        </p:spPr>
        <p:txBody>
          <a:bodyPr/>
          <a:lstStyle/>
          <a:p>
            <a:pPr>
              <a:spcBef>
                <a:spcPts val="600"/>
              </a:spcBef>
              <a:spcAft>
                <a:spcPts val="600"/>
              </a:spcAft>
            </a:pPr>
            <a:r>
              <a:rPr lang="en-US" sz="3600" dirty="0">
                <a:latin typeface="+mj-lt"/>
              </a:rPr>
              <a:t>III. </a:t>
            </a:r>
            <a:r>
              <a:rPr lang="en-US" sz="3600" dirty="0" err="1">
                <a:latin typeface="+mj-lt"/>
              </a:rPr>
              <a:t>Mô</a:t>
            </a:r>
            <a:r>
              <a:rPr lang="en-US" sz="3600" dirty="0">
                <a:latin typeface="+mj-lt"/>
              </a:rPr>
              <a:t> </a:t>
            </a:r>
            <a:r>
              <a:rPr lang="en-US" sz="3600" dirty="0" err="1">
                <a:latin typeface="+mj-lt"/>
              </a:rPr>
              <a:t>hình</a:t>
            </a:r>
            <a:r>
              <a:rPr lang="en-US" sz="3600" dirty="0">
                <a:latin typeface="+mj-lt"/>
              </a:rPr>
              <a:t> DP(dual polarization) [5]</a:t>
            </a:r>
            <a:br>
              <a:rPr lang="en-US" sz="3600" dirty="0">
                <a:latin typeface="+mj-lt"/>
              </a:rPr>
            </a:br>
            <a:endParaRPr lang="en-US" sz="3600" dirty="0">
              <a:latin typeface="+mj-lt"/>
            </a:endParaRPr>
          </a:p>
        </p:txBody>
      </p:sp>
      <p:sp>
        <p:nvSpPr>
          <p:cNvPr id="6" name="TextBox 5">
            <a:extLst>
              <a:ext uri="{FF2B5EF4-FFF2-40B4-BE49-F238E27FC236}">
                <a16:creationId xmlns:a16="http://schemas.microsoft.com/office/drawing/2014/main" id="{579C3DB4-6EC8-1739-E614-1372983B7AEB}"/>
              </a:ext>
            </a:extLst>
          </p:cNvPr>
          <p:cNvSpPr txBox="1"/>
          <p:nvPr/>
        </p:nvSpPr>
        <p:spPr>
          <a:xfrm>
            <a:off x="194865" y="739057"/>
            <a:ext cx="7062019" cy="892552"/>
          </a:xfrm>
          <a:prstGeom prst="rect">
            <a:avLst/>
          </a:prstGeom>
          <a:noFill/>
        </p:spPr>
        <p:txBody>
          <a:bodyPr wrap="square">
            <a:spAutoFit/>
          </a:bodyPr>
          <a:lstStyle/>
          <a:p>
            <a:pPr marL="457200" indent="-457200" rtl="0" fontAlgn="ctr">
              <a:buFont typeface="Wingdings" panose="05000000000000000000" pitchFamily="2" charset="2"/>
              <a:buChar char="q"/>
            </a:pPr>
            <a:r>
              <a:rPr lang="en-US" sz="2600" b="1" dirty="0" err="1"/>
              <a:t>Cơ</a:t>
            </a:r>
            <a:r>
              <a:rPr lang="en-US" sz="2600" b="1" dirty="0"/>
              <a:t> </a:t>
            </a:r>
            <a:r>
              <a:rPr lang="en-US" sz="2600" b="1" dirty="0" err="1"/>
              <a:t>sở</a:t>
            </a:r>
            <a:r>
              <a:rPr lang="en-US" sz="2600" b="1" dirty="0"/>
              <a:t>: </a:t>
            </a:r>
            <a:r>
              <a:rPr lang="en-US" sz="2600" b="1" dirty="0" err="1"/>
              <a:t>mắc</a:t>
            </a:r>
            <a:r>
              <a:rPr lang="en-US" sz="2600" b="1" dirty="0"/>
              <a:t> </a:t>
            </a:r>
            <a:r>
              <a:rPr lang="en-US" sz="2600" b="1" dirty="0" err="1"/>
              <a:t>thêm</a:t>
            </a:r>
            <a:r>
              <a:rPr lang="en-US" sz="2600" b="1" dirty="0"/>
              <a:t> </a:t>
            </a:r>
            <a:r>
              <a:rPr lang="en-US" sz="2600" b="1" dirty="0" err="1"/>
              <a:t>các</a:t>
            </a:r>
            <a:r>
              <a:rPr lang="en-US" sz="2600" b="1" dirty="0"/>
              <a:t> </a:t>
            </a:r>
            <a:r>
              <a:rPr lang="en-US" sz="2600" b="1" dirty="0" err="1"/>
              <a:t>nhánh</a:t>
            </a:r>
            <a:r>
              <a:rPr lang="en-US" sz="2600" b="1" dirty="0"/>
              <a:t> RC song </a:t>
            </a:r>
            <a:r>
              <a:rPr lang="en-US" sz="2600" b="1" dirty="0" err="1"/>
              <a:t>song</a:t>
            </a:r>
            <a:r>
              <a:rPr lang="en-US" sz="2600" b="1" dirty="0"/>
              <a:t> </a:t>
            </a:r>
            <a:endParaRPr lang="en-US" sz="2600" b="1" dirty="0">
              <a:effectLst/>
            </a:endParaRPr>
          </a:p>
          <a:p>
            <a:pPr rtl="0" fontAlgn="ctr"/>
            <a:endParaRPr lang="vi-VN" sz="2600" b="1" dirty="0">
              <a:effectLst/>
            </a:endParaRPr>
          </a:p>
        </p:txBody>
      </p:sp>
      <p:pic>
        <p:nvPicPr>
          <p:cNvPr id="13" name="Picture 12">
            <a:extLst>
              <a:ext uri="{FF2B5EF4-FFF2-40B4-BE49-F238E27FC236}">
                <a16:creationId xmlns:a16="http://schemas.microsoft.com/office/drawing/2014/main" id="{C0DD1261-8DEE-74B6-6254-9D6FF5B65AB5}"/>
              </a:ext>
            </a:extLst>
          </p:cNvPr>
          <p:cNvPicPr>
            <a:picLocks noChangeAspect="1"/>
          </p:cNvPicPr>
          <p:nvPr/>
        </p:nvPicPr>
        <p:blipFill>
          <a:blip r:embed="rId3"/>
          <a:stretch>
            <a:fillRect/>
          </a:stretch>
        </p:blipFill>
        <p:spPr>
          <a:xfrm>
            <a:off x="2244383" y="2704156"/>
            <a:ext cx="4203854" cy="3243715"/>
          </a:xfrm>
          <a:prstGeom prst="rect">
            <a:avLst/>
          </a:prstGeom>
        </p:spPr>
      </p:pic>
      <p:sp>
        <p:nvSpPr>
          <p:cNvPr id="16" name="TextBox 15">
            <a:extLst>
              <a:ext uri="{FF2B5EF4-FFF2-40B4-BE49-F238E27FC236}">
                <a16:creationId xmlns:a16="http://schemas.microsoft.com/office/drawing/2014/main" id="{81F7711F-380E-5940-5F1A-86659D7E9A6B}"/>
              </a:ext>
            </a:extLst>
          </p:cNvPr>
          <p:cNvSpPr txBox="1"/>
          <p:nvPr/>
        </p:nvSpPr>
        <p:spPr>
          <a:xfrm>
            <a:off x="3836133" y="5824086"/>
            <a:ext cx="3095495" cy="338554"/>
          </a:xfrm>
          <a:prstGeom prst="rect">
            <a:avLst/>
          </a:prstGeom>
          <a:noFill/>
        </p:spPr>
        <p:txBody>
          <a:bodyPr wrap="square" rtlCol="0">
            <a:spAutoFit/>
          </a:bodyPr>
          <a:lstStyle/>
          <a:p>
            <a:r>
              <a:rPr lang="en-US" sz="1600" i="1" dirty="0" err="1"/>
              <a:t>Mô</a:t>
            </a:r>
            <a:r>
              <a:rPr lang="en-US" sz="1600" i="1" dirty="0"/>
              <a:t> </a:t>
            </a:r>
            <a:r>
              <a:rPr lang="en-US" sz="1600" i="1" dirty="0" err="1"/>
              <a:t>hình</a:t>
            </a:r>
            <a:r>
              <a:rPr lang="en-US" sz="1600" i="1" dirty="0"/>
              <a:t> DP</a:t>
            </a:r>
          </a:p>
        </p:txBody>
      </p:sp>
      <p:sp>
        <p:nvSpPr>
          <p:cNvPr id="3" name="TextBox 2">
            <a:extLst>
              <a:ext uri="{FF2B5EF4-FFF2-40B4-BE49-F238E27FC236}">
                <a16:creationId xmlns:a16="http://schemas.microsoft.com/office/drawing/2014/main" id="{E6F8D07F-4EB7-7750-0941-63249683F4D1}"/>
              </a:ext>
            </a:extLst>
          </p:cNvPr>
          <p:cNvSpPr txBox="1"/>
          <p:nvPr/>
        </p:nvSpPr>
        <p:spPr>
          <a:xfrm>
            <a:off x="500416" y="1211703"/>
            <a:ext cx="8724547" cy="1200329"/>
          </a:xfrm>
          <a:prstGeom prst="rect">
            <a:avLst/>
          </a:prstGeom>
          <a:noFill/>
        </p:spPr>
        <p:txBody>
          <a:bodyPr wrap="square" rtlCol="0">
            <a:spAutoFit/>
          </a:bodyPr>
          <a:lstStyle/>
          <a:p>
            <a:pPr marL="342900" indent="-342900">
              <a:buFont typeface="Wingdings" panose="05000000000000000000" pitchFamily="2" charset="2"/>
              <a:buChar char="§"/>
            </a:pPr>
            <a:r>
              <a:rPr lang="en-US" sz="2400" dirty="0"/>
              <a:t>Các </a:t>
            </a:r>
            <a:r>
              <a:rPr lang="en-US" sz="2400" dirty="0" err="1"/>
              <a:t>hiện</a:t>
            </a:r>
            <a:r>
              <a:rPr lang="en-US" sz="2400" dirty="0"/>
              <a:t> </a:t>
            </a:r>
            <a:r>
              <a:rPr lang="en-US" sz="2400" dirty="0" err="1"/>
              <a:t>tượng</a:t>
            </a:r>
            <a:r>
              <a:rPr lang="en-US" sz="2400" dirty="0"/>
              <a:t> </a:t>
            </a:r>
            <a:r>
              <a:rPr lang="en-US" sz="2400" dirty="0" err="1"/>
              <a:t>phân</a:t>
            </a:r>
            <a:r>
              <a:rPr lang="en-US" sz="2400" dirty="0"/>
              <a:t> </a:t>
            </a:r>
            <a:r>
              <a:rPr lang="en-US" sz="2400" dirty="0" err="1"/>
              <a:t>cực</a:t>
            </a:r>
            <a:r>
              <a:rPr lang="en-US" sz="2400" dirty="0"/>
              <a:t> </a:t>
            </a:r>
            <a:r>
              <a:rPr lang="en-US" sz="2400" dirty="0" err="1"/>
              <a:t>có</a:t>
            </a:r>
            <a:r>
              <a:rPr lang="en-US" sz="2400" dirty="0"/>
              <a:t> </a:t>
            </a:r>
            <a:r>
              <a:rPr lang="en-US" sz="2400" dirty="0" err="1"/>
              <a:t>thời</a:t>
            </a:r>
            <a:r>
              <a:rPr lang="en-US" sz="2400" dirty="0"/>
              <a:t> </a:t>
            </a:r>
            <a:r>
              <a:rPr lang="en-US" sz="2400" dirty="0" err="1"/>
              <a:t>gian</a:t>
            </a:r>
            <a:r>
              <a:rPr lang="en-US" sz="2400" dirty="0"/>
              <a:t> </a:t>
            </a:r>
            <a:r>
              <a:rPr lang="en-US" sz="2400" dirty="0" err="1"/>
              <a:t>khác</a:t>
            </a:r>
            <a:r>
              <a:rPr lang="en-US" sz="2400" dirty="0"/>
              <a:t> </a:t>
            </a:r>
            <a:r>
              <a:rPr lang="en-US" sz="2400" dirty="0" err="1"/>
              <a:t>nhau</a:t>
            </a:r>
            <a:r>
              <a:rPr lang="en-US" sz="2400" dirty="0"/>
              <a:t>:</a:t>
            </a:r>
          </a:p>
          <a:p>
            <a:pPr marL="342900" indent="-342900">
              <a:buFont typeface="Wingdings" panose="05000000000000000000" pitchFamily="2" charset="2"/>
              <a:buChar char="Ø"/>
            </a:pPr>
            <a:r>
              <a:rPr lang="en-US" sz="2400" dirty="0" err="1"/>
              <a:t>Mỗi</a:t>
            </a:r>
            <a:r>
              <a:rPr lang="en-US" sz="2400" dirty="0"/>
              <a:t> </a:t>
            </a:r>
            <a:r>
              <a:rPr lang="en-US" sz="2400" dirty="0" err="1"/>
              <a:t>nhánh</a:t>
            </a:r>
            <a:r>
              <a:rPr lang="en-US" sz="2400" dirty="0"/>
              <a:t> </a:t>
            </a:r>
            <a:r>
              <a:rPr lang="en-US" sz="2400" dirty="0" err="1"/>
              <a:t>RpCp</a:t>
            </a:r>
            <a:r>
              <a:rPr lang="en-US" sz="2400" dirty="0"/>
              <a:t>​ </a:t>
            </a:r>
            <a:r>
              <a:rPr lang="en-US" sz="2400" dirty="0" err="1"/>
              <a:t>mô</a:t>
            </a:r>
            <a:r>
              <a:rPr lang="en-US" sz="2400" dirty="0"/>
              <a:t> </a:t>
            </a:r>
            <a:r>
              <a:rPr lang="en-US" sz="2400" dirty="0" err="1"/>
              <a:t>phỏng</a:t>
            </a:r>
            <a:r>
              <a:rPr lang="en-US" sz="2400" dirty="0"/>
              <a:t> </a:t>
            </a:r>
            <a:r>
              <a:rPr lang="en-US" sz="2400" dirty="0" err="1"/>
              <a:t>một</a:t>
            </a:r>
            <a:r>
              <a:rPr lang="en-US" sz="2400" dirty="0"/>
              <a:t> </a:t>
            </a:r>
            <a:r>
              <a:rPr lang="en-US" sz="2400" dirty="0" err="1"/>
              <a:t>thời</a:t>
            </a:r>
            <a:r>
              <a:rPr lang="en-US" sz="2400" dirty="0"/>
              <a:t> </a:t>
            </a:r>
            <a:r>
              <a:rPr lang="en-US" sz="2400" dirty="0" err="1"/>
              <a:t>gian</a:t>
            </a:r>
            <a:r>
              <a:rPr lang="en-US" sz="2400" dirty="0"/>
              <a:t> </a:t>
            </a:r>
            <a:r>
              <a:rPr lang="en-US" sz="2400" dirty="0" err="1"/>
              <a:t>phân</a:t>
            </a:r>
            <a:r>
              <a:rPr lang="en-US" sz="2400" dirty="0"/>
              <a:t> </a:t>
            </a:r>
            <a:r>
              <a:rPr lang="en-US" sz="2400" dirty="0" err="1"/>
              <a:t>cực</a:t>
            </a:r>
            <a:r>
              <a:rPr lang="en-US" sz="2400" dirty="0"/>
              <a:t> </a:t>
            </a:r>
            <a:r>
              <a:rPr lang="en-US" sz="2400" dirty="0" err="1"/>
              <a:t>khác</a:t>
            </a:r>
            <a:r>
              <a:rPr lang="en-US" sz="2400" dirty="0"/>
              <a:t> </a:t>
            </a:r>
            <a:r>
              <a:rPr lang="en-US" sz="2400" dirty="0" err="1"/>
              <a:t>nhau</a:t>
            </a:r>
            <a:r>
              <a:rPr lang="en-US" sz="2400" dirty="0"/>
              <a:t> </a:t>
            </a:r>
            <a:r>
              <a:rPr lang="en-US" sz="2400" dirty="0" err="1"/>
              <a:t>để</a:t>
            </a:r>
            <a:r>
              <a:rPr lang="en-US" sz="2400" dirty="0"/>
              <a:t> </a:t>
            </a:r>
            <a:r>
              <a:rPr lang="en-US" sz="2400" dirty="0" err="1"/>
              <a:t>phản</a:t>
            </a:r>
            <a:r>
              <a:rPr lang="en-US" sz="2400" dirty="0"/>
              <a:t> </a:t>
            </a:r>
            <a:r>
              <a:rPr lang="en-US" sz="2400" dirty="0" err="1"/>
              <a:t>ánh</a:t>
            </a:r>
            <a:r>
              <a:rPr lang="en-US" sz="2400" dirty="0"/>
              <a:t> </a:t>
            </a:r>
            <a:r>
              <a:rPr lang="en-US" sz="2400" dirty="0" err="1"/>
              <a:t>từng</a:t>
            </a:r>
            <a:r>
              <a:rPr lang="en-US" sz="2400" dirty="0"/>
              <a:t> </a:t>
            </a:r>
            <a:r>
              <a:rPr lang="en-US" sz="2400" dirty="0" err="1"/>
              <a:t>quá</a:t>
            </a:r>
            <a:r>
              <a:rPr lang="en-US" sz="2400" dirty="0"/>
              <a:t> </a:t>
            </a:r>
            <a:r>
              <a:rPr lang="en-US" sz="2400" dirty="0" err="1"/>
              <a:t>trình</a:t>
            </a:r>
            <a:r>
              <a:rPr lang="en-US" sz="2400" dirty="0"/>
              <a:t> </a:t>
            </a:r>
            <a:r>
              <a:rPr lang="en-US" sz="2400" dirty="0" err="1"/>
              <a:t>phân</a:t>
            </a:r>
            <a:r>
              <a:rPr lang="en-US" sz="2400" dirty="0"/>
              <a:t> </a:t>
            </a:r>
            <a:r>
              <a:rPr lang="en-US" sz="2400" dirty="0" err="1"/>
              <a:t>cực</a:t>
            </a:r>
            <a:r>
              <a:rPr lang="en-US" sz="2400" dirty="0"/>
              <a:t> </a:t>
            </a:r>
            <a:r>
              <a:rPr lang="en-US" sz="2400" dirty="0" err="1"/>
              <a:t>này</a:t>
            </a:r>
            <a:r>
              <a:rPr lang="en-US" sz="2400" dirty="0"/>
              <a:t>.</a:t>
            </a:r>
          </a:p>
        </p:txBody>
      </p:sp>
    </p:spTree>
    <p:extLst>
      <p:ext uri="{BB962C8B-B14F-4D97-AF65-F5344CB8AC3E}">
        <p14:creationId xmlns:p14="http://schemas.microsoft.com/office/powerpoint/2010/main" val="2723113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AA5DB-5D96-E257-BAF7-14E897D88D84}"/>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3BC163D3-D40B-F108-9431-09FB155DC92C}"/>
              </a:ext>
            </a:extLst>
          </p:cNvPr>
          <p:cNvSpPr/>
          <p:nvPr/>
        </p:nvSpPr>
        <p:spPr>
          <a:xfrm>
            <a:off x="5022928" y="1484297"/>
            <a:ext cx="4467912" cy="3194519"/>
          </a:xfrm>
          <a:prstGeom prst="rect">
            <a:avLst/>
          </a:prstGeom>
          <a:solidFill>
            <a:schemeClr val="bg1"/>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275C66E6-0158-2140-8ECE-C2DE5A4AEB0C}"/>
              </a:ext>
            </a:extLst>
          </p:cNvPr>
          <p:cNvSpPr>
            <a:spLocks noGrp="1"/>
          </p:cNvSpPr>
          <p:nvPr>
            <p:ph type="dt" sz="half" idx="10"/>
          </p:nvPr>
        </p:nvSpPr>
        <p:spPr>
          <a:xfrm>
            <a:off x="681038" y="6570787"/>
            <a:ext cx="2228850" cy="287215"/>
          </a:xfrm>
        </p:spPr>
        <p:txBody>
          <a:bodyPr/>
          <a:lstStyle/>
          <a:p>
            <a:fld id="{4F253143-4615-40A0-8AC3-64886600ECE3}" type="datetime1">
              <a:rPr lang="en-US" smtClean="0"/>
              <a:t>3/22/2025</a:t>
            </a:fld>
            <a:endParaRPr lang="en-US"/>
          </a:p>
        </p:txBody>
      </p:sp>
      <p:sp>
        <p:nvSpPr>
          <p:cNvPr id="7" name="Slide Number Placeholder 6">
            <a:extLst>
              <a:ext uri="{FF2B5EF4-FFF2-40B4-BE49-F238E27FC236}">
                <a16:creationId xmlns:a16="http://schemas.microsoft.com/office/drawing/2014/main" id="{C90A93BC-6F24-0A7C-6E59-AFAB1D4078BD}"/>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10</a:t>
            </a:fld>
            <a:endParaRPr lang="en-US"/>
          </a:p>
        </p:txBody>
      </p:sp>
      <p:sp>
        <p:nvSpPr>
          <p:cNvPr id="2" name="Title 1">
            <a:extLst>
              <a:ext uri="{FF2B5EF4-FFF2-40B4-BE49-F238E27FC236}">
                <a16:creationId xmlns:a16="http://schemas.microsoft.com/office/drawing/2014/main" id="{AF9E2E8F-82B2-7B32-B825-EBEA86D11455}"/>
              </a:ext>
            </a:extLst>
          </p:cNvPr>
          <p:cNvSpPr>
            <a:spLocks noGrp="1"/>
          </p:cNvSpPr>
          <p:nvPr>
            <p:ph type="title"/>
          </p:nvPr>
        </p:nvSpPr>
        <p:spPr>
          <a:xfrm>
            <a:off x="500416" y="331083"/>
            <a:ext cx="9766931" cy="548731"/>
          </a:xfrm>
        </p:spPr>
        <p:txBody>
          <a:bodyPr/>
          <a:lstStyle/>
          <a:p>
            <a:pPr>
              <a:spcBef>
                <a:spcPts val="600"/>
              </a:spcBef>
              <a:spcAft>
                <a:spcPts val="600"/>
              </a:spcAft>
            </a:pPr>
            <a:r>
              <a:rPr lang="en-US" sz="3600" dirty="0">
                <a:latin typeface="+mj-lt"/>
              </a:rPr>
              <a:t>III. </a:t>
            </a:r>
            <a:r>
              <a:rPr lang="en-US" sz="3600" dirty="0" err="1">
                <a:latin typeface="+mj-lt"/>
              </a:rPr>
              <a:t>Mô</a:t>
            </a:r>
            <a:r>
              <a:rPr lang="en-US" sz="3600" dirty="0">
                <a:latin typeface="+mj-lt"/>
              </a:rPr>
              <a:t> </a:t>
            </a:r>
            <a:r>
              <a:rPr lang="en-US" sz="3600" dirty="0" err="1">
                <a:latin typeface="+mj-lt"/>
              </a:rPr>
              <a:t>hình</a:t>
            </a:r>
            <a:r>
              <a:rPr lang="en-US" sz="3600" dirty="0">
                <a:latin typeface="+mj-lt"/>
              </a:rPr>
              <a:t> DP(dual polarization) [5]</a:t>
            </a:r>
            <a:br>
              <a:rPr lang="en-US" sz="3600" dirty="0">
                <a:latin typeface="+mj-lt"/>
              </a:rPr>
            </a:br>
            <a:endParaRPr lang="en-US" sz="3600" dirty="0">
              <a:latin typeface="+mj-lt"/>
            </a:endParaRPr>
          </a:p>
        </p:txBody>
      </p:sp>
      <p:sp>
        <p:nvSpPr>
          <p:cNvPr id="6" name="TextBox 5">
            <a:extLst>
              <a:ext uri="{FF2B5EF4-FFF2-40B4-BE49-F238E27FC236}">
                <a16:creationId xmlns:a16="http://schemas.microsoft.com/office/drawing/2014/main" id="{7C53DF04-1F4F-9991-145D-74525D6C25C9}"/>
              </a:ext>
            </a:extLst>
          </p:cNvPr>
          <p:cNvSpPr txBox="1"/>
          <p:nvPr/>
        </p:nvSpPr>
        <p:spPr>
          <a:xfrm>
            <a:off x="194865" y="739057"/>
            <a:ext cx="7062019" cy="892552"/>
          </a:xfrm>
          <a:prstGeom prst="rect">
            <a:avLst/>
          </a:prstGeom>
          <a:noFill/>
        </p:spPr>
        <p:txBody>
          <a:bodyPr wrap="square">
            <a:spAutoFit/>
          </a:bodyPr>
          <a:lstStyle/>
          <a:p>
            <a:pPr marL="457200" indent="-457200" rtl="0" fontAlgn="ctr">
              <a:buFont typeface="Wingdings" panose="05000000000000000000" pitchFamily="2" charset="2"/>
              <a:buChar char="q"/>
            </a:pPr>
            <a:r>
              <a:rPr lang="en-US" sz="2600" b="1" dirty="0"/>
              <a:t>Công </a:t>
            </a:r>
            <a:r>
              <a:rPr lang="en-US" sz="2600" b="1" dirty="0" err="1"/>
              <a:t>thức</a:t>
            </a:r>
            <a:endParaRPr lang="en-US" sz="2600" b="1" dirty="0">
              <a:effectLst/>
            </a:endParaRPr>
          </a:p>
          <a:p>
            <a:pPr rtl="0" fontAlgn="ctr"/>
            <a:endParaRPr lang="vi-VN" sz="2600" b="1" dirty="0">
              <a:effectLst/>
            </a:endParaRPr>
          </a:p>
        </p:txBody>
      </p:sp>
      <p:pic>
        <p:nvPicPr>
          <p:cNvPr id="13" name="Picture 12">
            <a:extLst>
              <a:ext uri="{FF2B5EF4-FFF2-40B4-BE49-F238E27FC236}">
                <a16:creationId xmlns:a16="http://schemas.microsoft.com/office/drawing/2014/main" id="{65300C33-5EBE-8D5F-E243-6ACA2BC8EDC8}"/>
              </a:ext>
            </a:extLst>
          </p:cNvPr>
          <p:cNvPicPr>
            <a:picLocks noChangeAspect="1"/>
          </p:cNvPicPr>
          <p:nvPr/>
        </p:nvPicPr>
        <p:blipFill>
          <a:blip r:embed="rId3"/>
          <a:stretch>
            <a:fillRect/>
          </a:stretch>
        </p:blipFill>
        <p:spPr>
          <a:xfrm>
            <a:off x="194865" y="1305246"/>
            <a:ext cx="4203854" cy="3243715"/>
          </a:xfrm>
          <a:prstGeom prst="rect">
            <a:avLst/>
          </a:prstGeom>
        </p:spPr>
      </p:pic>
      <p:pic>
        <p:nvPicPr>
          <p:cNvPr id="15" name="Picture 14">
            <a:extLst>
              <a:ext uri="{FF2B5EF4-FFF2-40B4-BE49-F238E27FC236}">
                <a16:creationId xmlns:a16="http://schemas.microsoft.com/office/drawing/2014/main" id="{BF2DB605-78ED-4990-F665-3124C1EE1C65}"/>
              </a:ext>
            </a:extLst>
          </p:cNvPr>
          <p:cNvPicPr>
            <a:picLocks noChangeAspect="1"/>
          </p:cNvPicPr>
          <p:nvPr/>
        </p:nvPicPr>
        <p:blipFill>
          <a:blip r:embed="rId4"/>
          <a:stretch>
            <a:fillRect/>
          </a:stretch>
        </p:blipFill>
        <p:spPr>
          <a:xfrm>
            <a:off x="5468274" y="1715074"/>
            <a:ext cx="3762900" cy="2838846"/>
          </a:xfrm>
          <a:prstGeom prst="rect">
            <a:avLst/>
          </a:prstGeom>
        </p:spPr>
      </p:pic>
      <p:sp>
        <p:nvSpPr>
          <p:cNvPr id="16" name="TextBox 15">
            <a:extLst>
              <a:ext uri="{FF2B5EF4-FFF2-40B4-BE49-F238E27FC236}">
                <a16:creationId xmlns:a16="http://schemas.microsoft.com/office/drawing/2014/main" id="{F1FDC9F7-1425-4C0E-0950-B7875C0F4060}"/>
              </a:ext>
            </a:extLst>
          </p:cNvPr>
          <p:cNvSpPr txBox="1"/>
          <p:nvPr/>
        </p:nvSpPr>
        <p:spPr>
          <a:xfrm>
            <a:off x="1615328" y="4379684"/>
            <a:ext cx="3095495" cy="338554"/>
          </a:xfrm>
          <a:prstGeom prst="rect">
            <a:avLst/>
          </a:prstGeom>
          <a:noFill/>
        </p:spPr>
        <p:txBody>
          <a:bodyPr wrap="square" rtlCol="0">
            <a:spAutoFit/>
          </a:bodyPr>
          <a:lstStyle/>
          <a:p>
            <a:r>
              <a:rPr lang="en-US" sz="1600" i="1" dirty="0" err="1"/>
              <a:t>Mô</a:t>
            </a:r>
            <a:r>
              <a:rPr lang="en-US" sz="1600" i="1" dirty="0"/>
              <a:t> </a:t>
            </a:r>
            <a:r>
              <a:rPr lang="en-US" sz="1600" i="1" dirty="0" err="1"/>
              <a:t>hình</a:t>
            </a:r>
            <a:r>
              <a:rPr lang="en-US" sz="1600" i="1" dirty="0"/>
              <a:t> DP</a:t>
            </a:r>
          </a:p>
        </p:txBody>
      </p:sp>
      <p:sp>
        <p:nvSpPr>
          <p:cNvPr id="3" name="TextBox 2">
            <a:extLst>
              <a:ext uri="{FF2B5EF4-FFF2-40B4-BE49-F238E27FC236}">
                <a16:creationId xmlns:a16="http://schemas.microsoft.com/office/drawing/2014/main" id="{8B409632-CB81-6697-3349-46408EFA8927}"/>
              </a:ext>
            </a:extLst>
          </p:cNvPr>
          <p:cNvSpPr txBox="1"/>
          <p:nvPr/>
        </p:nvSpPr>
        <p:spPr>
          <a:xfrm>
            <a:off x="415157" y="5079448"/>
            <a:ext cx="9075683" cy="1200329"/>
          </a:xfrm>
          <a:prstGeom prst="rect">
            <a:avLst/>
          </a:prstGeom>
          <a:noFill/>
        </p:spPr>
        <p:txBody>
          <a:bodyPr wrap="square" rtlCol="0">
            <a:spAutoFit/>
          </a:bodyPr>
          <a:lstStyle/>
          <a:p>
            <a:pPr marL="342900" indent="-342900">
              <a:buFont typeface="Wingdings" panose="05000000000000000000" pitchFamily="2" charset="2"/>
              <a:buChar char="v"/>
            </a:pPr>
            <a:r>
              <a:rPr lang="en-US" sz="2400" b="1" dirty="0" err="1"/>
              <a:t>Kết</a:t>
            </a:r>
            <a:r>
              <a:rPr lang="en-US" sz="2400" b="1" dirty="0"/>
              <a:t> </a:t>
            </a:r>
            <a:r>
              <a:rPr lang="en-US" sz="2400" b="1" dirty="0" err="1"/>
              <a:t>luận</a:t>
            </a:r>
            <a:r>
              <a:rPr lang="en-US" sz="2400" dirty="0"/>
              <a:t>: </a:t>
            </a:r>
            <a:r>
              <a:rPr lang="en-US" sz="2400" dirty="0" err="1"/>
              <a:t>Việc</a:t>
            </a:r>
            <a:r>
              <a:rPr lang="en-US" sz="2400" dirty="0"/>
              <a:t> </a:t>
            </a:r>
            <a:r>
              <a:rPr lang="en-US" sz="2400" dirty="0" err="1"/>
              <a:t>lựa</a:t>
            </a:r>
            <a:r>
              <a:rPr lang="en-US" sz="2400" dirty="0"/>
              <a:t> </a:t>
            </a:r>
            <a:r>
              <a:rPr lang="en-US" sz="2400" dirty="0" err="1"/>
              <a:t>chọn</a:t>
            </a:r>
            <a:r>
              <a:rPr lang="en-US" sz="2400" dirty="0"/>
              <a:t> </a:t>
            </a:r>
            <a:r>
              <a:rPr lang="en-US" sz="2400" dirty="0" err="1"/>
              <a:t>mô</a:t>
            </a:r>
            <a:r>
              <a:rPr lang="en-US" sz="2400" dirty="0"/>
              <a:t> </a:t>
            </a:r>
            <a:r>
              <a:rPr lang="en-US" sz="2400" dirty="0" err="1"/>
              <a:t>hình</a:t>
            </a:r>
            <a:r>
              <a:rPr lang="en-US" sz="2400" dirty="0"/>
              <a:t> </a:t>
            </a:r>
            <a:r>
              <a:rPr lang="en-US" sz="2400" dirty="0" err="1"/>
              <a:t>phụ</a:t>
            </a:r>
            <a:r>
              <a:rPr lang="en-US" sz="2400" dirty="0"/>
              <a:t> </a:t>
            </a:r>
            <a:r>
              <a:rPr lang="en-US" sz="2400" dirty="0" err="1"/>
              <a:t>thuộc</a:t>
            </a:r>
            <a:r>
              <a:rPr lang="en-US" sz="2400" dirty="0"/>
              <a:t> </a:t>
            </a:r>
            <a:r>
              <a:rPr lang="en-US" sz="2400" dirty="0" err="1"/>
              <a:t>vào</a:t>
            </a:r>
            <a:r>
              <a:rPr lang="en-US" sz="2400" dirty="0"/>
              <a:t> </a:t>
            </a:r>
            <a:r>
              <a:rPr lang="en-US" sz="2400" dirty="0" err="1"/>
              <a:t>sự</a:t>
            </a:r>
            <a:r>
              <a:rPr lang="en-US" sz="2400" dirty="0"/>
              <a:t> </a:t>
            </a:r>
            <a:r>
              <a:rPr lang="en-US" sz="2400" dirty="0" err="1"/>
              <a:t>đánh</a:t>
            </a:r>
            <a:r>
              <a:rPr lang="en-US" sz="2400" dirty="0"/>
              <a:t> </a:t>
            </a:r>
            <a:r>
              <a:rPr lang="en-US" sz="2400" dirty="0" err="1"/>
              <a:t>đổi</a:t>
            </a:r>
            <a:r>
              <a:rPr lang="en-US" sz="2400" dirty="0"/>
              <a:t> </a:t>
            </a:r>
            <a:r>
              <a:rPr lang="en-US" sz="2400" dirty="0" err="1"/>
              <a:t>giữa</a:t>
            </a:r>
            <a:r>
              <a:rPr lang="en-US" sz="2400" dirty="0"/>
              <a:t> </a:t>
            </a:r>
            <a:r>
              <a:rPr lang="en-US" sz="2400" dirty="0" err="1"/>
              <a:t>độ</a:t>
            </a:r>
            <a:r>
              <a:rPr lang="en-US" sz="2400" dirty="0"/>
              <a:t> </a:t>
            </a:r>
            <a:r>
              <a:rPr lang="en-US" sz="2400" dirty="0" err="1"/>
              <a:t>phức</a:t>
            </a:r>
            <a:r>
              <a:rPr lang="en-US" sz="2400" dirty="0"/>
              <a:t> </a:t>
            </a:r>
            <a:r>
              <a:rPr lang="en-US" sz="2400" dirty="0" err="1"/>
              <a:t>tạp</a:t>
            </a:r>
            <a:r>
              <a:rPr lang="en-US" sz="2400" dirty="0"/>
              <a:t> (</a:t>
            </a:r>
            <a:r>
              <a:rPr lang="en-US" sz="2400" dirty="0" err="1"/>
              <a:t>công</a:t>
            </a:r>
            <a:r>
              <a:rPr lang="en-US" sz="2400" dirty="0"/>
              <a:t> </a:t>
            </a:r>
            <a:r>
              <a:rPr lang="en-US" sz="2400" dirty="0" err="1"/>
              <a:t>thức</a:t>
            </a:r>
            <a:r>
              <a:rPr lang="en-US" sz="2400" dirty="0"/>
              <a:t>, </a:t>
            </a:r>
            <a:r>
              <a:rPr lang="en-US" sz="2400" dirty="0" err="1"/>
              <a:t>tính</a:t>
            </a:r>
            <a:r>
              <a:rPr lang="en-US" sz="2400" dirty="0"/>
              <a:t> </a:t>
            </a:r>
            <a:r>
              <a:rPr lang="en-US" sz="2400" dirty="0" err="1"/>
              <a:t>toán</a:t>
            </a:r>
            <a:r>
              <a:rPr lang="en-US" sz="2400" dirty="0"/>
              <a:t>,…) </a:t>
            </a:r>
            <a:r>
              <a:rPr lang="en-US" sz="2400" dirty="0" err="1"/>
              <a:t>và</a:t>
            </a:r>
            <a:r>
              <a:rPr lang="en-US" sz="2400" dirty="0"/>
              <a:t> </a:t>
            </a:r>
            <a:r>
              <a:rPr lang="en-US" sz="2400" dirty="0" err="1"/>
              <a:t>độ</a:t>
            </a:r>
            <a:r>
              <a:rPr lang="en-US" sz="2400" dirty="0"/>
              <a:t> </a:t>
            </a:r>
            <a:r>
              <a:rPr lang="en-US" sz="2400" dirty="0" err="1"/>
              <a:t>chính</a:t>
            </a:r>
            <a:r>
              <a:rPr lang="en-US" sz="2400" dirty="0"/>
              <a:t> </a:t>
            </a:r>
            <a:r>
              <a:rPr lang="en-US" sz="2400" dirty="0" err="1"/>
              <a:t>xác</a:t>
            </a:r>
            <a:r>
              <a:rPr lang="en-US" sz="2400" dirty="0"/>
              <a:t> (</a:t>
            </a:r>
            <a:r>
              <a:rPr lang="en-US" sz="2400" dirty="0" err="1"/>
              <a:t>mô</a:t>
            </a:r>
            <a:r>
              <a:rPr lang="en-US" sz="2400" dirty="0"/>
              <a:t> </a:t>
            </a:r>
            <a:r>
              <a:rPr lang="en-US" sz="2400" dirty="0" err="1"/>
              <a:t>phỏng</a:t>
            </a:r>
            <a:r>
              <a:rPr lang="en-US" sz="2400" dirty="0"/>
              <a:t> </a:t>
            </a:r>
            <a:r>
              <a:rPr lang="en-US" sz="2400" dirty="0" err="1"/>
              <a:t>và</a:t>
            </a:r>
            <a:r>
              <a:rPr lang="en-US" sz="2400" dirty="0"/>
              <a:t> </a:t>
            </a:r>
            <a:r>
              <a:rPr lang="en-US" sz="2400" dirty="0" err="1"/>
              <a:t>thực</a:t>
            </a:r>
            <a:r>
              <a:rPr lang="en-US" sz="2400" dirty="0"/>
              <a:t> </a:t>
            </a:r>
            <a:r>
              <a:rPr lang="en-US" sz="2400" dirty="0" err="1"/>
              <a:t>tế</a:t>
            </a:r>
            <a:r>
              <a:rPr lang="en-US" sz="2400" dirty="0"/>
              <a:t>) </a:t>
            </a:r>
          </a:p>
        </p:txBody>
      </p:sp>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1A084D99-3151-3059-11C3-E20E28B13737}"/>
                  </a:ext>
                </a:extLst>
              </p14:cNvPr>
              <p14:cNvContentPartPr/>
              <p14:nvPr/>
            </p14:nvContentPartPr>
            <p14:xfrm>
              <a:off x="2025720" y="5029200"/>
              <a:ext cx="7137720" cy="946440"/>
            </p14:xfrm>
          </p:contentPart>
        </mc:Choice>
        <mc:Fallback xmlns="">
          <p:pic>
            <p:nvPicPr>
              <p:cNvPr id="5" name="Ink 4">
                <a:extLst>
                  <a:ext uri="{FF2B5EF4-FFF2-40B4-BE49-F238E27FC236}">
                    <a16:creationId xmlns:a16="http://schemas.microsoft.com/office/drawing/2014/main" id="{1A084D99-3151-3059-11C3-E20E28B13737}"/>
                  </a:ext>
                </a:extLst>
              </p:cNvPr>
              <p:cNvPicPr/>
              <p:nvPr/>
            </p:nvPicPr>
            <p:blipFill>
              <a:blip r:embed="rId6"/>
              <a:stretch>
                <a:fillRect/>
              </a:stretch>
            </p:blipFill>
            <p:spPr>
              <a:xfrm>
                <a:off x="2016360" y="5019840"/>
                <a:ext cx="7156440" cy="965160"/>
              </a:xfrm>
              <a:prstGeom prst="rect">
                <a:avLst/>
              </a:prstGeom>
            </p:spPr>
          </p:pic>
        </mc:Fallback>
      </mc:AlternateContent>
    </p:spTree>
    <p:extLst>
      <p:ext uri="{BB962C8B-B14F-4D97-AF65-F5344CB8AC3E}">
        <p14:creationId xmlns:p14="http://schemas.microsoft.com/office/powerpoint/2010/main" val="3934201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6AFB8-00C0-CAD3-1DB0-3550AE15929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E49AEE74-FCC9-B793-0048-34AF8E1B4807}"/>
              </a:ext>
            </a:extLst>
          </p:cNvPr>
          <p:cNvSpPr>
            <a:spLocks noGrp="1"/>
          </p:cNvSpPr>
          <p:nvPr>
            <p:ph type="dt" sz="half" idx="10"/>
          </p:nvPr>
        </p:nvSpPr>
        <p:spPr>
          <a:xfrm>
            <a:off x="681038" y="6570787"/>
            <a:ext cx="2228850" cy="287215"/>
          </a:xfrm>
        </p:spPr>
        <p:txBody>
          <a:bodyPr/>
          <a:lstStyle/>
          <a:p>
            <a:fld id="{4F253143-4615-40A0-8AC3-64886600ECE3}" type="datetime1">
              <a:rPr lang="en-US" smtClean="0"/>
              <a:t>3/22/2025</a:t>
            </a:fld>
            <a:endParaRPr lang="en-US"/>
          </a:p>
        </p:txBody>
      </p:sp>
      <p:sp>
        <p:nvSpPr>
          <p:cNvPr id="7" name="Slide Number Placeholder 6">
            <a:extLst>
              <a:ext uri="{FF2B5EF4-FFF2-40B4-BE49-F238E27FC236}">
                <a16:creationId xmlns:a16="http://schemas.microsoft.com/office/drawing/2014/main" id="{95F23755-3444-3AC4-138E-D1DDEC4620D9}"/>
              </a:ext>
            </a:extLst>
          </p:cNvPr>
          <p:cNvSpPr>
            <a:spLocks noGrp="1"/>
          </p:cNvSpPr>
          <p:nvPr>
            <p:ph type="sldNum" sz="quarter" idx="12"/>
          </p:nvPr>
        </p:nvSpPr>
        <p:spPr>
          <a:xfrm>
            <a:off x="6996113" y="6570787"/>
            <a:ext cx="2228850" cy="287215"/>
          </a:xfrm>
        </p:spPr>
        <p:txBody>
          <a:bodyPr/>
          <a:lstStyle/>
          <a:p>
            <a:fld id="{6FC7B32C-BCDB-467B-AAD1-D0D29C12FD8E}" type="slidenum">
              <a:rPr lang="en-US" smtClean="0"/>
              <a:pPr/>
              <a:t>11</a:t>
            </a:fld>
            <a:endParaRPr lang="en-US"/>
          </a:p>
        </p:txBody>
      </p:sp>
      <p:sp>
        <p:nvSpPr>
          <p:cNvPr id="2" name="Title 1">
            <a:extLst>
              <a:ext uri="{FF2B5EF4-FFF2-40B4-BE49-F238E27FC236}">
                <a16:creationId xmlns:a16="http://schemas.microsoft.com/office/drawing/2014/main" id="{8AD4A90E-282B-28D2-EC99-55AD18A7CD31}"/>
              </a:ext>
            </a:extLst>
          </p:cNvPr>
          <p:cNvSpPr>
            <a:spLocks noGrp="1"/>
          </p:cNvSpPr>
          <p:nvPr>
            <p:ph type="title"/>
          </p:nvPr>
        </p:nvSpPr>
        <p:spPr>
          <a:xfrm>
            <a:off x="602380" y="837820"/>
            <a:ext cx="9766931" cy="548731"/>
          </a:xfrm>
        </p:spPr>
        <p:txBody>
          <a:bodyPr/>
          <a:lstStyle/>
          <a:p>
            <a:pPr>
              <a:spcBef>
                <a:spcPts val="600"/>
              </a:spcBef>
              <a:spcAft>
                <a:spcPts val="600"/>
              </a:spcAft>
            </a:pPr>
            <a:r>
              <a:rPr lang="en-US" dirty="0">
                <a:latin typeface="+mj-lt"/>
              </a:rPr>
              <a:t>Reference</a:t>
            </a:r>
            <a:br>
              <a:rPr lang="en-US" dirty="0">
                <a:latin typeface="+mj-lt"/>
              </a:rPr>
            </a:br>
            <a:br>
              <a:rPr lang="en-US" dirty="0">
                <a:latin typeface="+mj-lt"/>
              </a:rPr>
            </a:br>
            <a:br>
              <a:rPr lang="en-US" dirty="0">
                <a:latin typeface="+mj-lt"/>
              </a:rPr>
            </a:br>
            <a:endParaRPr lang="en-US" dirty="0">
              <a:latin typeface="+mj-lt"/>
            </a:endParaRPr>
          </a:p>
        </p:txBody>
      </p:sp>
      <p:sp>
        <p:nvSpPr>
          <p:cNvPr id="3" name="Content Placeholder 1">
            <a:extLst>
              <a:ext uri="{FF2B5EF4-FFF2-40B4-BE49-F238E27FC236}">
                <a16:creationId xmlns:a16="http://schemas.microsoft.com/office/drawing/2014/main" id="{22CAC6D4-C611-60FD-013A-33DF2F82DBAD}"/>
              </a:ext>
            </a:extLst>
          </p:cNvPr>
          <p:cNvSpPr>
            <a:spLocks noGrp="1"/>
          </p:cNvSpPr>
          <p:nvPr/>
        </p:nvSpPr>
        <p:spPr>
          <a:xfrm>
            <a:off x="292817" y="957537"/>
            <a:ext cx="9355680" cy="549353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4000" kern="1200">
                <a:solidFill>
                  <a:schemeClr val="tx1">
                    <a:lumMod val="85000"/>
                    <a:lumOff val="15000"/>
                  </a:schemeClr>
                </a:solidFill>
                <a:latin typeface="Dosis" pitchFamily="2" charset="0"/>
                <a:ea typeface="+mn-ea"/>
                <a:cs typeface="Lato" panose="020F050202020403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3600" kern="1200">
                <a:solidFill>
                  <a:schemeClr val="tx1">
                    <a:lumMod val="85000"/>
                    <a:lumOff val="15000"/>
                  </a:schemeClr>
                </a:solidFill>
                <a:latin typeface="Dosis" pitchFamily="2" charset="0"/>
                <a:ea typeface="+mn-ea"/>
                <a:cs typeface="Lato" panose="020F0502020204030203" pitchFamily="34" charset="0"/>
              </a:defRPr>
            </a:lvl2pPr>
            <a:lvl3pPr marL="1143000" indent="-228600" algn="l" defTabSz="914400" rtl="0" eaLnBrk="1" latinLnBrk="0" hangingPunct="1">
              <a:lnSpc>
                <a:spcPct val="90000"/>
              </a:lnSpc>
              <a:spcBef>
                <a:spcPts val="0"/>
              </a:spcBef>
              <a:spcAft>
                <a:spcPts val="1200"/>
              </a:spcAft>
              <a:buFont typeface="Arial" panose="020B0604020202020204" pitchFamily="34" charset="0"/>
              <a:buChar char="•"/>
              <a:defRPr sz="3200" kern="1200">
                <a:solidFill>
                  <a:schemeClr val="tx1">
                    <a:lumMod val="85000"/>
                    <a:lumOff val="15000"/>
                  </a:schemeClr>
                </a:solidFill>
                <a:latin typeface="Dosis" pitchFamily="2" charset="0"/>
                <a:ea typeface="+mn-ea"/>
                <a:cs typeface="Lato" panose="020F050202020403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800" kern="1200">
                <a:solidFill>
                  <a:schemeClr val="tx1">
                    <a:lumMod val="85000"/>
                    <a:lumOff val="15000"/>
                  </a:schemeClr>
                </a:solidFill>
                <a:latin typeface="Dosis" pitchFamily="2" charset="0"/>
                <a:ea typeface="+mn-ea"/>
                <a:cs typeface="Lato" panose="020F050202020403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800" kern="1200">
                <a:solidFill>
                  <a:schemeClr val="tx1">
                    <a:lumMod val="85000"/>
                    <a:lumOff val="15000"/>
                  </a:schemeClr>
                </a:solidFill>
                <a:latin typeface="Dosis" pitchFamily="2" charset="0"/>
                <a:ea typeface="+mn-ea"/>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None/>
            </a:pPr>
            <a:r>
              <a:rPr lang="en-US" sz="2400" dirty="0"/>
              <a:t>[1] LIR18650 Datasheet Li-ion Battery Edition: NOV. 2010</a:t>
            </a:r>
          </a:p>
          <a:p>
            <a:pPr marL="0" indent="0">
              <a:spcBef>
                <a:spcPts val="600"/>
              </a:spcBef>
              <a:spcAft>
                <a:spcPts val="600"/>
              </a:spcAft>
              <a:buNone/>
            </a:pPr>
            <a:r>
              <a:rPr lang="en-US" sz="2400" dirty="0"/>
              <a:t>[2] Kumar, R. Ranjith, et al. "Advances in batteries, battery modeling, battery management system, battery thermal management, SOC, SOH, and charge/discharge characteristics in EV applications." </a:t>
            </a:r>
            <a:r>
              <a:rPr lang="en-US" sz="2400" dirty="0" err="1"/>
              <a:t>Ieee</a:t>
            </a:r>
            <a:r>
              <a:rPr lang="en-US" sz="2400" dirty="0"/>
              <a:t> Access 11 (2023): 105761-105809.</a:t>
            </a:r>
          </a:p>
          <a:p>
            <a:pPr marL="0" indent="0">
              <a:spcBef>
                <a:spcPts val="600"/>
              </a:spcBef>
              <a:spcAft>
                <a:spcPts val="600"/>
              </a:spcAft>
              <a:buNone/>
            </a:pPr>
            <a:r>
              <a:rPr lang="en-US" sz="2400" dirty="0"/>
              <a:t>[3] Battery Models for Battery Powered Applications: A Comparative Study</a:t>
            </a:r>
          </a:p>
          <a:p>
            <a:pPr marL="0" indent="0">
              <a:spcBef>
                <a:spcPts val="600"/>
              </a:spcBef>
              <a:spcAft>
                <a:spcPts val="600"/>
              </a:spcAft>
              <a:buNone/>
            </a:pPr>
            <a:r>
              <a:rPr lang="en-US" sz="2400" dirty="0"/>
              <a:t>August 2020Energies 13(16):4085DOI:10.3390/en13164085</a:t>
            </a:r>
          </a:p>
          <a:p>
            <a:pPr marL="0" indent="0">
              <a:spcBef>
                <a:spcPts val="600"/>
              </a:spcBef>
              <a:spcAft>
                <a:spcPts val="600"/>
              </a:spcAft>
              <a:buNone/>
            </a:pPr>
            <a:r>
              <a:rPr lang="en-US" sz="2400" dirty="0"/>
              <a:t>[4] Battery Management Systems Volume I Battery Modeling Gregory L. Plett</a:t>
            </a:r>
          </a:p>
          <a:p>
            <a:pPr marL="0" indent="0">
              <a:spcBef>
                <a:spcPts val="600"/>
              </a:spcBef>
              <a:spcAft>
                <a:spcPts val="600"/>
              </a:spcAft>
              <a:buNone/>
            </a:pPr>
            <a:r>
              <a:rPr lang="en-US" sz="2400" dirty="0"/>
              <a:t>[5] Evaluation of Lithium-Ion Battery Equivalent Circuit Models for State of Charge Estimation by an Experimental Approach </a:t>
            </a:r>
            <a:r>
              <a:rPr lang="en-US" sz="2400" dirty="0" err="1"/>
              <a:t>Hongwen</a:t>
            </a:r>
            <a:r>
              <a:rPr lang="en-US" sz="2400" dirty="0"/>
              <a:t> He *, Rui Xiong and </a:t>
            </a:r>
            <a:r>
              <a:rPr lang="en-US" sz="2400" dirty="0" err="1"/>
              <a:t>Jinxin</a:t>
            </a:r>
            <a:r>
              <a:rPr lang="en-US" sz="2400" dirty="0"/>
              <a:t> Fan </a:t>
            </a:r>
          </a:p>
        </p:txBody>
      </p:sp>
    </p:spTree>
    <p:extLst>
      <p:ext uri="{BB962C8B-B14F-4D97-AF65-F5344CB8AC3E}">
        <p14:creationId xmlns:p14="http://schemas.microsoft.com/office/powerpoint/2010/main" val="642788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47C3E56-9554-4523-9A4E-665171C28AD5}"/>
              </a:ext>
            </a:extLst>
          </p:cNvPr>
          <p:cNvSpPr>
            <a:spLocks noGrp="1"/>
          </p:cNvSpPr>
          <p:nvPr>
            <p:ph type="title"/>
          </p:nvPr>
        </p:nvSpPr>
        <p:spPr/>
        <p:txBody>
          <a:bodyPr>
            <a:normAutofit/>
          </a:bodyPr>
          <a:lstStyle/>
          <a:p>
            <a:r>
              <a:rPr lang="en-US" sz="8000">
                <a:solidFill>
                  <a:srgbClr val="262626"/>
                </a:solidFill>
                <a:latin typeface="Dosis ExtraBold" pitchFamily="2" charset="0"/>
              </a:rPr>
              <a:t>Thank you!</a:t>
            </a:r>
          </a:p>
        </p:txBody>
      </p:sp>
    </p:spTree>
    <p:extLst>
      <p:ext uri="{BB962C8B-B14F-4D97-AF65-F5344CB8AC3E}">
        <p14:creationId xmlns:p14="http://schemas.microsoft.com/office/powerpoint/2010/main" val="463760155"/>
      </p:ext>
    </p:extLst>
  </p:cSld>
  <p:clrMapOvr>
    <a:masterClrMapping/>
  </p:clrMapOvr>
</p:sld>
</file>

<file path=ppt/theme/theme1.xml><?xml version="1.0" encoding="utf-8"?>
<a:theme xmlns:a="http://schemas.openxmlformats.org/drawingml/2006/main" name="VPEC_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Lato Black"/>
        <a:ea typeface="Asana"/>
        <a:cs typeface=""/>
      </a:majorFont>
      <a:minorFont>
        <a:latin typeface="Lato"/>
        <a:ea typeface="Asana"/>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PEC_theme" id="{8AA4AFE5-4C9B-498E-826A-13CB54DF4FD5}" vid="{7D9A3D0F-9812-4AC9-A974-F1C3C9BA3B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1885E8D135CD643938305DEC3E1B53E" ma:contentTypeVersion="15" ma:contentTypeDescription="Create a new document." ma:contentTypeScope="" ma:versionID="45de50b7e88deb6083a0dff5ba7ea129">
  <xsd:schema xmlns:xsd="http://www.w3.org/2001/XMLSchema" xmlns:xs="http://www.w3.org/2001/XMLSchema" xmlns:p="http://schemas.microsoft.com/office/2006/metadata/properties" xmlns:ns3="c80d803b-ee30-4cf1-8997-d5dbef288d47" xmlns:ns4="1c1e4822-5b82-4cb4-a39e-28e929ec74cb" targetNamespace="http://schemas.microsoft.com/office/2006/metadata/properties" ma:root="true" ma:fieldsID="38d12aaa13ef255769ffd61df056c248" ns3:_="" ns4:_="">
    <xsd:import namespace="c80d803b-ee30-4cf1-8997-d5dbef288d47"/>
    <xsd:import namespace="1c1e4822-5b82-4cb4-a39e-28e929ec74cb"/>
    <xsd:element name="properties">
      <xsd:complexType>
        <xsd:sequence>
          <xsd:element name="documentManagement">
            <xsd:complexType>
              <xsd:all>
                <xsd:element ref="ns3:MediaServiceMetadata" minOccurs="0"/>
                <xsd:element ref="ns3:MediaServiceFastMetadata" minOccurs="0"/>
                <xsd:element ref="ns3:_activity" minOccurs="0"/>
                <xsd:element ref="ns3:MediaServiceObjectDetectorVersion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SystemTags" minOccurs="0"/>
                <xsd:element ref="ns3:MediaServiceSearchProperties"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0d803b-ee30-4cf1-8997-d5dbef288d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ystemTags" ma:index="18" nillable="true" ma:displayName="MediaServiceSystemTags" ma:hidden="true" ma:internalName="MediaServiceSystemTags" ma:readOnly="true">
      <xsd:simpleType>
        <xsd:restriction base="dms:Note"/>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c1e4822-5b82-4cb4-a39e-28e929ec74cb"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SharingHintHash" ma:index="2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c80d803b-ee30-4cf1-8997-d5dbef288d4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E41CB36-A453-437A-9828-23DF9E5FC86D}">
  <ds:schemaRefs>
    <ds:schemaRef ds:uri="1c1e4822-5b82-4cb4-a39e-28e929ec74cb"/>
    <ds:schemaRef ds:uri="c80d803b-ee30-4cf1-8997-d5dbef288d4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4A7C5A7-05C0-4FE3-B169-7E865D8495CE}">
  <ds:schemaRefs>
    <ds:schemaRef ds:uri="http://purl.org/dc/elements/1.1/"/>
    <ds:schemaRef ds:uri="http://schemas.microsoft.com/office/2006/documentManagement/types"/>
    <ds:schemaRef ds:uri="http://schemas.microsoft.com/office/infopath/2007/PartnerControls"/>
    <ds:schemaRef ds:uri="http://purl.org/dc/terms/"/>
    <ds:schemaRef ds:uri="http://schemas.openxmlformats.org/package/2006/metadata/core-properties"/>
    <ds:schemaRef ds:uri="http://www.w3.org/XML/1998/namespace"/>
    <ds:schemaRef ds:uri="1c1e4822-5b82-4cb4-a39e-28e929ec74cb"/>
    <ds:schemaRef ds:uri="c80d803b-ee30-4cf1-8997-d5dbef288d47"/>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85919F86-A71C-4826-BFD2-23EB659F8B3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VPEC_theme</Template>
  <TotalTime>3864</TotalTime>
  <Words>761</Words>
  <Application>Microsoft Office PowerPoint</Application>
  <PresentationFormat>A4 Paper (210x297 mm)</PresentationFormat>
  <Paragraphs>105</Paragraphs>
  <Slides>12</Slides>
  <Notes>8</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12</vt:i4>
      </vt:variant>
    </vt:vector>
  </HeadingPairs>
  <TitlesOfParts>
    <vt:vector size="25" baseType="lpstr">
      <vt:lpstr>Asana</vt:lpstr>
      <vt:lpstr>Inter</vt:lpstr>
      <vt:lpstr>KaTeX_Main</vt:lpstr>
      <vt:lpstr>KaTeX_Math</vt:lpstr>
      <vt:lpstr>Aptos</vt:lpstr>
      <vt:lpstr>Arial</vt:lpstr>
      <vt:lpstr>Calibri</vt:lpstr>
      <vt:lpstr>Cambria Math</vt:lpstr>
      <vt:lpstr>Dosis</vt:lpstr>
      <vt:lpstr>Dosis ExtraBold</vt:lpstr>
      <vt:lpstr>Lato</vt:lpstr>
      <vt:lpstr>Wingdings</vt:lpstr>
      <vt:lpstr>VPEC_theme</vt:lpstr>
      <vt:lpstr>Tổng quan các mô hình mạch tương đương của pin  </vt:lpstr>
      <vt:lpstr>Outline</vt:lpstr>
      <vt:lpstr>I. Motivation </vt:lpstr>
      <vt:lpstr>I. Motivation </vt:lpstr>
      <vt:lpstr>II. Mô hình Rint </vt:lpstr>
      <vt:lpstr>II. Mô hình Rint </vt:lpstr>
      <vt:lpstr>II. Mô hình Thevenin [5] </vt:lpstr>
      <vt:lpstr>II. Mô hình Thevenin </vt:lpstr>
      <vt:lpstr>III. Mô hình DP(dual polarization) [5] </vt:lpstr>
      <vt:lpstr>III. Mô hình DP(dual polarization) [5] </vt:lpstr>
      <vt:lpstr>Reference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Duy Dinh</dc:creator>
  <cp:lastModifiedBy>Cao Lam Tung 20222709</cp:lastModifiedBy>
  <cp:revision>13</cp:revision>
  <cp:lastPrinted>2024-01-25T03:56:08Z</cp:lastPrinted>
  <dcterms:created xsi:type="dcterms:W3CDTF">2020-11-17T01:54:46Z</dcterms:created>
  <dcterms:modified xsi:type="dcterms:W3CDTF">2025-03-22T16:57:47Z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0x01010091885E8D135CD643938305DEC3E1B53E</vt:lpwstr>
  </property>
</Properties>
</file>