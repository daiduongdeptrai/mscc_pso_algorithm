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427" r:id="rId5"/>
    <p:sldId id="413" r:id="rId6"/>
    <p:sldId id="431" r:id="rId7"/>
    <p:sldId id="414" r:id="rId8"/>
    <p:sldId id="266" r:id="rId9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977022-D1D5-448D-82D9-5A3E09766F0B}">
          <p14:sldIdLst>
            <p14:sldId id="427"/>
            <p14:sldId id="413"/>
            <p14:sldId id="431"/>
            <p14:sldId id="41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06DBCD-D208-D3A7-2849-057023EC31D8}" name="Guest User" initials="GU" userId="S::urn:spo:anon#23c2c3b25906e6ff3256d0b4399699bbf3aabb54eab21a455bfe91ec7cd7464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FF7"/>
    <a:srgbClr val="262626"/>
    <a:srgbClr val="01204C"/>
    <a:srgbClr val="D2DEEF"/>
    <a:srgbClr val="990134"/>
    <a:srgbClr val="00552B"/>
    <a:srgbClr val="CFAFE7"/>
    <a:srgbClr val="B686DA"/>
    <a:srgbClr val="F5B68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3115DA-3C35-4034-938B-A4A1C55AA9E1}" v="128" dt="2025-03-08T14:14:3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654" autoAdjust="0"/>
  </p:normalViewPr>
  <p:slideViewPr>
    <p:cSldViewPr snapToGrid="0">
      <p:cViewPr varScale="1">
        <p:scale>
          <a:sx n="66" d="100"/>
          <a:sy n="66" d="100"/>
        </p:scale>
        <p:origin x="177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o Lam Tung 20222709" userId="S::tung.cl222709@sis.hust.edu.vn::ce9674a6-c058-496c-88bf-33b32ed75606" providerId="AD" clId="Web-{102C6164-87FE-B9B7-3BCD-C2150E9708D8}"/>
    <pc:docChg chg="modSld">
      <pc:chgData name="Cao Lam Tung 20222709" userId="S::tung.cl222709@sis.hust.edu.vn::ce9674a6-c058-496c-88bf-33b32ed75606" providerId="AD" clId="Web-{102C6164-87FE-B9B7-3BCD-C2150E9708D8}" dt="2024-12-21T11:53:55.089" v="18" actId="20577"/>
      <pc:docMkLst>
        <pc:docMk/>
      </pc:docMkLst>
      <pc:sldChg chg="modSp">
        <pc:chgData name="Cao Lam Tung 20222709" userId="S::tung.cl222709@sis.hust.edu.vn::ce9674a6-c058-496c-88bf-33b32ed75606" providerId="AD" clId="Web-{102C6164-87FE-B9B7-3BCD-C2150E9708D8}" dt="2024-12-21T11:53:55.089" v="18" actId="20577"/>
        <pc:sldMkLst>
          <pc:docMk/>
          <pc:sldMk cId="425079733" sldId="256"/>
        </pc:sldMkLst>
        <pc:spChg chg="mod">
          <ac:chgData name="Cao Lam Tung 20222709" userId="S::tung.cl222709@sis.hust.edu.vn::ce9674a6-c058-496c-88bf-33b32ed75606" providerId="AD" clId="Web-{102C6164-87FE-B9B7-3BCD-C2150E9708D8}" dt="2024-12-21T11:53:55.089" v="18" actId="20577"/>
          <ac:spMkLst>
            <pc:docMk/>
            <pc:sldMk cId="425079733" sldId="256"/>
            <ac:spMk id="16" creationId="{54FAB818-6B30-A7C5-7D4E-1D98E2B32425}"/>
          </ac:spMkLst>
        </pc:spChg>
      </pc:sldChg>
    </pc:docChg>
  </pc:docChgLst>
  <pc:docChgLst>
    <pc:chgData name="Cao Lam Tung 20222709" userId="ce9674a6-c058-496c-88bf-33b32ed75606" providerId="ADAL" clId="{D55E4134-4533-4B33-A121-23ECB8AB8F30}"/>
    <pc:docChg chg="undo redo custSel addSld delSld modSld modSection">
      <pc:chgData name="Cao Lam Tung 20222709" userId="ce9674a6-c058-496c-88bf-33b32ed75606" providerId="ADAL" clId="{D55E4134-4533-4B33-A121-23ECB8AB8F30}" dt="2024-12-27T09:28:46.660" v="1019" actId="20577"/>
      <pc:docMkLst>
        <pc:docMk/>
      </pc:docMkLst>
      <pc:sldChg chg="modSp mod">
        <pc:chgData name="Cao Lam Tung 20222709" userId="ce9674a6-c058-496c-88bf-33b32ed75606" providerId="ADAL" clId="{D55E4134-4533-4B33-A121-23ECB8AB8F30}" dt="2024-12-25T15:13:45.052" v="22" actId="20577"/>
        <pc:sldMkLst>
          <pc:docMk/>
          <pc:sldMk cId="425079733" sldId="256"/>
        </pc:sldMkLst>
        <pc:spChg chg="mod">
          <ac:chgData name="Cao Lam Tung 20222709" userId="ce9674a6-c058-496c-88bf-33b32ed75606" providerId="ADAL" clId="{D55E4134-4533-4B33-A121-23ECB8AB8F30}" dt="2024-12-25T15:13:45.052" v="22" actId="20577"/>
          <ac:spMkLst>
            <pc:docMk/>
            <pc:sldMk cId="425079733" sldId="256"/>
            <ac:spMk id="16" creationId="{54FAB818-6B30-A7C5-7D4E-1D98E2B32425}"/>
          </ac:spMkLst>
        </pc:spChg>
      </pc:sldChg>
      <pc:sldChg chg="modSp mod">
        <pc:chgData name="Cao Lam Tung 20222709" userId="ce9674a6-c058-496c-88bf-33b32ed75606" providerId="ADAL" clId="{D55E4134-4533-4B33-A121-23ECB8AB8F30}" dt="2024-12-27T09:28:46.660" v="1019" actId="20577"/>
        <pc:sldMkLst>
          <pc:docMk/>
          <pc:sldMk cId="3405558723" sldId="382"/>
        </pc:sldMkLst>
      </pc:sldChg>
      <pc:sldChg chg="addSp delSp modSp mod">
        <pc:chgData name="Cao Lam Tung 20222709" userId="ce9674a6-c058-496c-88bf-33b32ed75606" providerId="ADAL" clId="{D55E4134-4533-4B33-A121-23ECB8AB8F30}" dt="2024-12-27T08:27:18.850" v="562" actId="1076"/>
        <pc:sldMkLst>
          <pc:docMk/>
          <pc:sldMk cId="1512609409" sldId="383"/>
        </pc:sldMkLst>
      </pc:sldChg>
      <pc:sldChg chg="modNotesTx">
        <pc:chgData name="Cao Lam Tung 20222709" userId="ce9674a6-c058-496c-88bf-33b32ed75606" providerId="ADAL" clId="{D55E4134-4533-4B33-A121-23ECB8AB8F30}" dt="2024-12-27T08:18:48.901" v="250"/>
        <pc:sldMkLst>
          <pc:docMk/>
          <pc:sldMk cId="973910400" sldId="387"/>
        </pc:sldMkLst>
      </pc:sldChg>
      <pc:sldChg chg="modSp mod">
        <pc:chgData name="Cao Lam Tung 20222709" userId="ce9674a6-c058-496c-88bf-33b32ed75606" providerId="ADAL" clId="{D55E4134-4533-4B33-A121-23ECB8AB8F30}" dt="2024-12-27T04:21:13.097" v="45" actId="1076"/>
        <pc:sldMkLst>
          <pc:docMk/>
          <pc:sldMk cId="1705887883" sldId="396"/>
        </pc:sldMkLst>
      </pc:sldChg>
      <pc:sldChg chg="modSp mod modNotesTx">
        <pc:chgData name="Cao Lam Tung 20222709" userId="ce9674a6-c058-496c-88bf-33b32ed75606" providerId="ADAL" clId="{D55E4134-4533-4B33-A121-23ECB8AB8F30}" dt="2024-12-27T04:21:48.991" v="53" actId="1076"/>
        <pc:sldMkLst>
          <pc:docMk/>
          <pc:sldMk cId="3490198815" sldId="397"/>
        </pc:sldMkLst>
      </pc:sldChg>
      <pc:sldChg chg="modSp mod modNotesTx">
        <pc:chgData name="Cao Lam Tung 20222709" userId="ce9674a6-c058-496c-88bf-33b32ed75606" providerId="ADAL" clId="{D55E4134-4533-4B33-A121-23ECB8AB8F30}" dt="2024-12-27T04:29:06.232" v="232" actId="20577"/>
        <pc:sldMkLst>
          <pc:docMk/>
          <pc:sldMk cId="3618849856" sldId="398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8:52:42.707" v="796" actId="20577"/>
        <pc:sldMkLst>
          <pc:docMk/>
          <pc:sldMk cId="2861518484" sldId="400"/>
        </pc:sldMkLst>
      </pc:sldChg>
      <pc:sldChg chg="add del">
        <pc:chgData name="Cao Lam Tung 20222709" userId="ce9674a6-c058-496c-88bf-33b32ed75606" providerId="ADAL" clId="{D55E4134-4533-4B33-A121-23ECB8AB8F30}" dt="2024-12-27T04:22:01.763" v="56" actId="47"/>
        <pc:sldMkLst>
          <pc:docMk/>
          <pc:sldMk cId="3575042794" sldId="400"/>
        </pc:sldMkLst>
      </pc:sldChg>
      <pc:sldChg chg="addSp delSp modSp add mod">
        <pc:chgData name="Cao Lam Tung 20222709" userId="ce9674a6-c058-496c-88bf-33b32ed75606" providerId="ADAL" clId="{D55E4134-4533-4B33-A121-23ECB8AB8F30}" dt="2024-12-27T08:55:30.451" v="818" actId="478"/>
        <pc:sldMkLst>
          <pc:docMk/>
          <pc:sldMk cId="513666704" sldId="401"/>
        </pc:sldMkLst>
      </pc:sldChg>
      <pc:sldChg chg="add del">
        <pc:chgData name="Cao Lam Tung 20222709" userId="ce9674a6-c058-496c-88bf-33b32ed75606" providerId="ADAL" clId="{D55E4134-4533-4B33-A121-23ECB8AB8F30}" dt="2024-12-27T08:51:14.388" v="787"/>
        <pc:sldMkLst>
          <pc:docMk/>
          <pc:sldMk cId="2806087674" sldId="402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9:25:25.508" v="988"/>
        <pc:sldMkLst>
          <pc:docMk/>
          <pc:sldMk cId="4265039605" sldId="402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9:26:56.086" v="1016"/>
        <pc:sldMkLst>
          <pc:docMk/>
          <pc:sldMk cId="3866274425" sldId="403"/>
        </pc:sldMkLst>
      </pc:sldChg>
    </pc:docChg>
  </pc:docChgLst>
  <pc:docChgLst>
    <pc:chgData name="Cao Lam Tung 20222709" userId="ce9674a6-c058-496c-88bf-33b32ed75606" providerId="ADAL" clId="{600EA3E8-7A88-4898-BA5D-3D768744E8FE}"/>
    <pc:docChg chg="undo custSel modSld sldOrd">
      <pc:chgData name="Cao Lam Tung 20222709" userId="ce9674a6-c058-496c-88bf-33b32ed75606" providerId="ADAL" clId="{600EA3E8-7A88-4898-BA5D-3D768744E8FE}" dt="2024-09-11T09:29:54.079" v="793"/>
      <pc:docMkLst>
        <pc:docMk/>
      </pc:docMkLst>
      <pc:sldChg chg="modSp mod">
        <pc:chgData name="Cao Lam Tung 20222709" userId="ce9674a6-c058-496c-88bf-33b32ed75606" providerId="ADAL" clId="{600EA3E8-7A88-4898-BA5D-3D768744E8FE}" dt="2024-08-20T01:47:12.781" v="1" actId="14100"/>
        <pc:sldMkLst>
          <pc:docMk/>
          <pc:sldMk cId="3643748511" sldId="258"/>
        </pc:sldMkLst>
      </pc:sldChg>
      <pc:sldChg chg="ord">
        <pc:chgData name="Cao Lam Tung 20222709" userId="ce9674a6-c058-496c-88bf-33b32ed75606" providerId="ADAL" clId="{600EA3E8-7A88-4898-BA5D-3D768744E8FE}" dt="2024-09-11T09:29:54.079" v="793"/>
        <pc:sldMkLst>
          <pc:docMk/>
          <pc:sldMk cId="463760155" sldId="266"/>
        </pc:sldMkLst>
      </pc:sldChg>
      <pc:sldChg chg="modSp mod">
        <pc:chgData name="Cao Lam Tung 20222709" userId="ce9674a6-c058-496c-88bf-33b32ed75606" providerId="ADAL" clId="{600EA3E8-7A88-4898-BA5D-3D768744E8FE}" dt="2024-08-20T02:39:43.819" v="5" actId="1076"/>
        <pc:sldMkLst>
          <pc:docMk/>
          <pc:sldMk cId="290600735" sldId="328"/>
        </pc:sldMkLst>
      </pc:sldChg>
      <pc:sldChg chg="modSp mod">
        <pc:chgData name="Cao Lam Tung 20222709" userId="ce9674a6-c058-496c-88bf-33b32ed75606" providerId="ADAL" clId="{600EA3E8-7A88-4898-BA5D-3D768744E8FE}" dt="2024-08-25T15:51:53.048" v="290" actId="1076"/>
        <pc:sldMkLst>
          <pc:docMk/>
          <pc:sldMk cId="3209251382" sldId="331"/>
        </pc:sldMkLst>
      </pc:sldChg>
      <pc:sldChg chg="addSp modSp mod">
        <pc:chgData name="Cao Lam Tung 20222709" userId="ce9674a6-c058-496c-88bf-33b32ed75606" providerId="ADAL" clId="{600EA3E8-7A88-4898-BA5D-3D768744E8FE}" dt="2024-09-01T02:48:03.078" v="428" actId="1076"/>
        <pc:sldMkLst>
          <pc:docMk/>
          <pc:sldMk cId="959314624" sldId="332"/>
        </pc:sldMkLst>
      </pc:sldChg>
      <pc:sldChg chg="modSp mod">
        <pc:chgData name="Cao Lam Tung 20222709" userId="ce9674a6-c058-496c-88bf-33b32ed75606" providerId="ADAL" clId="{600EA3E8-7A88-4898-BA5D-3D768744E8FE}" dt="2024-08-20T12:58:45.203" v="192" actId="20577"/>
        <pc:sldMkLst>
          <pc:docMk/>
          <pc:sldMk cId="563296614" sldId="334"/>
        </pc:sldMkLst>
      </pc:sldChg>
      <pc:sldChg chg="modSp mod">
        <pc:chgData name="Cao Lam Tung 20222709" userId="ce9674a6-c058-496c-88bf-33b32ed75606" providerId="ADAL" clId="{600EA3E8-7A88-4898-BA5D-3D768744E8FE}" dt="2024-08-20T03:18:19.974" v="182" actId="1076"/>
        <pc:sldMkLst>
          <pc:docMk/>
          <pc:sldMk cId="2749988275" sldId="335"/>
        </pc:sldMkLst>
      </pc:sldChg>
      <pc:sldChg chg="addSp delSp modSp mod">
        <pc:chgData name="Cao Lam Tung 20222709" userId="ce9674a6-c058-496c-88bf-33b32ed75606" providerId="ADAL" clId="{600EA3E8-7A88-4898-BA5D-3D768744E8FE}" dt="2024-09-11T09:08:54.613" v="716" actId="20577"/>
        <pc:sldMkLst>
          <pc:docMk/>
          <pc:sldMk cId="2379758615" sldId="337"/>
        </pc:sldMkLst>
      </pc:sldChg>
      <pc:sldChg chg="addSp delSp modSp mod">
        <pc:chgData name="Cao Lam Tung 20222709" userId="ce9674a6-c058-496c-88bf-33b32ed75606" providerId="ADAL" clId="{600EA3E8-7A88-4898-BA5D-3D768744E8FE}" dt="2024-09-11T09:10:33.167" v="747" actId="478"/>
        <pc:sldMkLst>
          <pc:docMk/>
          <pc:sldMk cId="629533612" sldId="338"/>
        </pc:sldMkLst>
      </pc:sldChg>
      <pc:sldChg chg="addSp delSp modSp mod">
        <pc:chgData name="Cao Lam Tung 20222709" userId="ce9674a6-c058-496c-88bf-33b32ed75606" providerId="ADAL" clId="{600EA3E8-7A88-4898-BA5D-3D768744E8FE}" dt="2024-09-11T09:19:29.738" v="780" actId="20577"/>
        <pc:sldMkLst>
          <pc:docMk/>
          <pc:sldMk cId="3803284696" sldId="339"/>
        </pc:sldMkLst>
      </pc:sldChg>
      <pc:sldChg chg="modSp mod">
        <pc:chgData name="Cao Lam Tung 20222709" userId="ce9674a6-c058-496c-88bf-33b32ed75606" providerId="ADAL" clId="{600EA3E8-7A88-4898-BA5D-3D768744E8FE}" dt="2024-09-11T09:29:28.867" v="782" actId="20577"/>
        <pc:sldMkLst>
          <pc:docMk/>
          <pc:sldMk cId="3904980597" sldId="340"/>
        </pc:sldMkLst>
      </pc:sldChg>
      <pc:sldChg chg="modSp mod">
        <pc:chgData name="Cao Lam Tung 20222709" userId="ce9674a6-c058-496c-88bf-33b32ed75606" providerId="ADAL" clId="{600EA3E8-7A88-4898-BA5D-3D768744E8FE}" dt="2024-09-11T09:29:32.105" v="784" actId="20577"/>
        <pc:sldMkLst>
          <pc:docMk/>
          <pc:sldMk cId="3158382041" sldId="341"/>
        </pc:sldMkLst>
      </pc:sldChg>
      <pc:sldChg chg="modSp">
        <pc:chgData name="Cao Lam Tung 20222709" userId="ce9674a6-c058-496c-88bf-33b32ed75606" providerId="ADAL" clId="{600EA3E8-7A88-4898-BA5D-3D768744E8FE}" dt="2024-09-01T03:10:37.292" v="429" actId="20577"/>
        <pc:sldMkLst>
          <pc:docMk/>
          <pc:sldMk cId="2416454450" sldId="342"/>
        </pc:sldMkLst>
      </pc:sldChg>
      <pc:sldChg chg="modSp mod">
        <pc:chgData name="Cao Lam Tung 20222709" userId="ce9674a6-c058-496c-88bf-33b32ed75606" providerId="ADAL" clId="{600EA3E8-7A88-4898-BA5D-3D768744E8FE}" dt="2024-09-11T09:29:46.710" v="789" actId="20577"/>
        <pc:sldMkLst>
          <pc:docMk/>
          <pc:sldMk cId="18072324" sldId="343"/>
        </pc:sldMkLst>
      </pc:sldChg>
      <pc:sldChg chg="modSp mod">
        <pc:chgData name="Cao Lam Tung 20222709" userId="ce9674a6-c058-496c-88bf-33b32ed75606" providerId="ADAL" clId="{600EA3E8-7A88-4898-BA5D-3D768744E8FE}" dt="2024-09-11T09:29:49.296" v="791" actId="20577"/>
        <pc:sldMkLst>
          <pc:docMk/>
          <pc:sldMk cId="958536204" sldId="344"/>
        </pc:sldMkLst>
      </pc:sldChg>
    </pc:docChg>
  </pc:docChgLst>
  <pc:docChgLst>
    <pc:chgData name="Cao Lam Tung 20222709" userId="ce9674a6-c058-496c-88bf-33b32ed75606" providerId="ADAL" clId="{7BEC58D4-8E2B-4C81-A519-91013BC190C1}"/>
    <pc:docChg chg="custSel modSld">
      <pc:chgData name="Cao Lam Tung 20222709" userId="ce9674a6-c058-496c-88bf-33b32ed75606" providerId="ADAL" clId="{7BEC58D4-8E2B-4C81-A519-91013BC190C1}" dt="2025-02-06T02:11:41.298" v="66" actId="113"/>
      <pc:docMkLst>
        <pc:docMk/>
      </pc:docMkLst>
      <pc:sldChg chg="modSp modNotesTx">
        <pc:chgData name="Cao Lam Tung 20222709" userId="ce9674a6-c058-496c-88bf-33b32ed75606" providerId="ADAL" clId="{7BEC58D4-8E2B-4C81-A519-91013BC190C1}" dt="2025-02-05T16:23:26.588" v="48" actId="20577"/>
        <pc:sldMkLst>
          <pc:docMk/>
          <pc:sldMk cId="1512609409" sldId="383"/>
        </pc:sldMkLst>
      </pc:sldChg>
      <pc:sldChg chg="modSp modNotesTx">
        <pc:chgData name="Cao Lam Tung 20222709" userId="ce9674a6-c058-496c-88bf-33b32ed75606" providerId="ADAL" clId="{7BEC58D4-8E2B-4C81-A519-91013BC190C1}" dt="2025-02-06T02:11:41.298" v="66" actId="113"/>
        <pc:sldMkLst>
          <pc:docMk/>
          <pc:sldMk cId="973910400" sldId="387"/>
        </pc:sldMkLst>
      </pc:sldChg>
      <pc:sldChg chg="delSp modSp mod">
        <pc:chgData name="Cao Lam Tung 20222709" userId="ce9674a6-c058-496c-88bf-33b32ed75606" providerId="ADAL" clId="{7BEC58D4-8E2B-4C81-A519-91013BC190C1}" dt="2025-02-05T16:23:56.327" v="52" actId="478"/>
        <pc:sldMkLst>
          <pc:docMk/>
          <pc:sldMk cId="1934133307" sldId="399"/>
        </pc:sldMkLst>
      </pc:sldChg>
      <pc:sldChg chg="modSp">
        <pc:chgData name="Cao Lam Tung 20222709" userId="ce9674a6-c058-496c-88bf-33b32ed75606" providerId="ADAL" clId="{7BEC58D4-8E2B-4C81-A519-91013BC190C1}" dt="2025-02-05T16:25:30.438" v="61" actId="20577"/>
        <pc:sldMkLst>
          <pc:docMk/>
          <pc:sldMk cId="2861518484" sldId="400"/>
        </pc:sldMkLst>
      </pc:sldChg>
    </pc:docChg>
  </pc:docChgLst>
  <pc:docChgLst>
    <pc:chgData name="Cao Lam Tung 20222709" userId="ce9674a6-c058-496c-88bf-33b32ed75606" providerId="ADAL" clId="{713115DA-3C35-4034-938B-A4A1C55AA9E1}"/>
    <pc:docChg chg="undo redo custSel addSld delSld modSld sldOrd modSection">
      <pc:chgData name="Cao Lam Tung 20222709" userId="ce9674a6-c058-496c-88bf-33b32ed75606" providerId="ADAL" clId="{713115DA-3C35-4034-938B-A4A1C55AA9E1}" dt="2025-03-08T14:36:19.173" v="1823" actId="20577"/>
      <pc:docMkLst>
        <pc:docMk/>
      </pc:docMkLst>
      <pc:sldChg chg="modSp mod">
        <pc:chgData name="Cao Lam Tung 20222709" userId="ce9674a6-c058-496c-88bf-33b32ed75606" providerId="ADAL" clId="{713115DA-3C35-4034-938B-A4A1C55AA9E1}" dt="2025-03-08T14:18:47.994" v="1762" actId="20577"/>
        <pc:sldMkLst>
          <pc:docMk/>
          <pc:sldMk cId="425079733" sldId="256"/>
        </pc:sldMkLst>
        <pc:spChg chg="mod">
          <ac:chgData name="Cao Lam Tung 20222709" userId="ce9674a6-c058-496c-88bf-33b32ed75606" providerId="ADAL" clId="{713115DA-3C35-4034-938B-A4A1C55AA9E1}" dt="2025-03-08T14:18:47.994" v="1762" actId="20577"/>
          <ac:spMkLst>
            <pc:docMk/>
            <pc:sldMk cId="425079733" sldId="256"/>
            <ac:spMk id="16" creationId="{54FAB818-6B30-A7C5-7D4E-1D98E2B32425}"/>
          </ac:spMkLst>
        </pc:spChg>
      </pc:sldChg>
      <pc:sldChg chg="modSp mod">
        <pc:chgData name="Cao Lam Tung 20222709" userId="ce9674a6-c058-496c-88bf-33b32ed75606" providerId="ADAL" clId="{713115DA-3C35-4034-938B-A4A1C55AA9E1}" dt="2025-03-08T14:16:09.625" v="1719" actId="20577"/>
        <pc:sldMkLst>
          <pc:docMk/>
          <pc:sldMk cId="3526839302" sldId="326"/>
        </pc:sldMkLst>
        <pc:spChg chg="mod">
          <ac:chgData name="Cao Lam Tung 20222709" userId="ce9674a6-c058-496c-88bf-33b32ed75606" providerId="ADAL" clId="{713115DA-3C35-4034-938B-A4A1C55AA9E1}" dt="2025-03-08T14:16:09.625" v="1719" actId="20577"/>
          <ac:spMkLst>
            <pc:docMk/>
            <pc:sldMk cId="3526839302" sldId="326"/>
            <ac:spMk id="3" creationId="{0895A506-3843-4133-A061-4C59624F0C7D}"/>
          </ac:spMkLst>
        </pc:spChg>
      </pc:sldChg>
      <pc:sldChg chg="del">
        <pc:chgData name="Cao Lam Tung 20222709" userId="ce9674a6-c058-496c-88bf-33b32ed75606" providerId="ADAL" clId="{713115DA-3C35-4034-938B-A4A1C55AA9E1}" dt="2025-03-08T14:07:53.448" v="1510" actId="47"/>
        <pc:sldMkLst>
          <pc:docMk/>
          <pc:sldMk cId="3405558723" sldId="382"/>
        </pc:sldMkLst>
      </pc:sldChg>
      <pc:sldChg chg="del">
        <pc:chgData name="Cao Lam Tung 20222709" userId="ce9674a6-c058-496c-88bf-33b32ed75606" providerId="ADAL" clId="{713115DA-3C35-4034-938B-A4A1C55AA9E1}" dt="2025-03-08T08:54:41.730" v="725" actId="47"/>
        <pc:sldMkLst>
          <pc:docMk/>
          <pc:sldMk cId="1512609409" sldId="383"/>
        </pc:sldMkLst>
      </pc:sldChg>
      <pc:sldChg chg="addSp delSp modSp mod modNotesTx">
        <pc:chgData name="Cao Lam Tung 20222709" userId="ce9674a6-c058-496c-88bf-33b32ed75606" providerId="ADAL" clId="{713115DA-3C35-4034-938B-A4A1C55AA9E1}" dt="2025-03-08T14:21:46.094" v="1802" actId="20577"/>
        <pc:sldMkLst>
          <pc:docMk/>
          <pc:sldMk cId="3887032254" sldId="413"/>
        </pc:sldMkLst>
        <pc:spChg chg="mod">
          <ac:chgData name="Cao Lam Tung 20222709" userId="ce9674a6-c058-496c-88bf-33b32ed75606" providerId="ADAL" clId="{713115DA-3C35-4034-938B-A4A1C55AA9E1}" dt="2025-03-08T03:58:51.663" v="36" actId="20577"/>
          <ac:spMkLst>
            <pc:docMk/>
            <pc:sldMk cId="3887032254" sldId="413"/>
            <ac:spMk id="6" creationId="{F5B1B958-2112-7B31-B34A-EE9D8EBC646C}"/>
          </ac:spMkLst>
        </pc:spChg>
        <pc:spChg chg="mod">
          <ac:chgData name="Cao Lam Tung 20222709" userId="ce9674a6-c058-496c-88bf-33b32ed75606" providerId="ADAL" clId="{713115DA-3C35-4034-938B-A4A1C55AA9E1}" dt="2025-03-08T04:03:55.362" v="226" actId="1076"/>
          <ac:spMkLst>
            <pc:docMk/>
            <pc:sldMk cId="3887032254" sldId="413"/>
            <ac:spMk id="9" creationId="{D70DF97C-12A6-A8E0-1727-552857FCA032}"/>
          </ac:spMkLst>
        </pc:spChg>
        <pc:spChg chg="add mod">
          <ac:chgData name="Cao Lam Tung 20222709" userId="ce9674a6-c058-496c-88bf-33b32ed75606" providerId="ADAL" clId="{713115DA-3C35-4034-938B-A4A1C55AA9E1}" dt="2025-03-08T04:00:39.169" v="108" actId="1076"/>
          <ac:spMkLst>
            <pc:docMk/>
            <pc:sldMk cId="3887032254" sldId="413"/>
            <ac:spMk id="10" creationId="{2F88AAFA-0B19-BFDD-B5DB-5DCD9C3BA006}"/>
          </ac:spMkLst>
        </pc:spChg>
        <pc:spChg chg="add mod">
          <ac:chgData name="Cao Lam Tung 20222709" userId="ce9674a6-c058-496c-88bf-33b32ed75606" providerId="ADAL" clId="{713115DA-3C35-4034-938B-A4A1C55AA9E1}" dt="2025-03-08T04:01:47.554" v="131" actId="1076"/>
          <ac:spMkLst>
            <pc:docMk/>
            <pc:sldMk cId="3887032254" sldId="413"/>
            <ac:spMk id="11" creationId="{4A2795F5-5B0F-F6BB-B870-7A0523AC5997}"/>
          </ac:spMkLst>
        </pc:spChg>
        <pc:spChg chg="add mod ord">
          <ac:chgData name="Cao Lam Tung 20222709" userId="ce9674a6-c058-496c-88bf-33b32ed75606" providerId="ADAL" clId="{713115DA-3C35-4034-938B-A4A1C55AA9E1}" dt="2025-03-08T04:02:29.085" v="136" actId="1076"/>
          <ac:spMkLst>
            <pc:docMk/>
            <pc:sldMk cId="3887032254" sldId="413"/>
            <ac:spMk id="14" creationId="{1DFF9615-6824-EB43-424A-9DA312263D50}"/>
          </ac:spMkLst>
        </pc:spChg>
        <pc:spChg chg="add mod">
          <ac:chgData name="Cao Lam Tung 20222709" userId="ce9674a6-c058-496c-88bf-33b32ed75606" providerId="ADAL" clId="{713115DA-3C35-4034-938B-A4A1C55AA9E1}" dt="2025-03-08T04:03:07.938" v="163" actId="1076"/>
          <ac:spMkLst>
            <pc:docMk/>
            <pc:sldMk cId="3887032254" sldId="413"/>
            <ac:spMk id="15" creationId="{BF07C825-7335-F24A-3752-8D1DB88CAD7B}"/>
          </ac:spMkLst>
        </pc:spChg>
        <pc:spChg chg="add">
          <ac:chgData name="Cao Lam Tung 20222709" userId="ce9674a6-c058-496c-88bf-33b32ed75606" providerId="ADAL" clId="{713115DA-3C35-4034-938B-A4A1C55AA9E1}" dt="2025-03-08T04:03:03.980" v="162" actId="11529"/>
          <ac:spMkLst>
            <pc:docMk/>
            <pc:sldMk cId="3887032254" sldId="413"/>
            <ac:spMk id="16" creationId="{F1161DFC-3502-C476-EFC2-1A191E2E3A8E}"/>
          </ac:spMkLst>
        </pc:spChg>
        <pc:spChg chg="del mod">
          <ac:chgData name="Cao Lam Tung 20222709" userId="ce9674a6-c058-496c-88bf-33b32ed75606" providerId="ADAL" clId="{713115DA-3C35-4034-938B-A4A1C55AA9E1}" dt="2025-03-08T03:58:56.941" v="40"/>
          <ac:spMkLst>
            <pc:docMk/>
            <pc:sldMk cId="3887032254" sldId="413"/>
            <ac:spMk id="17" creationId="{6E251360-A31A-0B2B-D986-059E619111A1}"/>
          </ac:spMkLst>
        </pc:spChg>
        <pc:spChg chg="add mod">
          <ac:chgData name="Cao Lam Tung 20222709" userId="ce9674a6-c058-496c-88bf-33b32ed75606" providerId="ADAL" clId="{713115DA-3C35-4034-938B-A4A1C55AA9E1}" dt="2025-03-08T14:21:46.094" v="1802" actId="20577"/>
          <ac:spMkLst>
            <pc:docMk/>
            <pc:sldMk cId="3887032254" sldId="413"/>
            <ac:spMk id="18" creationId="{F8B1CADB-F79A-0BC4-D365-7FFFBB846FEC}"/>
          </ac:spMkLst>
        </pc:spChg>
        <pc:picChg chg="add mod modCrop">
          <ac:chgData name="Cao Lam Tung 20222709" userId="ce9674a6-c058-496c-88bf-33b32ed75606" providerId="ADAL" clId="{713115DA-3C35-4034-938B-A4A1C55AA9E1}" dt="2025-03-08T04:03:52.546" v="225" actId="14100"/>
          <ac:picMkLst>
            <pc:docMk/>
            <pc:sldMk cId="3887032254" sldId="413"/>
            <ac:picMk id="3" creationId="{77351D0A-B80D-04B1-BC0F-28D67896A52F}"/>
          </ac:picMkLst>
        </pc:picChg>
        <pc:picChg chg="add mod">
          <ac:chgData name="Cao Lam Tung 20222709" userId="ce9674a6-c058-496c-88bf-33b32ed75606" providerId="ADAL" clId="{713115DA-3C35-4034-938B-A4A1C55AA9E1}" dt="2025-03-08T04:00:21.943" v="87" actId="1076"/>
          <ac:picMkLst>
            <pc:docMk/>
            <pc:sldMk cId="3887032254" sldId="413"/>
            <ac:picMk id="5" creationId="{27A903F9-16B5-B6F0-32A1-8ADD488D5AC1}"/>
          </ac:picMkLst>
        </pc:picChg>
        <pc:picChg chg="add del mod">
          <ac:chgData name="Cao Lam Tung 20222709" userId="ce9674a6-c058-496c-88bf-33b32ed75606" providerId="ADAL" clId="{713115DA-3C35-4034-938B-A4A1C55AA9E1}" dt="2025-03-08T03:59:12.737" v="45" actId="478"/>
          <ac:picMkLst>
            <pc:docMk/>
            <pc:sldMk cId="3887032254" sldId="413"/>
            <ac:picMk id="8" creationId="{D37ED8C5-5A3A-C52E-0C0A-4F170F09AD8A}"/>
          </ac:picMkLst>
        </pc:picChg>
        <pc:cxnChg chg="add">
          <ac:chgData name="Cao Lam Tung 20222709" userId="ce9674a6-c058-496c-88bf-33b32ed75606" providerId="ADAL" clId="{713115DA-3C35-4034-938B-A4A1C55AA9E1}" dt="2025-03-08T04:02:09.772" v="132" actId="11529"/>
          <ac:cxnSpMkLst>
            <pc:docMk/>
            <pc:sldMk cId="3887032254" sldId="413"/>
            <ac:cxnSpMk id="13" creationId="{664BAE2F-DE7F-4742-B0E0-CC1295D25E94}"/>
          </ac:cxnSpMkLst>
        </pc:cxnChg>
        <pc:cxnChg chg="add mod">
          <ac:chgData name="Cao Lam Tung 20222709" userId="ce9674a6-c058-496c-88bf-33b32ed75606" providerId="ADAL" clId="{713115DA-3C35-4034-938B-A4A1C55AA9E1}" dt="2025-03-08T14:17:18.058" v="1723" actId="1076"/>
          <ac:cxnSpMkLst>
            <pc:docMk/>
            <pc:sldMk cId="3887032254" sldId="413"/>
            <ac:cxnSpMk id="20" creationId="{44377F8D-250F-2431-071B-59C975CAF16F}"/>
          </ac:cxnSpMkLst>
        </pc:cxnChg>
      </pc:sldChg>
      <pc:sldChg chg="modSp mod">
        <pc:chgData name="Cao Lam Tung 20222709" userId="ce9674a6-c058-496c-88bf-33b32ed75606" providerId="ADAL" clId="{713115DA-3C35-4034-938B-A4A1C55AA9E1}" dt="2025-03-08T14:12:50.166" v="1577" actId="20577"/>
        <pc:sldMkLst>
          <pc:docMk/>
          <pc:sldMk cId="642788118" sldId="414"/>
        </pc:sldMkLst>
        <pc:spChg chg="mod">
          <ac:chgData name="Cao Lam Tung 20222709" userId="ce9674a6-c058-496c-88bf-33b32ed75606" providerId="ADAL" clId="{713115DA-3C35-4034-938B-A4A1C55AA9E1}" dt="2025-03-08T14:12:50.166" v="1577" actId="20577"/>
          <ac:spMkLst>
            <pc:docMk/>
            <pc:sldMk cId="642788118" sldId="414"/>
            <ac:spMk id="3" creationId="{22CAC6D4-C611-60FD-013A-33DF2F82DBAD}"/>
          </ac:spMkLst>
        </pc:spChg>
      </pc:sldChg>
      <pc:sldChg chg="del">
        <pc:chgData name="Cao Lam Tung 20222709" userId="ce9674a6-c058-496c-88bf-33b32ed75606" providerId="ADAL" clId="{713115DA-3C35-4034-938B-A4A1C55AA9E1}" dt="2025-03-08T08:54:40.430" v="722" actId="47"/>
        <pc:sldMkLst>
          <pc:docMk/>
          <pc:sldMk cId="1274460451" sldId="416"/>
        </pc:sldMkLst>
      </pc:sldChg>
      <pc:sldChg chg="delSp modSp del mod">
        <pc:chgData name="Cao Lam Tung 20222709" userId="ce9674a6-c058-496c-88bf-33b32ed75606" providerId="ADAL" clId="{713115DA-3C35-4034-938B-A4A1C55AA9E1}" dt="2025-03-08T08:54:39.989" v="721" actId="47"/>
        <pc:sldMkLst>
          <pc:docMk/>
          <pc:sldMk cId="3644625469" sldId="417"/>
        </pc:sldMkLst>
        <pc:spChg chg="mod">
          <ac:chgData name="Cao Lam Tung 20222709" userId="ce9674a6-c058-496c-88bf-33b32ed75606" providerId="ADAL" clId="{713115DA-3C35-4034-938B-A4A1C55AA9E1}" dt="2025-03-08T04:05:08.834" v="285" actId="20577"/>
          <ac:spMkLst>
            <pc:docMk/>
            <pc:sldMk cId="3644625469" sldId="417"/>
            <ac:spMk id="6" creationId="{6048CA66-C4E4-DC59-9ADF-50DBD032A616}"/>
          </ac:spMkLst>
        </pc:spChg>
        <pc:spChg chg="del">
          <ac:chgData name="Cao Lam Tung 20222709" userId="ce9674a6-c058-496c-88bf-33b32ed75606" providerId="ADAL" clId="{713115DA-3C35-4034-938B-A4A1C55AA9E1}" dt="2025-03-08T03:52:35.777" v="0" actId="478"/>
          <ac:spMkLst>
            <pc:docMk/>
            <pc:sldMk cId="3644625469" sldId="417"/>
            <ac:spMk id="8" creationId="{2CDD77FB-66E2-74E6-B740-9FB83514FF27}"/>
          </ac:spMkLst>
        </pc:spChg>
      </pc:sldChg>
      <pc:sldChg chg="del">
        <pc:chgData name="Cao Lam Tung 20222709" userId="ce9674a6-c058-496c-88bf-33b32ed75606" providerId="ADAL" clId="{713115DA-3C35-4034-938B-A4A1C55AA9E1}" dt="2025-03-08T08:54:40.960" v="724" actId="47"/>
        <pc:sldMkLst>
          <pc:docMk/>
          <pc:sldMk cId="2808913251" sldId="418"/>
        </pc:sldMkLst>
      </pc:sldChg>
      <pc:sldChg chg="del">
        <pc:chgData name="Cao Lam Tung 20222709" userId="ce9674a6-c058-496c-88bf-33b32ed75606" providerId="ADAL" clId="{713115DA-3C35-4034-938B-A4A1C55AA9E1}" dt="2025-03-08T08:54:42.908" v="727" actId="47"/>
        <pc:sldMkLst>
          <pc:docMk/>
          <pc:sldMk cId="2747384583" sldId="419"/>
        </pc:sldMkLst>
      </pc:sldChg>
      <pc:sldChg chg="del">
        <pc:chgData name="Cao Lam Tung 20222709" userId="ce9674a6-c058-496c-88bf-33b32ed75606" providerId="ADAL" clId="{713115DA-3C35-4034-938B-A4A1C55AA9E1}" dt="2025-03-08T08:54:42.639" v="726" actId="47"/>
        <pc:sldMkLst>
          <pc:docMk/>
          <pc:sldMk cId="3627886200" sldId="420"/>
        </pc:sldMkLst>
      </pc:sldChg>
      <pc:sldChg chg="del">
        <pc:chgData name="Cao Lam Tung 20222709" userId="ce9674a6-c058-496c-88bf-33b32ed75606" providerId="ADAL" clId="{713115DA-3C35-4034-938B-A4A1C55AA9E1}" dt="2025-03-08T08:54:43.748" v="728" actId="47"/>
        <pc:sldMkLst>
          <pc:docMk/>
          <pc:sldMk cId="3303339954" sldId="421"/>
        </pc:sldMkLst>
      </pc:sldChg>
      <pc:sldChg chg="del">
        <pc:chgData name="Cao Lam Tung 20222709" userId="ce9674a6-c058-496c-88bf-33b32ed75606" providerId="ADAL" clId="{713115DA-3C35-4034-938B-A4A1C55AA9E1}" dt="2025-03-08T10:20:42.644" v="819" actId="47"/>
        <pc:sldMkLst>
          <pc:docMk/>
          <pc:sldMk cId="225828607" sldId="422"/>
        </pc:sldMkLst>
      </pc:sldChg>
      <pc:sldChg chg="del">
        <pc:chgData name="Cao Lam Tung 20222709" userId="ce9674a6-c058-496c-88bf-33b32ed75606" providerId="ADAL" clId="{713115DA-3C35-4034-938B-A4A1C55AA9E1}" dt="2025-03-08T08:54:40.728" v="723" actId="47"/>
        <pc:sldMkLst>
          <pc:docMk/>
          <pc:sldMk cId="1048968366" sldId="423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04:29:25.789" v="562" actId="20577"/>
        <pc:sldMkLst>
          <pc:docMk/>
          <pc:sldMk cId="1986084853" sldId="424"/>
        </pc:sldMkLst>
        <pc:spChg chg="mod">
          <ac:chgData name="Cao Lam Tung 20222709" userId="ce9674a6-c058-496c-88bf-33b32ed75606" providerId="ADAL" clId="{713115DA-3C35-4034-938B-A4A1C55AA9E1}" dt="2025-03-08T04:22:22.224" v="333"/>
          <ac:spMkLst>
            <pc:docMk/>
            <pc:sldMk cId="1986084853" sldId="424"/>
            <ac:spMk id="6" creationId="{629C4EC5-E5D4-D34B-9AFC-5318F66AA2C1}"/>
          </ac:spMkLst>
        </pc:spChg>
        <pc:spChg chg="add mod">
          <ac:chgData name="Cao Lam Tung 20222709" userId="ce9674a6-c058-496c-88bf-33b32ed75606" providerId="ADAL" clId="{713115DA-3C35-4034-938B-A4A1C55AA9E1}" dt="2025-03-08T04:22:13.425" v="332" actId="113"/>
          <ac:spMkLst>
            <pc:docMk/>
            <pc:sldMk cId="1986084853" sldId="424"/>
            <ac:spMk id="8" creationId="{6CAAF9EA-CC05-A717-3F59-BD3C628AAB4E}"/>
          </ac:spMkLst>
        </pc:spChg>
        <pc:spChg chg="del">
          <ac:chgData name="Cao Lam Tung 20222709" userId="ce9674a6-c058-496c-88bf-33b32ed75606" providerId="ADAL" clId="{713115DA-3C35-4034-938B-A4A1C55AA9E1}" dt="2025-03-08T04:17:39.020" v="295" actId="478"/>
          <ac:spMkLst>
            <pc:docMk/>
            <pc:sldMk cId="1986084853" sldId="424"/>
            <ac:spMk id="9" creationId="{B5134CB3-E8B3-2B57-E656-8D1B23CD2F84}"/>
          </ac:spMkLst>
        </pc:spChg>
        <pc:spChg chg="del">
          <ac:chgData name="Cao Lam Tung 20222709" userId="ce9674a6-c058-496c-88bf-33b32ed75606" providerId="ADAL" clId="{713115DA-3C35-4034-938B-A4A1C55AA9E1}" dt="2025-03-08T04:17:41.558" v="296" actId="478"/>
          <ac:spMkLst>
            <pc:docMk/>
            <pc:sldMk cId="1986084853" sldId="424"/>
            <ac:spMk id="10" creationId="{BDD5E8D8-1E19-08E2-C1EA-084581759A76}"/>
          </ac:spMkLst>
        </pc:spChg>
        <pc:spChg chg="del">
          <ac:chgData name="Cao Lam Tung 20222709" userId="ce9674a6-c058-496c-88bf-33b32ed75606" providerId="ADAL" clId="{713115DA-3C35-4034-938B-A4A1C55AA9E1}" dt="2025-03-08T04:17:39.020" v="295" actId="478"/>
          <ac:spMkLst>
            <pc:docMk/>
            <pc:sldMk cId="1986084853" sldId="424"/>
            <ac:spMk id="11" creationId="{6CB3D6E3-E74E-5413-7FFD-231C39506C33}"/>
          </ac:spMkLst>
        </pc:spChg>
        <pc:spChg chg="add mod">
          <ac:chgData name="Cao Lam Tung 20222709" userId="ce9674a6-c058-496c-88bf-33b32ed75606" providerId="ADAL" clId="{713115DA-3C35-4034-938B-A4A1C55AA9E1}" dt="2025-03-08T04:21:40.502" v="329" actId="20577"/>
          <ac:spMkLst>
            <pc:docMk/>
            <pc:sldMk cId="1986084853" sldId="424"/>
            <ac:spMk id="12" creationId="{9958CFDF-5903-5365-9EA0-11A744722F12}"/>
          </ac:spMkLst>
        </pc:spChg>
        <pc:spChg chg="del">
          <ac:chgData name="Cao Lam Tung 20222709" userId="ce9674a6-c058-496c-88bf-33b32ed75606" providerId="ADAL" clId="{713115DA-3C35-4034-938B-A4A1C55AA9E1}" dt="2025-03-08T04:17:39.020" v="295" actId="478"/>
          <ac:spMkLst>
            <pc:docMk/>
            <pc:sldMk cId="1986084853" sldId="424"/>
            <ac:spMk id="14" creationId="{9DF0E03F-9332-5F41-9F08-6FD49BA93F9E}"/>
          </ac:spMkLst>
        </pc:spChg>
        <pc:spChg chg="del">
          <ac:chgData name="Cao Lam Tung 20222709" userId="ce9674a6-c058-496c-88bf-33b32ed75606" providerId="ADAL" clId="{713115DA-3C35-4034-938B-A4A1C55AA9E1}" dt="2025-03-08T04:17:39.020" v="295" actId="478"/>
          <ac:spMkLst>
            <pc:docMk/>
            <pc:sldMk cId="1986084853" sldId="424"/>
            <ac:spMk id="15" creationId="{C59F2ADD-620F-268B-FE29-D2470AB1CFCF}"/>
          </ac:spMkLst>
        </pc:spChg>
        <pc:spChg chg="del">
          <ac:chgData name="Cao Lam Tung 20222709" userId="ce9674a6-c058-496c-88bf-33b32ed75606" providerId="ADAL" clId="{713115DA-3C35-4034-938B-A4A1C55AA9E1}" dt="2025-03-08T04:17:39.020" v="295" actId="478"/>
          <ac:spMkLst>
            <pc:docMk/>
            <pc:sldMk cId="1986084853" sldId="424"/>
            <ac:spMk id="16" creationId="{8E817752-AF1B-877E-1559-54792FA13F3B}"/>
          </ac:spMkLst>
        </pc:spChg>
        <pc:spChg chg="add mod">
          <ac:chgData name="Cao Lam Tung 20222709" userId="ce9674a6-c058-496c-88bf-33b32ed75606" providerId="ADAL" clId="{713115DA-3C35-4034-938B-A4A1C55AA9E1}" dt="2025-03-08T04:21:41.882" v="330" actId="20577"/>
          <ac:spMkLst>
            <pc:docMk/>
            <pc:sldMk cId="1986084853" sldId="424"/>
            <ac:spMk id="17" creationId="{17FB1E3A-C9E5-F432-9100-F5E377AD6829}"/>
          </ac:spMkLst>
        </pc:spChg>
        <pc:spChg chg="del">
          <ac:chgData name="Cao Lam Tung 20222709" userId="ce9674a6-c058-496c-88bf-33b32ed75606" providerId="ADAL" clId="{713115DA-3C35-4034-938B-A4A1C55AA9E1}" dt="2025-03-08T04:17:39.020" v="295" actId="478"/>
          <ac:spMkLst>
            <pc:docMk/>
            <pc:sldMk cId="1986084853" sldId="424"/>
            <ac:spMk id="18" creationId="{F0F4000B-0EBB-9B04-9955-8DACD07D2D49}"/>
          </ac:spMkLst>
        </pc:spChg>
        <pc:spChg chg="add mod">
          <ac:chgData name="Cao Lam Tung 20222709" userId="ce9674a6-c058-496c-88bf-33b32ed75606" providerId="ADAL" clId="{713115DA-3C35-4034-938B-A4A1C55AA9E1}" dt="2025-03-08T04:21:33.323" v="322" actId="20577"/>
          <ac:spMkLst>
            <pc:docMk/>
            <pc:sldMk cId="1986084853" sldId="424"/>
            <ac:spMk id="19" creationId="{E42B1C76-38AE-7A4F-0BC8-3F567CC6E50A}"/>
          </ac:spMkLst>
        </pc:spChg>
        <pc:spChg chg="add mod">
          <ac:chgData name="Cao Lam Tung 20222709" userId="ce9674a6-c058-496c-88bf-33b32ed75606" providerId="ADAL" clId="{713115DA-3C35-4034-938B-A4A1C55AA9E1}" dt="2025-03-08T04:21:24.823" v="318" actId="1076"/>
          <ac:spMkLst>
            <pc:docMk/>
            <pc:sldMk cId="1986084853" sldId="424"/>
            <ac:spMk id="20" creationId="{5E2C8220-229B-342B-0D03-575AD8192D9E}"/>
          </ac:spMkLst>
        </pc:spChg>
        <pc:spChg chg="add del mod">
          <ac:chgData name="Cao Lam Tung 20222709" userId="ce9674a6-c058-496c-88bf-33b32ed75606" providerId="ADAL" clId="{713115DA-3C35-4034-938B-A4A1C55AA9E1}" dt="2025-03-08T04:19:13.816" v="301" actId="478"/>
          <ac:spMkLst>
            <pc:docMk/>
            <pc:sldMk cId="1986084853" sldId="424"/>
            <ac:spMk id="21" creationId="{E1FA0762-4A53-F8E1-D6A3-8B892D0E35D9}"/>
          </ac:spMkLst>
        </pc:spChg>
        <pc:spChg chg="add mod">
          <ac:chgData name="Cao Lam Tung 20222709" userId="ce9674a6-c058-496c-88bf-33b32ed75606" providerId="ADAL" clId="{713115DA-3C35-4034-938B-A4A1C55AA9E1}" dt="2025-03-08T04:24:07.022" v="343" actId="14100"/>
          <ac:spMkLst>
            <pc:docMk/>
            <pc:sldMk cId="1986084853" sldId="424"/>
            <ac:spMk id="22" creationId="{C4FE8195-0E5C-1445-F87B-D52A201C72E2}"/>
          </ac:spMkLst>
        </pc:spChg>
        <pc:spChg chg="add mod">
          <ac:chgData name="Cao Lam Tung 20222709" userId="ce9674a6-c058-496c-88bf-33b32ed75606" providerId="ADAL" clId="{713115DA-3C35-4034-938B-A4A1C55AA9E1}" dt="2025-03-08T04:27:57.627" v="505" actId="20577"/>
          <ac:spMkLst>
            <pc:docMk/>
            <pc:sldMk cId="1986084853" sldId="424"/>
            <ac:spMk id="33" creationId="{D9B2AC84-D872-1770-8373-9F08C58661D2}"/>
          </ac:spMkLst>
        </pc:spChg>
        <pc:spChg chg="add mod">
          <ac:chgData name="Cao Lam Tung 20222709" userId="ce9674a6-c058-496c-88bf-33b32ed75606" providerId="ADAL" clId="{713115DA-3C35-4034-938B-A4A1C55AA9E1}" dt="2025-03-08T04:29:25.789" v="562" actId="20577"/>
          <ac:spMkLst>
            <pc:docMk/>
            <pc:sldMk cId="1986084853" sldId="424"/>
            <ac:spMk id="34" creationId="{CC653BE8-E579-E0F5-878B-CD685DE5956C}"/>
          </ac:spMkLst>
        </pc:spChg>
        <pc:picChg chg="del">
          <ac:chgData name="Cao Lam Tung 20222709" userId="ce9674a6-c058-496c-88bf-33b32ed75606" providerId="ADAL" clId="{713115DA-3C35-4034-938B-A4A1C55AA9E1}" dt="2025-03-08T04:17:39.020" v="295" actId="478"/>
          <ac:picMkLst>
            <pc:docMk/>
            <pc:sldMk cId="1986084853" sldId="424"/>
            <ac:picMk id="3" creationId="{35EC8845-B66A-9D0F-01C3-FF6CEBA2FFB2}"/>
          </ac:picMkLst>
        </pc:picChg>
        <pc:picChg chg="del">
          <ac:chgData name="Cao Lam Tung 20222709" userId="ce9674a6-c058-496c-88bf-33b32ed75606" providerId="ADAL" clId="{713115DA-3C35-4034-938B-A4A1C55AA9E1}" dt="2025-03-08T04:17:39.020" v="295" actId="478"/>
          <ac:picMkLst>
            <pc:docMk/>
            <pc:sldMk cId="1986084853" sldId="424"/>
            <ac:picMk id="5" creationId="{41C2B43C-3404-5924-E12A-3DFDF47FE72A}"/>
          </ac:picMkLst>
        </pc:picChg>
        <pc:cxnChg chg="del">
          <ac:chgData name="Cao Lam Tung 20222709" userId="ce9674a6-c058-496c-88bf-33b32ed75606" providerId="ADAL" clId="{713115DA-3C35-4034-938B-A4A1C55AA9E1}" dt="2025-03-08T04:17:39.020" v="295" actId="478"/>
          <ac:cxnSpMkLst>
            <pc:docMk/>
            <pc:sldMk cId="1986084853" sldId="424"/>
            <ac:cxnSpMk id="13" creationId="{6E08FEFC-ED3D-A7D5-567B-2885F4E44C41}"/>
          </ac:cxnSpMkLst>
        </pc:cxnChg>
        <pc:cxnChg chg="add mod">
          <ac:chgData name="Cao Lam Tung 20222709" userId="ce9674a6-c058-496c-88bf-33b32ed75606" providerId="ADAL" clId="{713115DA-3C35-4034-938B-A4A1C55AA9E1}" dt="2025-03-08T04:21:05.488" v="315" actId="208"/>
          <ac:cxnSpMkLst>
            <pc:docMk/>
            <pc:sldMk cId="1986084853" sldId="424"/>
            <ac:cxnSpMk id="23" creationId="{BBDC1E2C-D050-D6EF-177C-A8025389B2CD}"/>
          </ac:cxnSpMkLst>
        </pc:cxnChg>
        <pc:cxnChg chg="mod">
          <ac:chgData name="Cao Lam Tung 20222709" userId="ce9674a6-c058-496c-88bf-33b32ed75606" providerId="ADAL" clId="{713115DA-3C35-4034-938B-A4A1C55AA9E1}" dt="2025-03-08T04:21:05.488" v="315" actId="208"/>
          <ac:cxnSpMkLst>
            <pc:docMk/>
            <pc:sldMk cId="1986084853" sldId="424"/>
            <ac:cxnSpMk id="24" creationId="{6ECC5F40-A8D5-DF16-A9EB-7046D801EEAE}"/>
          </ac:cxnSpMkLst>
        </pc:cxnChg>
        <pc:cxnChg chg="add mod">
          <ac:chgData name="Cao Lam Tung 20222709" userId="ce9674a6-c058-496c-88bf-33b32ed75606" providerId="ADAL" clId="{713115DA-3C35-4034-938B-A4A1C55AA9E1}" dt="2025-03-08T04:21:05.488" v="315" actId="208"/>
          <ac:cxnSpMkLst>
            <pc:docMk/>
            <pc:sldMk cId="1986084853" sldId="424"/>
            <ac:cxnSpMk id="25" creationId="{D24E0152-FE2B-409A-2653-CF1709095359}"/>
          </ac:cxnSpMkLst>
        </pc:cxnChg>
        <pc:cxnChg chg="add mod">
          <ac:chgData name="Cao Lam Tung 20222709" userId="ce9674a6-c058-496c-88bf-33b32ed75606" providerId="ADAL" clId="{713115DA-3C35-4034-938B-A4A1C55AA9E1}" dt="2025-03-08T04:21:05.488" v="315" actId="208"/>
          <ac:cxnSpMkLst>
            <pc:docMk/>
            <pc:sldMk cId="1986084853" sldId="424"/>
            <ac:cxnSpMk id="26" creationId="{58B17B7C-BA08-F7CF-6337-07514427557A}"/>
          </ac:cxnSpMkLst>
        </pc:cxnChg>
        <pc:cxnChg chg="mod">
          <ac:chgData name="Cao Lam Tung 20222709" userId="ce9674a6-c058-496c-88bf-33b32ed75606" providerId="ADAL" clId="{713115DA-3C35-4034-938B-A4A1C55AA9E1}" dt="2025-03-08T04:20:34.097" v="311" actId="1076"/>
          <ac:cxnSpMkLst>
            <pc:docMk/>
            <pc:sldMk cId="1986084853" sldId="424"/>
            <ac:cxnSpMk id="27" creationId="{82F3CB5C-01DC-5F47-0805-D5E8D60C5BC2}"/>
          </ac:cxnSpMkLst>
        </pc:cxnChg>
        <pc:cxnChg chg="mod">
          <ac:chgData name="Cao Lam Tung 20222709" userId="ce9674a6-c058-496c-88bf-33b32ed75606" providerId="ADAL" clId="{713115DA-3C35-4034-938B-A4A1C55AA9E1}" dt="2025-03-08T04:25:02.021" v="345" actId="14100"/>
          <ac:cxnSpMkLst>
            <pc:docMk/>
            <pc:sldMk cId="1986084853" sldId="424"/>
            <ac:cxnSpMk id="28" creationId="{787A338B-CAD5-CE76-46E2-DC98F0A3960F}"/>
          </ac:cxnSpMkLst>
        </pc:cxnChg>
      </pc:sldChg>
      <pc:sldChg chg="addSp delSp modSp add mod modNotesTx">
        <pc:chgData name="Cao Lam Tung 20222709" userId="ce9674a6-c058-496c-88bf-33b32ed75606" providerId="ADAL" clId="{713115DA-3C35-4034-938B-A4A1C55AA9E1}" dt="2025-03-08T14:27:08.390" v="1807" actId="14100"/>
        <pc:sldMkLst>
          <pc:docMk/>
          <pc:sldMk cId="69793235" sldId="425"/>
        </pc:sldMkLst>
        <pc:spChg chg="mod">
          <ac:chgData name="Cao Lam Tung 20222709" userId="ce9674a6-c058-496c-88bf-33b32ed75606" providerId="ADAL" clId="{713115DA-3C35-4034-938B-A4A1C55AA9E1}" dt="2025-03-08T09:53:14.219" v="765" actId="20577"/>
          <ac:spMkLst>
            <pc:docMk/>
            <pc:sldMk cId="69793235" sldId="425"/>
            <ac:spMk id="2" creationId="{64682D65-BF25-55D0-2DEC-B8863704673D}"/>
          </ac:spMkLst>
        </pc:spChg>
        <pc:spChg chg="mod">
          <ac:chgData name="Cao Lam Tung 20222709" userId="ce9674a6-c058-496c-88bf-33b32ed75606" providerId="ADAL" clId="{713115DA-3C35-4034-938B-A4A1C55AA9E1}" dt="2025-03-08T08:47:09.497" v="699" actId="20577"/>
          <ac:spMkLst>
            <pc:docMk/>
            <pc:sldMk cId="69793235" sldId="425"/>
            <ac:spMk id="6" creationId="{F0191D2D-7B61-3F56-CC07-15406CC995B5}"/>
          </ac:spMkLst>
        </pc:spChg>
        <pc:spChg chg="del">
          <ac:chgData name="Cao Lam Tung 20222709" userId="ce9674a6-c058-496c-88bf-33b32ed75606" providerId="ADAL" clId="{713115DA-3C35-4034-938B-A4A1C55AA9E1}" dt="2025-03-08T07:49:11.620" v="585" actId="478"/>
          <ac:spMkLst>
            <pc:docMk/>
            <pc:sldMk cId="69793235" sldId="425"/>
            <ac:spMk id="8" creationId="{29900362-8975-D5E2-71AB-9BD048D2CC1C}"/>
          </ac:spMkLst>
        </pc:spChg>
        <pc:spChg chg="del">
          <ac:chgData name="Cao Lam Tung 20222709" userId="ce9674a6-c058-496c-88bf-33b32ed75606" providerId="ADAL" clId="{713115DA-3C35-4034-938B-A4A1C55AA9E1}" dt="2025-03-08T07:49:11.620" v="585" actId="478"/>
          <ac:spMkLst>
            <pc:docMk/>
            <pc:sldMk cId="69793235" sldId="425"/>
            <ac:spMk id="12" creationId="{72E9D434-D853-C1F7-1338-86B4AD0402E1}"/>
          </ac:spMkLst>
        </pc:spChg>
        <pc:spChg chg="add mod">
          <ac:chgData name="Cao Lam Tung 20222709" userId="ce9674a6-c058-496c-88bf-33b32ed75606" providerId="ADAL" clId="{713115DA-3C35-4034-938B-A4A1C55AA9E1}" dt="2025-03-08T07:52:09.313" v="659" actId="1076"/>
          <ac:spMkLst>
            <pc:docMk/>
            <pc:sldMk cId="69793235" sldId="425"/>
            <ac:spMk id="16" creationId="{70459CA3-87EF-0769-AD0C-1171E4BDEE48}"/>
          </ac:spMkLst>
        </pc:spChg>
        <pc:spChg chg="del">
          <ac:chgData name="Cao Lam Tung 20222709" userId="ce9674a6-c058-496c-88bf-33b32ed75606" providerId="ADAL" clId="{713115DA-3C35-4034-938B-A4A1C55AA9E1}" dt="2025-03-08T07:49:11.620" v="585" actId="478"/>
          <ac:spMkLst>
            <pc:docMk/>
            <pc:sldMk cId="69793235" sldId="425"/>
            <ac:spMk id="17" creationId="{FA5AF06C-A3E2-0E67-A0A0-3231DC2CE470}"/>
          </ac:spMkLst>
        </pc:spChg>
        <pc:spChg chg="del">
          <ac:chgData name="Cao Lam Tung 20222709" userId="ce9674a6-c058-496c-88bf-33b32ed75606" providerId="ADAL" clId="{713115DA-3C35-4034-938B-A4A1C55AA9E1}" dt="2025-03-08T07:49:11.620" v="585" actId="478"/>
          <ac:spMkLst>
            <pc:docMk/>
            <pc:sldMk cId="69793235" sldId="425"/>
            <ac:spMk id="19" creationId="{99E72221-4847-363E-951F-87E02B4E70D5}"/>
          </ac:spMkLst>
        </pc:spChg>
        <pc:spChg chg="del">
          <ac:chgData name="Cao Lam Tung 20222709" userId="ce9674a6-c058-496c-88bf-33b32ed75606" providerId="ADAL" clId="{713115DA-3C35-4034-938B-A4A1C55AA9E1}" dt="2025-03-08T07:49:11.620" v="585" actId="478"/>
          <ac:spMkLst>
            <pc:docMk/>
            <pc:sldMk cId="69793235" sldId="425"/>
            <ac:spMk id="20" creationId="{A4EC8F5B-19E9-DC41-5381-93B9EF8D9B2F}"/>
          </ac:spMkLst>
        </pc:spChg>
        <pc:spChg chg="del">
          <ac:chgData name="Cao Lam Tung 20222709" userId="ce9674a6-c058-496c-88bf-33b32ed75606" providerId="ADAL" clId="{713115DA-3C35-4034-938B-A4A1C55AA9E1}" dt="2025-03-08T07:49:11.620" v="585" actId="478"/>
          <ac:spMkLst>
            <pc:docMk/>
            <pc:sldMk cId="69793235" sldId="425"/>
            <ac:spMk id="22" creationId="{61554817-475D-074B-A2B0-870C3B38AA49}"/>
          </ac:spMkLst>
        </pc:spChg>
        <pc:spChg chg="add mod">
          <ac:chgData name="Cao Lam Tung 20222709" userId="ce9674a6-c058-496c-88bf-33b32ed75606" providerId="ADAL" clId="{713115DA-3C35-4034-938B-A4A1C55AA9E1}" dt="2025-03-08T07:52:09.313" v="659" actId="1076"/>
          <ac:spMkLst>
            <pc:docMk/>
            <pc:sldMk cId="69793235" sldId="425"/>
            <ac:spMk id="29" creationId="{989F1A66-BDB3-DA2F-8E8E-B95D494D8BA3}"/>
          </ac:spMkLst>
        </pc:spChg>
        <pc:spChg chg="add mod">
          <ac:chgData name="Cao Lam Tung 20222709" userId="ce9674a6-c058-496c-88bf-33b32ed75606" providerId="ADAL" clId="{713115DA-3C35-4034-938B-A4A1C55AA9E1}" dt="2025-03-08T08:30:46.764" v="684" actId="20577"/>
          <ac:spMkLst>
            <pc:docMk/>
            <pc:sldMk cId="69793235" sldId="425"/>
            <ac:spMk id="32" creationId="{A9EE0A40-A8EC-7A4D-ED67-7CC20E0F1294}"/>
          </ac:spMkLst>
        </pc:spChg>
        <pc:spChg chg="del">
          <ac:chgData name="Cao Lam Tung 20222709" userId="ce9674a6-c058-496c-88bf-33b32ed75606" providerId="ADAL" clId="{713115DA-3C35-4034-938B-A4A1C55AA9E1}" dt="2025-03-08T07:49:11.620" v="585" actId="478"/>
          <ac:spMkLst>
            <pc:docMk/>
            <pc:sldMk cId="69793235" sldId="425"/>
            <ac:spMk id="33" creationId="{EE597DE2-775F-734C-1CDC-B56C7DAAEF7C}"/>
          </ac:spMkLst>
        </pc:spChg>
        <pc:spChg chg="del">
          <ac:chgData name="Cao Lam Tung 20222709" userId="ce9674a6-c058-496c-88bf-33b32ed75606" providerId="ADAL" clId="{713115DA-3C35-4034-938B-A4A1C55AA9E1}" dt="2025-03-08T07:49:11.620" v="585" actId="478"/>
          <ac:spMkLst>
            <pc:docMk/>
            <pc:sldMk cId="69793235" sldId="425"/>
            <ac:spMk id="34" creationId="{A8673655-F8A0-1502-FF1A-16CEA9A22326}"/>
          </ac:spMkLst>
        </pc:spChg>
        <pc:spChg chg="add mod">
          <ac:chgData name="Cao Lam Tung 20222709" userId="ce9674a6-c058-496c-88bf-33b32ed75606" providerId="ADAL" clId="{713115DA-3C35-4034-938B-A4A1C55AA9E1}" dt="2025-03-08T14:27:08.390" v="1807" actId="14100"/>
          <ac:spMkLst>
            <pc:docMk/>
            <pc:sldMk cId="69793235" sldId="425"/>
            <ac:spMk id="38" creationId="{0D954378-69D8-ED43-0EB9-2E882E450359}"/>
          </ac:spMkLst>
        </pc:spChg>
        <pc:picChg chg="add del mod">
          <ac:chgData name="Cao Lam Tung 20222709" userId="ce9674a6-c058-496c-88bf-33b32ed75606" providerId="ADAL" clId="{713115DA-3C35-4034-938B-A4A1C55AA9E1}" dt="2025-03-08T07:49:29.856" v="591" actId="478"/>
          <ac:picMkLst>
            <pc:docMk/>
            <pc:sldMk cId="69793235" sldId="425"/>
            <ac:picMk id="5" creationId="{F4078889-3D07-11E5-0F0A-26DBF2216DBA}"/>
          </ac:picMkLst>
        </pc:picChg>
        <pc:picChg chg="add del mod">
          <ac:chgData name="Cao Lam Tung 20222709" userId="ce9674a6-c058-496c-88bf-33b32ed75606" providerId="ADAL" clId="{713115DA-3C35-4034-938B-A4A1C55AA9E1}" dt="2025-03-08T07:50:08.358" v="596" actId="478"/>
          <ac:picMkLst>
            <pc:docMk/>
            <pc:sldMk cId="69793235" sldId="425"/>
            <ac:picMk id="10" creationId="{AE3D83A0-6614-A9F7-8871-2A37F2737F73}"/>
          </ac:picMkLst>
        </pc:picChg>
        <pc:picChg chg="add mod">
          <ac:chgData name="Cao Lam Tung 20222709" userId="ce9674a6-c058-496c-88bf-33b32ed75606" providerId="ADAL" clId="{713115DA-3C35-4034-938B-A4A1C55AA9E1}" dt="2025-03-08T07:52:09.313" v="659" actId="1076"/>
          <ac:picMkLst>
            <pc:docMk/>
            <pc:sldMk cId="69793235" sldId="425"/>
            <ac:picMk id="13" creationId="{44EECFEA-D33B-E030-93EE-BBC07A3A5168}"/>
          </ac:picMkLst>
        </pc:picChg>
        <pc:picChg chg="add mod">
          <ac:chgData name="Cao Lam Tung 20222709" userId="ce9674a6-c058-496c-88bf-33b32ed75606" providerId="ADAL" clId="{713115DA-3C35-4034-938B-A4A1C55AA9E1}" dt="2025-03-08T07:52:09.313" v="659" actId="1076"/>
          <ac:picMkLst>
            <pc:docMk/>
            <pc:sldMk cId="69793235" sldId="425"/>
            <ac:picMk id="15" creationId="{A3BC42EB-B7A0-7B98-B21C-C0EC5249CFC3}"/>
          </ac:picMkLst>
        </pc:picChg>
        <pc:picChg chg="add del">
          <ac:chgData name="Cao Lam Tung 20222709" userId="ce9674a6-c058-496c-88bf-33b32ed75606" providerId="ADAL" clId="{713115DA-3C35-4034-938B-A4A1C55AA9E1}" dt="2025-03-08T07:50:55.515" v="643" actId="22"/>
          <ac:picMkLst>
            <pc:docMk/>
            <pc:sldMk cId="69793235" sldId="425"/>
            <ac:picMk id="21" creationId="{E99E5260-D23F-9B2A-4DFF-E6FD249CEF4C}"/>
          </ac:picMkLst>
        </pc:picChg>
        <pc:picChg chg="add mod">
          <ac:chgData name="Cao Lam Tung 20222709" userId="ce9674a6-c058-496c-88bf-33b32ed75606" providerId="ADAL" clId="{713115DA-3C35-4034-938B-A4A1C55AA9E1}" dt="2025-03-08T08:30:35.327" v="664" actId="1076"/>
          <ac:picMkLst>
            <pc:docMk/>
            <pc:sldMk cId="69793235" sldId="425"/>
            <ac:picMk id="31" creationId="{E0C61D5E-4BAB-AC46-2332-BE5B048D3FFA}"/>
          </ac:picMkLst>
        </pc:picChg>
        <pc:cxnChg chg="del">
          <ac:chgData name="Cao Lam Tung 20222709" userId="ce9674a6-c058-496c-88bf-33b32ed75606" providerId="ADAL" clId="{713115DA-3C35-4034-938B-A4A1C55AA9E1}" dt="2025-03-08T07:49:11.620" v="585" actId="478"/>
          <ac:cxnSpMkLst>
            <pc:docMk/>
            <pc:sldMk cId="69793235" sldId="425"/>
            <ac:cxnSpMk id="24" creationId="{272B49D8-95A7-2C43-B9D7-71AAC5365FDD}"/>
          </ac:cxnSpMkLst>
        </pc:cxnChg>
        <pc:cxnChg chg="del">
          <ac:chgData name="Cao Lam Tung 20222709" userId="ce9674a6-c058-496c-88bf-33b32ed75606" providerId="ADAL" clId="{713115DA-3C35-4034-938B-A4A1C55AA9E1}" dt="2025-03-08T07:49:11.620" v="585" actId="478"/>
          <ac:cxnSpMkLst>
            <pc:docMk/>
            <pc:sldMk cId="69793235" sldId="425"/>
            <ac:cxnSpMk id="28" creationId="{B5EE62D5-3C45-1BD2-A76B-91A3FEE3E69E}"/>
          </ac:cxnSpMkLst>
        </pc:cxnChg>
        <pc:cxnChg chg="add mod">
          <ac:chgData name="Cao Lam Tung 20222709" userId="ce9674a6-c058-496c-88bf-33b32ed75606" providerId="ADAL" clId="{713115DA-3C35-4034-938B-A4A1C55AA9E1}" dt="2025-03-08T08:46:46.672" v="688" actId="1076"/>
          <ac:cxnSpMkLst>
            <pc:docMk/>
            <pc:sldMk cId="69793235" sldId="425"/>
            <ac:cxnSpMk id="36" creationId="{3A5954D9-763D-5DFD-3DFA-E699287D1D69}"/>
          </ac:cxnSpMkLst>
        </pc:cxnChg>
      </pc:sldChg>
      <pc:sldChg chg="delSp modSp add del mod">
        <pc:chgData name="Cao Lam Tung 20222709" userId="ce9674a6-c058-496c-88bf-33b32ed75606" providerId="ADAL" clId="{713115DA-3C35-4034-938B-A4A1C55AA9E1}" dt="2025-03-08T08:54:37.539" v="720" actId="47"/>
        <pc:sldMkLst>
          <pc:docMk/>
          <pc:sldMk cId="1278033607" sldId="426"/>
        </pc:sldMkLst>
        <pc:spChg chg="del mod">
          <ac:chgData name="Cao Lam Tung 20222709" userId="ce9674a6-c058-496c-88bf-33b32ed75606" providerId="ADAL" clId="{713115DA-3C35-4034-938B-A4A1C55AA9E1}" dt="2025-03-08T08:47:23.924" v="718" actId="478"/>
          <ac:spMkLst>
            <pc:docMk/>
            <pc:sldMk cId="1278033607" sldId="426"/>
            <ac:spMk id="6" creationId="{00FA1F7D-FB39-EAFA-1FAA-632D24413B68}"/>
          </ac:spMkLst>
        </pc:spChg>
        <pc:spChg chg="del">
          <ac:chgData name="Cao Lam Tung 20222709" userId="ce9674a6-c058-496c-88bf-33b32ed75606" providerId="ADAL" clId="{713115DA-3C35-4034-938B-A4A1C55AA9E1}" dt="2025-03-08T08:47:23.924" v="718" actId="478"/>
          <ac:spMkLst>
            <pc:docMk/>
            <pc:sldMk cId="1278033607" sldId="426"/>
            <ac:spMk id="16" creationId="{32308CCA-F5CC-3B4B-18E6-4D65F0DFDEB6}"/>
          </ac:spMkLst>
        </pc:spChg>
        <pc:spChg chg="del">
          <ac:chgData name="Cao Lam Tung 20222709" userId="ce9674a6-c058-496c-88bf-33b32ed75606" providerId="ADAL" clId="{713115DA-3C35-4034-938B-A4A1C55AA9E1}" dt="2025-03-08T08:47:23.924" v="718" actId="478"/>
          <ac:spMkLst>
            <pc:docMk/>
            <pc:sldMk cId="1278033607" sldId="426"/>
            <ac:spMk id="29" creationId="{CD2E2B37-A525-62A6-EFDC-74C80DE0ADF8}"/>
          </ac:spMkLst>
        </pc:spChg>
        <pc:picChg chg="del">
          <ac:chgData name="Cao Lam Tung 20222709" userId="ce9674a6-c058-496c-88bf-33b32ed75606" providerId="ADAL" clId="{713115DA-3C35-4034-938B-A4A1C55AA9E1}" dt="2025-03-08T08:47:23.924" v="718" actId="478"/>
          <ac:picMkLst>
            <pc:docMk/>
            <pc:sldMk cId="1278033607" sldId="426"/>
            <ac:picMk id="13" creationId="{BFD9AEFC-F5C4-4E75-5423-200B6AF23C14}"/>
          </ac:picMkLst>
        </pc:picChg>
        <pc:picChg chg="del">
          <ac:chgData name="Cao Lam Tung 20222709" userId="ce9674a6-c058-496c-88bf-33b32ed75606" providerId="ADAL" clId="{713115DA-3C35-4034-938B-A4A1C55AA9E1}" dt="2025-03-08T08:47:23.924" v="718" actId="478"/>
          <ac:picMkLst>
            <pc:docMk/>
            <pc:sldMk cId="1278033607" sldId="426"/>
            <ac:picMk id="15" creationId="{1F0E64F4-685D-D1F6-3D6B-A9DD8CD9E3AD}"/>
          </ac:picMkLst>
        </pc:picChg>
      </pc:sldChg>
      <pc:sldChg chg="addSp delSp modSp add mod modNotesTx">
        <pc:chgData name="Cao Lam Tung 20222709" userId="ce9674a6-c058-496c-88bf-33b32ed75606" providerId="ADAL" clId="{713115DA-3C35-4034-938B-A4A1C55AA9E1}" dt="2025-03-08T14:36:19.173" v="1823" actId="20577"/>
        <pc:sldMkLst>
          <pc:docMk/>
          <pc:sldMk cId="1631311814" sldId="427"/>
        </pc:sldMkLst>
        <pc:spChg chg="mod">
          <ac:chgData name="Cao Lam Tung 20222709" userId="ce9674a6-c058-496c-88bf-33b32ed75606" providerId="ADAL" clId="{713115DA-3C35-4034-938B-A4A1C55AA9E1}" dt="2025-03-08T14:36:19.173" v="1823" actId="20577"/>
          <ac:spMkLst>
            <pc:docMk/>
            <pc:sldMk cId="1631311814" sldId="427"/>
            <ac:spMk id="2" creationId="{8E2C567F-0D77-53D7-36A6-CC8F4E819F68}"/>
          </ac:spMkLst>
        </pc:spChg>
        <pc:spChg chg="mod">
          <ac:chgData name="Cao Lam Tung 20222709" userId="ce9674a6-c058-496c-88bf-33b32ed75606" providerId="ADAL" clId="{713115DA-3C35-4034-938B-A4A1C55AA9E1}" dt="2025-03-08T11:03:27.557" v="1035" actId="20577"/>
          <ac:spMkLst>
            <pc:docMk/>
            <pc:sldMk cId="1631311814" sldId="427"/>
            <ac:spMk id="6" creationId="{D07D84A7-4D60-3076-EFD0-12AF77772EBE}"/>
          </ac:spMkLst>
        </pc:spChg>
        <pc:spChg chg="add del mod">
          <ac:chgData name="Cao Lam Tung 20222709" userId="ce9674a6-c058-496c-88bf-33b32ed75606" providerId="ADAL" clId="{713115DA-3C35-4034-938B-A4A1C55AA9E1}" dt="2025-03-08T09:59:57.915" v="794"/>
          <ac:spMkLst>
            <pc:docMk/>
            <pc:sldMk cId="1631311814" sldId="427"/>
            <ac:spMk id="10" creationId="{D9B34904-20BB-2971-0DF6-E9774BCD3FA2}"/>
          </ac:spMkLst>
        </pc:spChg>
        <pc:spChg chg="del">
          <ac:chgData name="Cao Lam Tung 20222709" userId="ce9674a6-c058-496c-88bf-33b32ed75606" providerId="ADAL" clId="{713115DA-3C35-4034-938B-A4A1C55AA9E1}" dt="2025-03-08T09:50:55.592" v="752" actId="478"/>
          <ac:spMkLst>
            <pc:docMk/>
            <pc:sldMk cId="1631311814" sldId="427"/>
            <ac:spMk id="16" creationId="{4CFB9219-D454-07A3-A669-ACBDD4D959EE}"/>
          </ac:spMkLst>
        </pc:spChg>
        <pc:spChg chg="add mod">
          <ac:chgData name="Cao Lam Tung 20222709" userId="ce9674a6-c058-496c-88bf-33b32ed75606" providerId="ADAL" clId="{713115DA-3C35-4034-938B-A4A1C55AA9E1}" dt="2025-03-08T11:07:33.482" v="1102" actId="1076"/>
          <ac:spMkLst>
            <pc:docMk/>
            <pc:sldMk cId="1631311814" sldId="427"/>
            <ac:spMk id="18" creationId="{A035EB89-808A-811C-9120-12F2E57F8056}"/>
          </ac:spMkLst>
        </pc:spChg>
        <pc:spChg chg="add mod">
          <ac:chgData name="Cao Lam Tung 20222709" userId="ce9674a6-c058-496c-88bf-33b32ed75606" providerId="ADAL" clId="{713115DA-3C35-4034-938B-A4A1C55AA9E1}" dt="2025-03-08T11:10:03.280" v="1186" actId="20577"/>
          <ac:spMkLst>
            <pc:docMk/>
            <pc:sldMk cId="1631311814" sldId="427"/>
            <ac:spMk id="19" creationId="{DB1D4556-1E4B-690E-9BFF-11A8B58DD250}"/>
          </ac:spMkLst>
        </pc:spChg>
        <pc:spChg chg="add mod">
          <ac:chgData name="Cao Lam Tung 20222709" userId="ce9674a6-c058-496c-88bf-33b32ed75606" providerId="ADAL" clId="{713115DA-3C35-4034-938B-A4A1C55AA9E1}" dt="2025-03-08T11:11:47.106" v="1261" actId="1076"/>
          <ac:spMkLst>
            <pc:docMk/>
            <pc:sldMk cId="1631311814" sldId="427"/>
            <ac:spMk id="20" creationId="{48F71AA0-4E2D-4A7C-8216-310D0DC74CA6}"/>
          </ac:spMkLst>
        </pc:spChg>
        <pc:spChg chg="add mod">
          <ac:chgData name="Cao Lam Tung 20222709" userId="ce9674a6-c058-496c-88bf-33b32ed75606" providerId="ADAL" clId="{713115DA-3C35-4034-938B-A4A1C55AA9E1}" dt="2025-03-08T11:13:15.891" v="1296" actId="1076"/>
          <ac:spMkLst>
            <pc:docMk/>
            <pc:sldMk cId="1631311814" sldId="427"/>
            <ac:spMk id="23" creationId="{4E11AEA1-C81B-5504-8AC7-BAB973047DF0}"/>
          </ac:spMkLst>
        </pc:spChg>
        <pc:spChg chg="del">
          <ac:chgData name="Cao Lam Tung 20222709" userId="ce9674a6-c058-496c-88bf-33b32ed75606" providerId="ADAL" clId="{713115DA-3C35-4034-938B-A4A1C55AA9E1}" dt="2025-03-08T09:50:56.343" v="753" actId="478"/>
          <ac:spMkLst>
            <pc:docMk/>
            <pc:sldMk cId="1631311814" sldId="427"/>
            <ac:spMk id="29" creationId="{C34A082E-0EE2-44CB-DA32-8C3C174D009B}"/>
          </ac:spMkLst>
        </pc:spChg>
        <pc:spChg chg="del mod">
          <ac:chgData name="Cao Lam Tung 20222709" userId="ce9674a6-c058-496c-88bf-33b32ed75606" providerId="ADAL" clId="{713115DA-3C35-4034-938B-A4A1C55AA9E1}" dt="2025-03-08T11:06:32.874" v="1053" actId="478"/>
          <ac:spMkLst>
            <pc:docMk/>
            <pc:sldMk cId="1631311814" sldId="427"/>
            <ac:spMk id="32" creationId="{AB9BB417-D47F-E38B-08BD-036B430E8AC8}"/>
          </ac:spMkLst>
        </pc:spChg>
        <pc:picChg chg="add del mod ord">
          <ac:chgData name="Cao Lam Tung 20222709" userId="ce9674a6-c058-496c-88bf-33b32ed75606" providerId="ADAL" clId="{713115DA-3C35-4034-938B-A4A1C55AA9E1}" dt="2025-03-08T11:04:49.177" v="1036" actId="478"/>
          <ac:picMkLst>
            <pc:docMk/>
            <pc:sldMk cId="1631311814" sldId="427"/>
            <ac:picMk id="5" creationId="{24CAD1A5-02F4-9271-8191-7DCDEE24A81C}"/>
          </ac:picMkLst>
        </pc:picChg>
        <pc:picChg chg="add mod">
          <ac:chgData name="Cao Lam Tung 20222709" userId="ce9674a6-c058-496c-88bf-33b32ed75606" providerId="ADAL" clId="{713115DA-3C35-4034-938B-A4A1C55AA9E1}" dt="2025-03-08T11:05:15.742" v="1051" actId="1076"/>
          <ac:picMkLst>
            <pc:docMk/>
            <pc:sldMk cId="1631311814" sldId="427"/>
            <ac:picMk id="9" creationId="{7AF4C3F5-9BD2-5B26-EF1A-22786B906AFC}"/>
          </ac:picMkLst>
        </pc:picChg>
        <pc:picChg chg="add del mod">
          <ac:chgData name="Cao Lam Tung 20222709" userId="ce9674a6-c058-496c-88bf-33b32ed75606" providerId="ADAL" clId="{713115DA-3C35-4034-938B-A4A1C55AA9E1}" dt="2025-03-08T11:06:18.971" v="1052" actId="478"/>
          <ac:picMkLst>
            <pc:docMk/>
            <pc:sldMk cId="1631311814" sldId="427"/>
            <ac:picMk id="12" creationId="{C8CD857B-F129-5337-567D-C1F2BE5DC02D}"/>
          </ac:picMkLst>
        </pc:picChg>
        <pc:picChg chg="del">
          <ac:chgData name="Cao Lam Tung 20222709" userId="ce9674a6-c058-496c-88bf-33b32ed75606" providerId="ADAL" clId="{713115DA-3C35-4034-938B-A4A1C55AA9E1}" dt="2025-03-08T09:50:54.170" v="750" actId="478"/>
          <ac:picMkLst>
            <pc:docMk/>
            <pc:sldMk cId="1631311814" sldId="427"/>
            <ac:picMk id="13" creationId="{E676F61B-3931-F897-CCB2-D32BFAC92F87}"/>
          </ac:picMkLst>
        </pc:picChg>
        <pc:picChg chg="del">
          <ac:chgData name="Cao Lam Tung 20222709" userId="ce9674a6-c058-496c-88bf-33b32ed75606" providerId="ADAL" clId="{713115DA-3C35-4034-938B-A4A1C55AA9E1}" dt="2025-03-08T09:50:54.499" v="751" actId="478"/>
          <ac:picMkLst>
            <pc:docMk/>
            <pc:sldMk cId="1631311814" sldId="427"/>
            <ac:picMk id="15" creationId="{AEC9952A-B7B3-58B5-CEF4-980ADAA01B09}"/>
          </ac:picMkLst>
        </pc:picChg>
        <pc:picChg chg="add mod ord">
          <ac:chgData name="Cao Lam Tung 20222709" userId="ce9674a6-c058-496c-88bf-33b32ed75606" providerId="ADAL" clId="{713115DA-3C35-4034-938B-A4A1C55AA9E1}" dt="2025-03-08T11:09:59.481" v="1180" actId="1076"/>
          <ac:picMkLst>
            <pc:docMk/>
            <pc:sldMk cId="1631311814" sldId="427"/>
            <ac:picMk id="17" creationId="{B47E614A-ADD6-3CF5-1277-1C78C8400C12}"/>
          </ac:picMkLst>
        </pc:picChg>
        <pc:picChg chg="add mod">
          <ac:chgData name="Cao Lam Tung 20222709" userId="ce9674a6-c058-496c-88bf-33b32ed75606" providerId="ADAL" clId="{713115DA-3C35-4034-938B-A4A1C55AA9E1}" dt="2025-03-08T11:13:02.474" v="1265" actId="1076"/>
          <ac:picMkLst>
            <pc:docMk/>
            <pc:sldMk cId="1631311814" sldId="427"/>
            <ac:picMk id="22" creationId="{149B11EA-1C42-D92F-0338-BA6284E6FAB7}"/>
          </ac:picMkLst>
        </pc:picChg>
        <pc:picChg chg="del mod ord">
          <ac:chgData name="Cao Lam Tung 20222709" userId="ce9674a6-c058-496c-88bf-33b32ed75606" providerId="ADAL" clId="{713115DA-3C35-4034-938B-A4A1C55AA9E1}" dt="2025-03-08T09:54:01.808" v="767" actId="478"/>
          <ac:picMkLst>
            <pc:docMk/>
            <pc:sldMk cId="1631311814" sldId="427"/>
            <ac:picMk id="31" creationId="{3D188253-35D8-268F-CDE0-4DBB2933DC0D}"/>
          </ac:picMkLst>
        </pc:picChg>
        <pc:cxnChg chg="del">
          <ac:chgData name="Cao Lam Tung 20222709" userId="ce9674a6-c058-496c-88bf-33b32ed75606" providerId="ADAL" clId="{713115DA-3C35-4034-938B-A4A1C55AA9E1}" dt="2025-03-08T09:50:58.557" v="754" actId="478"/>
          <ac:cxnSpMkLst>
            <pc:docMk/>
            <pc:sldMk cId="1631311814" sldId="427"/>
            <ac:cxnSpMk id="36" creationId="{F4E6274B-2BE7-FDEA-A40C-5C366755C000}"/>
          </ac:cxnSpMkLst>
        </pc:cxnChg>
      </pc:sldChg>
      <pc:sldChg chg="addSp delSp modSp add mod ord">
        <pc:chgData name="Cao Lam Tung 20222709" userId="ce9674a6-c058-496c-88bf-33b32ed75606" providerId="ADAL" clId="{713115DA-3C35-4034-938B-A4A1C55AA9E1}" dt="2025-03-08T10:34:04.750" v="1016" actId="12"/>
        <pc:sldMkLst>
          <pc:docMk/>
          <pc:sldMk cId="1666929767" sldId="428"/>
        </pc:sldMkLst>
        <pc:spChg chg="mod">
          <ac:chgData name="Cao Lam Tung 20222709" userId="ce9674a6-c058-496c-88bf-33b32ed75606" providerId="ADAL" clId="{713115DA-3C35-4034-938B-A4A1C55AA9E1}" dt="2025-03-08T10:31:30.034" v="1015" actId="20577"/>
          <ac:spMkLst>
            <pc:docMk/>
            <pc:sldMk cId="1666929767" sldId="428"/>
            <ac:spMk id="2" creationId="{F91310EE-4B69-9868-CD54-9A87DA5E9EC0}"/>
          </ac:spMkLst>
        </pc:spChg>
        <pc:spChg chg="add mod">
          <ac:chgData name="Cao Lam Tung 20222709" userId="ce9674a6-c058-496c-88bf-33b32ed75606" providerId="ADAL" clId="{713115DA-3C35-4034-938B-A4A1C55AA9E1}" dt="2025-03-08T10:34:04.750" v="1016" actId="12"/>
          <ac:spMkLst>
            <pc:docMk/>
            <pc:sldMk cId="1666929767" sldId="428"/>
            <ac:spMk id="3" creationId="{C80253CA-D5E0-0B93-588D-ADB7099FEEB1}"/>
          </ac:spMkLst>
        </pc:spChg>
        <pc:spChg chg="mod">
          <ac:chgData name="Cao Lam Tung 20222709" userId="ce9674a6-c058-496c-88bf-33b32ed75606" providerId="ADAL" clId="{713115DA-3C35-4034-938B-A4A1C55AA9E1}" dt="2025-03-08T10:25:14.255" v="823" actId="1076"/>
          <ac:spMkLst>
            <pc:docMk/>
            <pc:sldMk cId="1666929767" sldId="428"/>
            <ac:spMk id="32" creationId="{A5A02693-78BD-0C09-1AB6-C72CA76A3C93}"/>
          </ac:spMkLst>
        </pc:spChg>
        <pc:picChg chg="mod">
          <ac:chgData name="Cao Lam Tung 20222709" userId="ce9674a6-c058-496c-88bf-33b32ed75606" providerId="ADAL" clId="{713115DA-3C35-4034-938B-A4A1C55AA9E1}" dt="2025-03-08T10:25:12.721" v="822" actId="1076"/>
          <ac:picMkLst>
            <pc:docMk/>
            <pc:sldMk cId="1666929767" sldId="428"/>
            <ac:picMk id="5" creationId="{F8AC390A-7362-FDF9-8F30-EC2E6CE9F49F}"/>
          </ac:picMkLst>
        </pc:picChg>
        <pc:picChg chg="mod">
          <ac:chgData name="Cao Lam Tung 20222709" userId="ce9674a6-c058-496c-88bf-33b32ed75606" providerId="ADAL" clId="{713115DA-3C35-4034-938B-A4A1C55AA9E1}" dt="2025-03-08T10:25:17.181" v="824" actId="1076"/>
          <ac:picMkLst>
            <pc:docMk/>
            <pc:sldMk cId="1666929767" sldId="428"/>
            <ac:picMk id="9" creationId="{0AB0A9E9-6C22-7217-CD4D-9882E162D514}"/>
          </ac:picMkLst>
        </pc:picChg>
        <pc:picChg chg="del">
          <ac:chgData name="Cao Lam Tung 20222709" userId="ce9674a6-c058-496c-88bf-33b32ed75606" providerId="ADAL" clId="{713115DA-3C35-4034-938B-A4A1C55AA9E1}" dt="2025-03-08T10:21:07.145" v="820" actId="478"/>
          <ac:picMkLst>
            <pc:docMk/>
            <pc:sldMk cId="1666929767" sldId="428"/>
            <ac:picMk id="12" creationId="{D874F6AF-1B78-40A9-5215-3C8D2A4ACA15}"/>
          </ac:picMkLst>
        </pc:picChg>
      </pc:sldChg>
      <pc:sldChg chg="addSp delSp modSp add mod modNotesTx">
        <pc:chgData name="Cao Lam Tung 20222709" userId="ce9674a6-c058-496c-88bf-33b32ed75606" providerId="ADAL" clId="{713115DA-3C35-4034-938B-A4A1C55AA9E1}" dt="2025-03-08T11:47:28.731" v="1503" actId="1582"/>
        <pc:sldMkLst>
          <pc:docMk/>
          <pc:sldMk cId="575922933" sldId="429"/>
        </pc:sldMkLst>
        <pc:spChg chg="mod">
          <ac:chgData name="Cao Lam Tung 20222709" userId="ce9674a6-c058-496c-88bf-33b32ed75606" providerId="ADAL" clId="{713115DA-3C35-4034-938B-A4A1C55AA9E1}" dt="2025-03-08T11:28:56.599" v="1354" actId="20577"/>
          <ac:spMkLst>
            <pc:docMk/>
            <pc:sldMk cId="575922933" sldId="429"/>
            <ac:spMk id="6" creationId="{26A0FCA6-4B1D-B284-34D8-A0CF60BECB82}"/>
          </ac:spMkLst>
        </pc:spChg>
        <pc:spChg chg="add mod">
          <ac:chgData name="Cao Lam Tung 20222709" userId="ce9674a6-c058-496c-88bf-33b32ed75606" providerId="ADAL" clId="{713115DA-3C35-4034-938B-A4A1C55AA9E1}" dt="2025-03-08T11:46:06.012" v="1490" actId="20577"/>
          <ac:spMkLst>
            <pc:docMk/>
            <pc:sldMk cId="575922933" sldId="429"/>
            <ac:spMk id="8" creationId="{7F6204BB-8C99-0BCB-82B8-3F1C8E473988}"/>
          </ac:spMkLst>
        </pc:spChg>
        <pc:spChg chg="add mod ord">
          <ac:chgData name="Cao Lam Tung 20222709" userId="ce9674a6-c058-496c-88bf-33b32ed75606" providerId="ADAL" clId="{713115DA-3C35-4034-938B-A4A1C55AA9E1}" dt="2025-03-08T11:47:28.731" v="1503" actId="1582"/>
          <ac:spMkLst>
            <pc:docMk/>
            <pc:sldMk cId="575922933" sldId="429"/>
            <ac:spMk id="12" creationId="{E436B4DD-DD0D-07CF-DA39-88910D2CAA07}"/>
          </ac:spMkLst>
        </pc:spChg>
        <pc:spChg chg="mod">
          <ac:chgData name="Cao Lam Tung 20222709" userId="ce9674a6-c058-496c-88bf-33b32ed75606" providerId="ADAL" clId="{713115DA-3C35-4034-938B-A4A1C55AA9E1}" dt="2025-03-08T11:44:23.014" v="1458" actId="255"/>
          <ac:spMkLst>
            <pc:docMk/>
            <pc:sldMk cId="575922933" sldId="429"/>
            <ac:spMk id="18" creationId="{E23E1FD6-2CB9-C59A-C70E-AD4844496CEF}"/>
          </ac:spMkLst>
        </pc:spChg>
        <pc:spChg chg="del">
          <ac:chgData name="Cao Lam Tung 20222709" userId="ce9674a6-c058-496c-88bf-33b32ed75606" providerId="ADAL" clId="{713115DA-3C35-4034-938B-A4A1C55AA9E1}" dt="2025-03-08T11:38:58.006" v="1357" actId="478"/>
          <ac:spMkLst>
            <pc:docMk/>
            <pc:sldMk cId="575922933" sldId="429"/>
            <ac:spMk id="19" creationId="{A578B355-84DB-B02C-89DB-355E83AF6BAD}"/>
          </ac:spMkLst>
        </pc:spChg>
        <pc:spChg chg="del">
          <ac:chgData name="Cao Lam Tung 20222709" userId="ce9674a6-c058-496c-88bf-33b32ed75606" providerId="ADAL" clId="{713115DA-3C35-4034-938B-A4A1C55AA9E1}" dt="2025-03-08T11:46:44.297" v="1494" actId="478"/>
          <ac:spMkLst>
            <pc:docMk/>
            <pc:sldMk cId="575922933" sldId="429"/>
            <ac:spMk id="20" creationId="{BDDC1CB9-61B7-8615-4F18-D8A10039C420}"/>
          </ac:spMkLst>
        </pc:spChg>
        <pc:spChg chg="mod">
          <ac:chgData name="Cao Lam Tung 20222709" userId="ce9674a6-c058-496c-88bf-33b32ed75606" providerId="ADAL" clId="{713115DA-3C35-4034-938B-A4A1C55AA9E1}" dt="2025-03-08T11:39:05.897" v="1362" actId="1076"/>
          <ac:spMkLst>
            <pc:docMk/>
            <pc:sldMk cId="575922933" sldId="429"/>
            <ac:spMk id="23" creationId="{510B87E6-DA4F-2456-DC48-3AE7449AAE44}"/>
          </ac:spMkLst>
        </pc:spChg>
        <pc:picChg chg="add mod">
          <ac:chgData name="Cao Lam Tung 20222709" userId="ce9674a6-c058-496c-88bf-33b32ed75606" providerId="ADAL" clId="{713115DA-3C35-4034-938B-A4A1C55AA9E1}" dt="2025-03-08T11:39:02.974" v="1361" actId="1076"/>
          <ac:picMkLst>
            <pc:docMk/>
            <pc:sldMk cId="575922933" sldId="429"/>
            <ac:picMk id="5" creationId="{00076863-B804-EE5A-99BC-15DEA696132E}"/>
          </ac:picMkLst>
        </pc:picChg>
        <pc:picChg chg="del">
          <ac:chgData name="Cao Lam Tung 20222709" userId="ce9674a6-c058-496c-88bf-33b32ed75606" providerId="ADAL" clId="{713115DA-3C35-4034-938B-A4A1C55AA9E1}" dt="2025-03-08T11:38:58.726" v="1358" actId="478"/>
          <ac:picMkLst>
            <pc:docMk/>
            <pc:sldMk cId="575922933" sldId="429"/>
            <ac:picMk id="9" creationId="{93F0DB97-EB75-5DA5-C535-DEE74B4CB333}"/>
          </ac:picMkLst>
        </pc:picChg>
        <pc:picChg chg="add mod">
          <ac:chgData name="Cao Lam Tung 20222709" userId="ce9674a6-c058-496c-88bf-33b32ed75606" providerId="ADAL" clId="{713115DA-3C35-4034-938B-A4A1C55AA9E1}" dt="2025-03-08T11:47:08.279" v="1499" actId="1076"/>
          <ac:picMkLst>
            <pc:docMk/>
            <pc:sldMk cId="575922933" sldId="429"/>
            <ac:picMk id="11" creationId="{05BF2D70-EE3E-AC47-2F0A-0E06EFE1F762}"/>
          </ac:picMkLst>
        </pc:picChg>
        <pc:picChg chg="del">
          <ac:chgData name="Cao Lam Tung 20222709" userId="ce9674a6-c058-496c-88bf-33b32ed75606" providerId="ADAL" clId="{713115DA-3C35-4034-938B-A4A1C55AA9E1}" dt="2025-03-08T11:38:56.904" v="1356" actId="478"/>
          <ac:picMkLst>
            <pc:docMk/>
            <pc:sldMk cId="575922933" sldId="429"/>
            <ac:picMk id="17" creationId="{B36ABB2B-D7A9-8116-9207-5B04F3FC9C9F}"/>
          </ac:picMkLst>
        </pc:picChg>
        <pc:picChg chg="del">
          <ac:chgData name="Cao Lam Tung 20222709" userId="ce9674a6-c058-496c-88bf-33b32ed75606" providerId="ADAL" clId="{713115DA-3C35-4034-938B-A4A1C55AA9E1}" dt="2025-03-08T11:39:00.362" v="1359" actId="478"/>
          <ac:picMkLst>
            <pc:docMk/>
            <pc:sldMk cId="575922933" sldId="429"/>
            <ac:picMk id="22" creationId="{84B7F4D4-BBFB-9B91-3A91-9377FD43F332}"/>
          </ac:picMkLst>
        </pc:picChg>
      </pc:sldChg>
      <pc:sldChg chg="addSp delSp modSp add mod">
        <pc:chgData name="Cao Lam Tung 20222709" userId="ce9674a6-c058-496c-88bf-33b32ed75606" providerId="ADAL" clId="{713115DA-3C35-4034-938B-A4A1C55AA9E1}" dt="2025-03-08T14:36:13.679" v="1817" actId="20577"/>
        <pc:sldMkLst>
          <pc:docMk/>
          <pc:sldMk cId="2723113355" sldId="430"/>
        </pc:sldMkLst>
        <pc:spChg chg="mod">
          <ac:chgData name="Cao Lam Tung 20222709" userId="ce9674a6-c058-496c-88bf-33b32ed75606" providerId="ADAL" clId="{713115DA-3C35-4034-938B-A4A1C55AA9E1}" dt="2025-03-08T14:36:13.679" v="1817" actId="20577"/>
          <ac:spMkLst>
            <pc:docMk/>
            <pc:sldMk cId="2723113355" sldId="430"/>
            <ac:spMk id="2" creationId="{A880378D-83D5-8816-DDF0-3F56D3C83AEF}"/>
          </ac:spMkLst>
        </pc:spChg>
        <pc:spChg chg="mod">
          <ac:chgData name="Cao Lam Tung 20222709" userId="ce9674a6-c058-496c-88bf-33b32ed75606" providerId="ADAL" clId="{713115DA-3C35-4034-938B-A4A1C55AA9E1}" dt="2025-03-08T14:11:08.221" v="1533" actId="20577"/>
          <ac:spMkLst>
            <pc:docMk/>
            <pc:sldMk cId="2723113355" sldId="430"/>
            <ac:spMk id="6" creationId="{579C3DB4-6EC8-1739-E614-1372983B7AEB}"/>
          </ac:spMkLst>
        </pc:spChg>
        <pc:spChg chg="del">
          <ac:chgData name="Cao Lam Tung 20222709" userId="ce9674a6-c058-496c-88bf-33b32ed75606" providerId="ADAL" clId="{713115DA-3C35-4034-938B-A4A1C55AA9E1}" dt="2025-03-08T14:10:19.233" v="1520" actId="478"/>
          <ac:spMkLst>
            <pc:docMk/>
            <pc:sldMk cId="2723113355" sldId="430"/>
            <ac:spMk id="8" creationId="{5665A5D1-14CE-0E25-0334-BB34D1C9DF2E}"/>
          </ac:spMkLst>
        </pc:spChg>
        <pc:spChg chg="add mod">
          <ac:chgData name="Cao Lam Tung 20222709" userId="ce9674a6-c058-496c-88bf-33b32ed75606" providerId="ADAL" clId="{713115DA-3C35-4034-938B-A4A1C55AA9E1}" dt="2025-03-08T14:36:06.627" v="1813" actId="20577"/>
          <ac:spMkLst>
            <pc:docMk/>
            <pc:sldMk cId="2723113355" sldId="430"/>
            <ac:spMk id="9" creationId="{B326D880-6C68-3DD6-F576-196ED757911E}"/>
          </ac:spMkLst>
        </pc:spChg>
        <pc:spChg chg="mod">
          <ac:chgData name="Cao Lam Tung 20222709" userId="ce9674a6-c058-496c-88bf-33b32ed75606" providerId="ADAL" clId="{713115DA-3C35-4034-938B-A4A1C55AA9E1}" dt="2025-03-08T14:14:16.385" v="1688" actId="14100"/>
          <ac:spMkLst>
            <pc:docMk/>
            <pc:sldMk cId="2723113355" sldId="430"/>
            <ac:spMk id="12" creationId="{7404C341-134F-A4B6-984A-D9BAD29D935C}"/>
          </ac:spMkLst>
        </pc:spChg>
        <pc:spChg chg="add mod">
          <ac:chgData name="Cao Lam Tung 20222709" userId="ce9674a6-c058-496c-88bf-33b32ed75606" providerId="ADAL" clId="{713115DA-3C35-4034-938B-A4A1C55AA9E1}" dt="2025-03-08T14:15:50.416" v="1703" actId="1076"/>
          <ac:spMkLst>
            <pc:docMk/>
            <pc:sldMk cId="2723113355" sldId="430"/>
            <ac:spMk id="16" creationId="{81F7711F-380E-5940-5F1A-86659D7E9A6B}"/>
          </ac:spMkLst>
        </pc:spChg>
        <pc:spChg chg="del">
          <ac:chgData name="Cao Lam Tung 20222709" userId="ce9674a6-c058-496c-88bf-33b32ed75606" providerId="ADAL" clId="{713115DA-3C35-4034-938B-A4A1C55AA9E1}" dt="2025-03-08T14:10:17.189" v="1518" actId="478"/>
          <ac:spMkLst>
            <pc:docMk/>
            <pc:sldMk cId="2723113355" sldId="430"/>
            <ac:spMk id="18" creationId="{0CD19D8F-21C2-841E-BB1C-43822171F659}"/>
          </ac:spMkLst>
        </pc:spChg>
        <pc:spChg chg="del">
          <ac:chgData name="Cao Lam Tung 20222709" userId="ce9674a6-c058-496c-88bf-33b32ed75606" providerId="ADAL" clId="{713115DA-3C35-4034-938B-A4A1C55AA9E1}" dt="2025-03-08T14:10:20.149" v="1521" actId="478"/>
          <ac:spMkLst>
            <pc:docMk/>
            <pc:sldMk cId="2723113355" sldId="430"/>
            <ac:spMk id="23" creationId="{C064A32B-E6F6-711B-0135-992B4789D8A8}"/>
          </ac:spMkLst>
        </pc:spChg>
        <pc:picChg chg="del">
          <ac:chgData name="Cao Lam Tung 20222709" userId="ce9674a6-c058-496c-88bf-33b32ed75606" providerId="ADAL" clId="{713115DA-3C35-4034-938B-A4A1C55AA9E1}" dt="2025-03-08T14:10:18.365" v="1519" actId="478"/>
          <ac:picMkLst>
            <pc:docMk/>
            <pc:sldMk cId="2723113355" sldId="430"/>
            <ac:picMk id="5" creationId="{7D541981-168A-2185-DC6A-2C95860DC68E}"/>
          </ac:picMkLst>
        </pc:picChg>
        <pc:picChg chg="del">
          <ac:chgData name="Cao Lam Tung 20222709" userId="ce9674a6-c058-496c-88bf-33b32ed75606" providerId="ADAL" clId="{713115DA-3C35-4034-938B-A4A1C55AA9E1}" dt="2025-03-08T14:14:03.062" v="1683" actId="478"/>
          <ac:picMkLst>
            <pc:docMk/>
            <pc:sldMk cId="2723113355" sldId="430"/>
            <ac:picMk id="11" creationId="{94378C3B-2811-A865-7EB5-1D0562DA8910}"/>
          </ac:picMkLst>
        </pc:picChg>
        <pc:picChg chg="add mod">
          <ac:chgData name="Cao Lam Tung 20222709" userId="ce9674a6-c058-496c-88bf-33b32ed75606" providerId="ADAL" clId="{713115DA-3C35-4034-938B-A4A1C55AA9E1}" dt="2025-03-08T14:14:00.456" v="1682" actId="1076"/>
          <ac:picMkLst>
            <pc:docMk/>
            <pc:sldMk cId="2723113355" sldId="430"/>
            <ac:picMk id="13" creationId="{C0DD1261-8DEE-74B6-6254-9D6FF5B65AB5}"/>
          </ac:picMkLst>
        </pc:picChg>
        <pc:picChg chg="add mod">
          <ac:chgData name="Cao Lam Tung 20222709" userId="ce9674a6-c058-496c-88bf-33b32ed75606" providerId="ADAL" clId="{713115DA-3C35-4034-938B-A4A1C55AA9E1}" dt="2025-03-08T14:14:24.975" v="1689" actId="1076"/>
          <ac:picMkLst>
            <pc:docMk/>
            <pc:sldMk cId="2723113355" sldId="430"/>
            <ac:picMk id="15" creationId="{70C76EA4-85C8-39EE-EF81-013FA8C9198F}"/>
          </ac:picMkLst>
        </pc:picChg>
      </pc:sldChg>
    </pc:docChg>
  </pc:docChgLst>
  <pc:docChgLst>
    <pc:chgData name="Cao Lam Tung 20222709" userId="ce9674a6-c058-496c-88bf-33b32ed75606" providerId="ADAL" clId="{59C245AA-3E57-4BD3-8E2D-0701251E041C}"/>
    <pc:docChg chg="undo custSel addSld modSld sldOrd">
      <pc:chgData name="Cao Lam Tung 20222709" userId="ce9674a6-c058-496c-88bf-33b32ed75606" providerId="ADAL" clId="{59C245AA-3E57-4BD3-8E2D-0701251E041C}" dt="2024-04-10T14:27:09.552" v="1905" actId="20577"/>
      <pc:docMkLst>
        <pc:docMk/>
      </pc:docMkLst>
      <pc:sldChg chg="addSp delSp modSp mod">
        <pc:chgData name="Cao Lam Tung 20222709" userId="ce9674a6-c058-496c-88bf-33b32ed75606" providerId="ADAL" clId="{59C245AA-3E57-4BD3-8E2D-0701251E041C}" dt="2024-04-02T13:57:11.298" v="51" actId="478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59C245AA-3E57-4BD3-8E2D-0701251E041C}" dt="2024-04-10T14:01:45.579" v="1895" actId="20577"/>
        <pc:sldMkLst>
          <pc:docMk/>
          <pc:sldMk cId="3629502066" sldId="327"/>
        </pc:sldMkLst>
      </pc:sldChg>
      <pc:sldChg chg="modSp mod">
        <pc:chgData name="Cao Lam Tung 20222709" userId="ce9674a6-c058-496c-88bf-33b32ed75606" providerId="ADAL" clId="{59C245AA-3E57-4BD3-8E2D-0701251E041C}" dt="2024-04-06T03:50:43.762" v="186" actId="14100"/>
        <pc:sldMkLst>
          <pc:docMk/>
          <pc:sldMk cId="960568514" sldId="329"/>
        </pc:sldMkLst>
      </pc:sldChg>
      <pc:sldChg chg="modSp mod">
        <pc:chgData name="Cao Lam Tung 20222709" userId="ce9674a6-c058-496c-88bf-33b32ed75606" providerId="ADAL" clId="{59C245AA-3E57-4BD3-8E2D-0701251E041C}" dt="2024-04-10T14:11:27.784" v="1897" actId="1076"/>
        <pc:sldMkLst>
          <pc:docMk/>
          <pc:sldMk cId="2374838604" sldId="330"/>
        </pc:sldMkLst>
      </pc:sldChg>
      <pc:sldChg chg="ord">
        <pc:chgData name="Cao Lam Tung 20222709" userId="ce9674a6-c058-496c-88bf-33b32ed75606" providerId="ADAL" clId="{59C245AA-3E57-4BD3-8E2D-0701251E041C}" dt="2024-04-10T09:52:50.596" v="1508"/>
        <pc:sldMkLst>
          <pc:docMk/>
          <pc:sldMk cId="3277081014" sldId="331"/>
        </pc:sldMkLst>
      </pc:sldChg>
      <pc:sldChg chg="modSp mod">
        <pc:chgData name="Cao Lam Tung 20222709" userId="ce9674a6-c058-496c-88bf-33b32ed75606" providerId="ADAL" clId="{59C245AA-3E57-4BD3-8E2D-0701251E041C}" dt="2024-04-10T14:12:18.291" v="1898" actId="14100"/>
        <pc:sldMkLst>
          <pc:docMk/>
          <pc:sldMk cId="1778810197" sldId="332"/>
        </pc:sldMkLst>
      </pc:sldChg>
      <pc:sldChg chg="addSp delSp modSp mod">
        <pc:chgData name="Cao Lam Tung 20222709" userId="ce9674a6-c058-496c-88bf-33b32ed75606" providerId="ADAL" clId="{59C245AA-3E57-4BD3-8E2D-0701251E041C}" dt="2024-04-10T13:43:30.660" v="1861" actId="20577"/>
        <pc:sldMkLst>
          <pc:docMk/>
          <pc:sldMk cId="2994529451" sldId="334"/>
        </pc:sldMkLst>
      </pc:sldChg>
      <pc:sldChg chg="modSp">
        <pc:chgData name="Cao Lam Tung 20222709" userId="ce9674a6-c058-496c-88bf-33b32ed75606" providerId="ADAL" clId="{59C245AA-3E57-4BD3-8E2D-0701251E041C}" dt="2024-04-01T14:56:14.318" v="42" actId="20577"/>
        <pc:sldMkLst>
          <pc:docMk/>
          <pc:sldMk cId="154274497" sldId="335"/>
        </pc:sldMkLst>
      </pc:sldChg>
      <pc:sldChg chg="modSp mod">
        <pc:chgData name="Cao Lam Tung 20222709" userId="ce9674a6-c058-496c-88bf-33b32ed75606" providerId="ADAL" clId="{59C245AA-3E57-4BD3-8E2D-0701251E041C}" dt="2024-04-08T14:50:48.468" v="1227" actId="14100"/>
        <pc:sldMkLst>
          <pc:docMk/>
          <pc:sldMk cId="3620825576" sldId="336"/>
        </pc:sldMkLst>
      </pc:sldChg>
      <pc:sldChg chg="modSp mod">
        <pc:chgData name="Cao Lam Tung 20222709" userId="ce9674a6-c058-496c-88bf-33b32ed75606" providerId="ADAL" clId="{59C245AA-3E57-4BD3-8E2D-0701251E041C}" dt="2024-04-01T14:59:40.805" v="45" actId="5793"/>
        <pc:sldMkLst>
          <pc:docMk/>
          <pc:sldMk cId="3520922490" sldId="337"/>
        </pc:sldMkLst>
      </pc:sldChg>
      <pc:sldChg chg="modSp mod">
        <pc:chgData name="Cao Lam Tung 20222709" userId="ce9674a6-c058-496c-88bf-33b32ed75606" providerId="ADAL" clId="{59C245AA-3E57-4BD3-8E2D-0701251E041C}" dt="2024-04-10T14:25:14.371" v="1900" actId="20577"/>
        <pc:sldMkLst>
          <pc:docMk/>
          <pc:sldMk cId="3055845051" sldId="338"/>
        </pc:sldMkLst>
      </pc:sldChg>
      <pc:sldChg chg="modSp mod modNotesTx">
        <pc:chgData name="Cao Lam Tung 20222709" userId="ce9674a6-c058-496c-88bf-33b32ed75606" providerId="ADAL" clId="{59C245AA-3E57-4BD3-8E2D-0701251E041C}" dt="2024-04-10T14:23:26.622" v="1899" actId="20577"/>
        <pc:sldMkLst>
          <pc:docMk/>
          <pc:sldMk cId="3331722372" sldId="340"/>
        </pc:sldMkLst>
      </pc:sldChg>
      <pc:sldChg chg="modSp mod">
        <pc:chgData name="Cao Lam Tung 20222709" userId="ce9674a6-c058-496c-88bf-33b32ed75606" providerId="ADAL" clId="{59C245AA-3E57-4BD3-8E2D-0701251E041C}" dt="2024-04-08T15:05:49.187" v="1299" actId="20577"/>
        <pc:sldMkLst>
          <pc:docMk/>
          <pc:sldMk cId="2381576624" sldId="341"/>
        </pc:sldMkLst>
      </pc:sldChg>
      <pc:sldChg chg="modSp mod">
        <pc:chgData name="Cao Lam Tung 20222709" userId="ce9674a6-c058-496c-88bf-33b32ed75606" providerId="ADAL" clId="{59C245AA-3E57-4BD3-8E2D-0701251E041C}" dt="2024-04-10T14:27:09.552" v="1905" actId="20577"/>
        <pc:sldMkLst>
          <pc:docMk/>
          <pc:sldMk cId="705244559" sldId="344"/>
        </pc:sldMkLst>
      </pc:sldChg>
      <pc:sldChg chg="delSp modSp mod">
        <pc:chgData name="Cao Lam Tung 20222709" userId="ce9674a6-c058-496c-88bf-33b32ed75606" providerId="ADAL" clId="{59C245AA-3E57-4BD3-8E2D-0701251E041C}" dt="2024-04-10T14:26:55.398" v="1904" actId="1076"/>
        <pc:sldMkLst>
          <pc:docMk/>
          <pc:sldMk cId="1478040463" sldId="345"/>
        </pc:sldMkLst>
      </pc:sldChg>
      <pc:sldChg chg="addSp delSp modSp mod">
        <pc:chgData name="Cao Lam Tung 20222709" userId="ce9674a6-c058-496c-88bf-33b32ed75606" providerId="ADAL" clId="{59C245AA-3E57-4BD3-8E2D-0701251E041C}" dt="2024-04-01T14:30:35.444" v="25" actId="1076"/>
        <pc:sldMkLst>
          <pc:docMk/>
          <pc:sldMk cId="960387769" sldId="346"/>
        </pc:sldMkLst>
      </pc:sldChg>
      <pc:sldChg chg="addSp delSp modSp mod">
        <pc:chgData name="Cao Lam Tung 20222709" userId="ce9674a6-c058-496c-88bf-33b32ed75606" providerId="ADAL" clId="{59C245AA-3E57-4BD3-8E2D-0701251E041C}" dt="2024-04-01T14:32:30.889" v="36" actId="1076"/>
        <pc:sldMkLst>
          <pc:docMk/>
          <pc:sldMk cId="395672225" sldId="347"/>
        </pc:sldMkLst>
      </pc:sldChg>
      <pc:sldChg chg="addSp delSp modSp add mod modNotesTx">
        <pc:chgData name="Cao Lam Tung 20222709" userId="ce9674a6-c058-496c-88bf-33b32ed75606" providerId="ADAL" clId="{59C245AA-3E57-4BD3-8E2D-0701251E041C}" dt="2024-04-08T14:44:36.766" v="1226" actId="20577"/>
        <pc:sldMkLst>
          <pc:docMk/>
          <pc:sldMk cId="3366579801" sldId="348"/>
        </pc:sldMkLst>
      </pc:sldChg>
      <pc:sldChg chg="addSp delSp modSp add mod">
        <pc:chgData name="Cao Lam Tung 20222709" userId="ce9674a6-c058-496c-88bf-33b32ed75606" providerId="ADAL" clId="{59C245AA-3E57-4BD3-8E2D-0701251E041C}" dt="2024-04-10T13:59:44.825" v="1891" actId="20577"/>
        <pc:sldMkLst>
          <pc:docMk/>
          <pc:sldMk cId="3961883896" sldId="349"/>
        </pc:sldMkLst>
      </pc:sldChg>
      <pc:sldChg chg="addSp delSp modSp add mod">
        <pc:chgData name="Cao Lam Tung 20222709" userId="ce9674a6-c058-496c-88bf-33b32ed75606" providerId="ADAL" clId="{59C245AA-3E57-4BD3-8E2D-0701251E041C}" dt="2024-04-10T13:45:33.147" v="1887" actId="20577"/>
        <pc:sldMkLst>
          <pc:docMk/>
          <pc:sldMk cId="222181308" sldId="350"/>
        </pc:sldMkLst>
      </pc:sldChg>
    </pc:docChg>
  </pc:docChgLst>
  <pc:docChgLst>
    <pc:chgData name="Cao Lam Tung 20222709" userId="ce9674a6-c058-496c-88bf-33b32ed75606" providerId="ADAL" clId="{4BE5D495-D1B2-4E35-BC6A-CFBD2A3E57D1}"/>
    <pc:docChg chg="undo custSel addSld delSld modSld sldOrd modSection">
      <pc:chgData name="Cao Lam Tung 20222709" userId="ce9674a6-c058-496c-88bf-33b32ed75606" providerId="ADAL" clId="{4BE5D495-D1B2-4E35-BC6A-CFBD2A3E57D1}" dt="2024-10-17T06:57:25.165" v="8110" actId="478"/>
      <pc:docMkLst>
        <pc:docMk/>
      </pc:docMkLst>
      <pc:sldChg chg="modSp mod">
        <pc:chgData name="Cao Lam Tung 20222709" userId="ce9674a6-c058-496c-88bf-33b32ed75606" providerId="ADAL" clId="{4BE5D495-D1B2-4E35-BC6A-CFBD2A3E57D1}" dt="2024-10-13T04:43:14.870" v="7205" actId="20577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4BE5D495-D1B2-4E35-BC6A-CFBD2A3E57D1}" dt="2024-10-09T02:21:20.422" v="2903" actId="20577"/>
        <pc:sldMkLst>
          <pc:docMk/>
          <pc:sldMk cId="3526839302" sldId="326"/>
        </pc:sldMkLst>
      </pc:sldChg>
      <pc:sldChg chg="modSp mod">
        <pc:chgData name="Cao Lam Tung 20222709" userId="ce9674a6-c058-496c-88bf-33b32ed75606" providerId="ADAL" clId="{4BE5D495-D1B2-4E35-BC6A-CFBD2A3E57D1}" dt="2024-10-06T10:18:06.954" v="2146" actId="20577"/>
        <pc:sldMkLst>
          <pc:docMk/>
          <pc:sldMk cId="3551375587" sldId="356"/>
        </pc:sldMkLst>
      </pc:sldChg>
      <pc:sldChg chg="addSp delSp modSp mod">
        <pc:chgData name="Cao Lam Tung 20222709" userId="ce9674a6-c058-496c-88bf-33b32ed75606" providerId="ADAL" clId="{4BE5D495-D1B2-4E35-BC6A-CFBD2A3E57D1}" dt="2024-10-16T03:17:07.316" v="8033"/>
        <pc:sldMkLst>
          <pc:docMk/>
          <pc:sldMk cId="587138075" sldId="358"/>
        </pc:sldMkLst>
      </pc:sldChg>
      <pc:sldChg chg="modSp mod">
        <pc:chgData name="Cao Lam Tung 20222709" userId="ce9674a6-c058-496c-88bf-33b32ed75606" providerId="ADAL" clId="{4BE5D495-D1B2-4E35-BC6A-CFBD2A3E57D1}" dt="2024-10-08T13:23:38.882" v="2687" actId="2711"/>
        <pc:sldMkLst>
          <pc:docMk/>
          <pc:sldMk cId="2191029587" sldId="360"/>
        </pc:sldMkLst>
      </pc:sldChg>
      <pc:sldChg chg="add">
        <pc:chgData name="Cao Lam Tung 20222709" userId="ce9674a6-c058-496c-88bf-33b32ed75606" providerId="ADAL" clId="{4BE5D495-D1B2-4E35-BC6A-CFBD2A3E57D1}" dt="2024-10-05T12:57:13.895" v="0"/>
        <pc:sldMkLst>
          <pc:docMk/>
          <pc:sldMk cId="2816176213" sldId="363"/>
        </pc:sldMkLst>
      </pc:sldChg>
      <pc:sldChg chg="addSp delSp modSp add mod">
        <pc:chgData name="Cao Lam Tung 20222709" userId="ce9674a6-c058-496c-88bf-33b32ed75606" providerId="ADAL" clId="{4BE5D495-D1B2-4E35-BC6A-CFBD2A3E57D1}" dt="2024-10-06T13:13:02.150" v="2684" actId="113"/>
        <pc:sldMkLst>
          <pc:docMk/>
          <pc:sldMk cId="254701598" sldId="364"/>
        </pc:sldMkLst>
      </pc:sldChg>
      <pc:sldChg chg="addSp delSp modSp add mod">
        <pc:chgData name="Cao Lam Tung 20222709" userId="ce9674a6-c058-496c-88bf-33b32ed75606" providerId="ADAL" clId="{4BE5D495-D1B2-4E35-BC6A-CFBD2A3E57D1}" dt="2024-10-06T09:54:52.570" v="2103" actId="1076"/>
        <pc:sldMkLst>
          <pc:docMk/>
          <pc:sldMk cId="102370313" sldId="365"/>
        </pc:sldMkLst>
      </pc:sldChg>
      <pc:sldChg chg="addSp delSp modSp add del mod">
        <pc:chgData name="Cao Lam Tung 20222709" userId="ce9674a6-c058-496c-88bf-33b32ed75606" providerId="ADAL" clId="{4BE5D495-D1B2-4E35-BC6A-CFBD2A3E57D1}" dt="2024-10-06T09:55:05.111" v="2104" actId="47"/>
        <pc:sldMkLst>
          <pc:docMk/>
          <pc:sldMk cId="1540358898" sldId="366"/>
        </pc:sldMkLst>
      </pc:sldChg>
      <pc:sldChg chg="add del">
        <pc:chgData name="Cao Lam Tung 20222709" userId="ce9674a6-c058-496c-88bf-33b32ed75606" providerId="ADAL" clId="{4BE5D495-D1B2-4E35-BC6A-CFBD2A3E57D1}" dt="2024-10-06T09:42:18.334" v="885"/>
        <pc:sldMkLst>
          <pc:docMk/>
          <pc:sldMk cId="1789308317" sldId="366"/>
        </pc:sldMkLst>
      </pc:sldChg>
      <pc:sldChg chg="addSp delSp modSp add mod">
        <pc:chgData name="Cao Lam Tung 20222709" userId="ce9674a6-c058-496c-88bf-33b32ed75606" providerId="ADAL" clId="{4BE5D495-D1B2-4E35-BC6A-CFBD2A3E57D1}" dt="2024-10-06T10:41:19.685" v="2681" actId="255"/>
        <pc:sldMkLst>
          <pc:docMk/>
          <pc:sldMk cId="4036185631" sldId="366"/>
        </pc:sldMkLst>
      </pc:sldChg>
      <pc:sldChg chg="addSp delSp modSp add del mod">
        <pc:chgData name="Cao Lam Tung 20222709" userId="ce9674a6-c058-496c-88bf-33b32ed75606" providerId="ADAL" clId="{4BE5D495-D1B2-4E35-BC6A-CFBD2A3E57D1}" dt="2024-10-08T13:32:02.593" v="2726" actId="47"/>
        <pc:sldMkLst>
          <pc:docMk/>
          <pc:sldMk cId="2692109009" sldId="367"/>
        </pc:sldMkLst>
      </pc:sldChg>
      <pc:sldChg chg="addSp modSp add mod">
        <pc:chgData name="Cao Lam Tung 20222709" userId="ce9674a6-c058-496c-88bf-33b32ed75606" providerId="ADAL" clId="{4BE5D495-D1B2-4E35-BC6A-CFBD2A3E57D1}" dt="2024-10-12T03:31:23.724" v="5172" actId="20577"/>
        <pc:sldMkLst>
          <pc:docMk/>
          <pc:sldMk cId="3802251741" sldId="367"/>
        </pc:sldMkLst>
      </pc:sldChg>
      <pc:sldChg chg="modSp add mod">
        <pc:chgData name="Cao Lam Tung 20222709" userId="ce9674a6-c058-496c-88bf-33b32ed75606" providerId="ADAL" clId="{4BE5D495-D1B2-4E35-BC6A-CFBD2A3E57D1}" dt="2024-10-13T04:43:21.420" v="7211" actId="20577"/>
        <pc:sldMkLst>
          <pc:docMk/>
          <pc:sldMk cId="3890700654" sldId="368"/>
        </pc:sldMkLst>
      </pc:sldChg>
      <pc:sldChg chg="modSp add mod">
        <pc:chgData name="Cao Lam Tung 20222709" userId="ce9674a6-c058-496c-88bf-33b32ed75606" providerId="ADAL" clId="{4BE5D495-D1B2-4E35-BC6A-CFBD2A3E57D1}" dt="2024-10-16T01:54:46.745" v="7367" actId="20577"/>
        <pc:sldMkLst>
          <pc:docMk/>
          <pc:sldMk cId="180464731" sldId="369"/>
        </pc:sldMkLst>
      </pc:sldChg>
      <pc:sldChg chg="addSp delSp modSp add mod">
        <pc:chgData name="Cao Lam Tung 20222709" userId="ce9674a6-c058-496c-88bf-33b32ed75606" providerId="ADAL" clId="{4BE5D495-D1B2-4E35-BC6A-CFBD2A3E57D1}" dt="2024-10-12T01:58:22.875" v="4128" actId="113"/>
        <pc:sldMkLst>
          <pc:docMk/>
          <pc:sldMk cId="2439579174" sldId="370"/>
        </pc:sldMkLst>
      </pc:sldChg>
      <pc:sldChg chg="addSp delSp modSp add del mod">
        <pc:chgData name="Cao Lam Tung 20222709" userId="ce9674a6-c058-496c-88bf-33b32ed75606" providerId="ADAL" clId="{4BE5D495-D1B2-4E35-BC6A-CFBD2A3E57D1}" dt="2024-10-12T02:35:46.400" v="4653" actId="113"/>
        <pc:sldMkLst>
          <pc:docMk/>
          <pc:sldMk cId="2584602691" sldId="371"/>
        </pc:sldMkLst>
      </pc:sldChg>
      <pc:sldChg chg="delSp new del mod">
        <pc:chgData name="Cao Lam Tung 20222709" userId="ce9674a6-c058-496c-88bf-33b32ed75606" providerId="ADAL" clId="{4BE5D495-D1B2-4E35-BC6A-CFBD2A3E57D1}" dt="2024-10-12T02:16:21.239" v="4376" actId="47"/>
        <pc:sldMkLst>
          <pc:docMk/>
          <pc:sldMk cId="831912484" sldId="372"/>
        </pc:sldMkLst>
      </pc:sldChg>
      <pc:sldChg chg="addSp delSp modSp add mod">
        <pc:chgData name="Cao Lam Tung 20222709" userId="ce9674a6-c058-496c-88bf-33b32ed75606" providerId="ADAL" clId="{4BE5D495-D1B2-4E35-BC6A-CFBD2A3E57D1}" dt="2024-10-13T12:53:34.543" v="7261" actId="113"/>
        <pc:sldMkLst>
          <pc:docMk/>
          <pc:sldMk cId="2644952547" sldId="372"/>
        </pc:sldMkLst>
      </pc:sldChg>
      <pc:sldChg chg="addSp delSp modSp add del mod">
        <pc:chgData name="Cao Lam Tung 20222709" userId="ce9674a6-c058-496c-88bf-33b32ed75606" providerId="ADAL" clId="{4BE5D495-D1B2-4E35-BC6A-CFBD2A3E57D1}" dt="2024-10-12T08:45:46.393" v="5671" actId="47"/>
        <pc:sldMkLst>
          <pc:docMk/>
          <pc:sldMk cId="1641559556" sldId="373"/>
        </pc:sldMkLst>
      </pc:sldChg>
      <pc:sldChg chg="add">
        <pc:chgData name="Cao Lam Tung 20222709" userId="ce9674a6-c058-496c-88bf-33b32ed75606" providerId="ADAL" clId="{4BE5D495-D1B2-4E35-BC6A-CFBD2A3E57D1}" dt="2024-10-12T04:24:07.409" v="5495"/>
        <pc:sldMkLst>
          <pc:docMk/>
          <pc:sldMk cId="984456682" sldId="374"/>
        </pc:sldMkLst>
      </pc:sldChg>
      <pc:sldChg chg="addSp delSp modSp add mod">
        <pc:chgData name="Cao Lam Tung 20222709" userId="ce9674a6-c058-496c-88bf-33b32ed75606" providerId="ADAL" clId="{4BE5D495-D1B2-4E35-BC6A-CFBD2A3E57D1}" dt="2024-10-12T09:12:42.310" v="6103" actId="20577"/>
        <pc:sldMkLst>
          <pc:docMk/>
          <pc:sldMk cId="903395411" sldId="375"/>
        </pc:sldMkLst>
      </pc:sldChg>
      <pc:sldChg chg="addSp delSp modSp add mod">
        <pc:chgData name="Cao Lam Tung 20222709" userId="ce9674a6-c058-496c-88bf-33b32ed75606" providerId="ADAL" clId="{4BE5D495-D1B2-4E35-BC6A-CFBD2A3E57D1}" dt="2024-10-12T09:22:02.590" v="6158"/>
        <pc:sldMkLst>
          <pc:docMk/>
          <pc:sldMk cId="4099831669" sldId="376"/>
        </pc:sldMkLst>
      </pc:sldChg>
      <pc:sldChg chg="addSp delSp modSp add mod">
        <pc:chgData name="Cao Lam Tung 20222709" userId="ce9674a6-c058-496c-88bf-33b32ed75606" providerId="ADAL" clId="{4BE5D495-D1B2-4E35-BC6A-CFBD2A3E57D1}" dt="2024-10-12T09:25:49.634" v="6220" actId="1076"/>
        <pc:sldMkLst>
          <pc:docMk/>
          <pc:sldMk cId="351165591" sldId="377"/>
        </pc:sldMkLst>
      </pc:sldChg>
      <pc:sldChg chg="addSp delSp modSp add mod">
        <pc:chgData name="Cao Lam Tung 20222709" userId="ce9674a6-c058-496c-88bf-33b32ed75606" providerId="ADAL" clId="{4BE5D495-D1B2-4E35-BC6A-CFBD2A3E57D1}" dt="2024-10-13T12:58:11.695" v="7263" actId="113"/>
        <pc:sldMkLst>
          <pc:docMk/>
          <pc:sldMk cId="384454289" sldId="378"/>
        </pc:sldMkLst>
      </pc:sldChg>
      <pc:sldChg chg="addSp delSp modSp add mod">
        <pc:chgData name="Cao Lam Tung 20222709" userId="ce9674a6-c058-496c-88bf-33b32ed75606" providerId="ADAL" clId="{4BE5D495-D1B2-4E35-BC6A-CFBD2A3E57D1}" dt="2024-10-13T00:48:55.258" v="6916" actId="1076"/>
        <pc:sldMkLst>
          <pc:docMk/>
          <pc:sldMk cId="644541385" sldId="379"/>
        </pc:sldMkLst>
      </pc:sldChg>
      <pc:sldChg chg="addSp delSp modSp add mod">
        <pc:chgData name="Cao Lam Tung 20222709" userId="ce9674a6-c058-496c-88bf-33b32ed75606" providerId="ADAL" clId="{4BE5D495-D1B2-4E35-BC6A-CFBD2A3E57D1}" dt="2024-10-12T16:25:56.203" v="6858" actId="1076"/>
        <pc:sldMkLst>
          <pc:docMk/>
          <pc:sldMk cId="2426564679" sldId="380"/>
        </pc:sldMkLst>
      </pc:sldChg>
      <pc:sldChg chg="addSp delSp modSp add mod">
        <pc:chgData name="Cao Lam Tung 20222709" userId="ce9674a6-c058-496c-88bf-33b32ed75606" providerId="ADAL" clId="{4BE5D495-D1B2-4E35-BC6A-CFBD2A3E57D1}" dt="2024-10-12T16:27:38.231" v="6914" actId="20577"/>
        <pc:sldMkLst>
          <pc:docMk/>
          <pc:sldMk cId="3535750256" sldId="381"/>
        </pc:sldMkLst>
      </pc:sldChg>
      <pc:sldChg chg="modSp add mod">
        <pc:chgData name="Cao Lam Tung 20222709" userId="ce9674a6-c058-496c-88bf-33b32ed75606" providerId="ADAL" clId="{4BE5D495-D1B2-4E35-BC6A-CFBD2A3E57D1}" dt="2024-10-16T03:29:57.524" v="8108" actId="20577"/>
        <pc:sldMkLst>
          <pc:docMk/>
          <pc:sldMk cId="3405558723" sldId="382"/>
        </pc:sldMkLst>
      </pc:sldChg>
      <pc:sldChg chg="addSp delSp modSp add mod">
        <pc:chgData name="Cao Lam Tung 20222709" userId="ce9674a6-c058-496c-88bf-33b32ed75606" providerId="ADAL" clId="{4BE5D495-D1B2-4E35-BC6A-CFBD2A3E57D1}" dt="2024-10-16T03:27:58.314" v="8086" actId="1076"/>
        <pc:sldMkLst>
          <pc:docMk/>
          <pc:sldMk cId="1399248863" sldId="383"/>
        </pc:sldMkLst>
      </pc:sldChg>
      <pc:sldChg chg="addSp delSp modSp add mod ord modNotesTx">
        <pc:chgData name="Cao Lam Tung 20222709" userId="ce9674a6-c058-496c-88bf-33b32ed75606" providerId="ADAL" clId="{4BE5D495-D1B2-4E35-BC6A-CFBD2A3E57D1}" dt="2024-10-16T03:13:12.184" v="7988" actId="20577"/>
        <pc:sldMkLst>
          <pc:docMk/>
          <pc:sldMk cId="3932301265" sldId="384"/>
        </pc:sldMkLst>
      </pc:sldChg>
      <pc:sldChg chg="addSp delSp modSp add mod modNotesTx">
        <pc:chgData name="Cao Lam Tung 20222709" userId="ce9674a6-c058-496c-88bf-33b32ed75606" providerId="ADAL" clId="{4BE5D495-D1B2-4E35-BC6A-CFBD2A3E57D1}" dt="2024-10-17T06:57:25.165" v="8110" actId="478"/>
        <pc:sldMkLst>
          <pc:docMk/>
          <pc:sldMk cId="242707907" sldId="385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16:29.194" v="8032" actId="1076"/>
        <pc:sldMkLst>
          <pc:docMk/>
          <pc:sldMk cId="3418504531" sldId="386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22:19.050" v="8071" actId="1076"/>
        <pc:sldMkLst>
          <pc:docMk/>
          <pc:sldMk cId="3338775315" sldId="387"/>
        </pc:sldMkLst>
      </pc:sldChg>
      <pc:sldChg chg="delSp add del mod">
        <pc:chgData name="Cao Lam Tung 20222709" userId="ce9674a6-c058-496c-88bf-33b32ed75606" providerId="ADAL" clId="{4BE5D495-D1B2-4E35-BC6A-CFBD2A3E57D1}" dt="2024-10-16T15:03:20.176" v="8109" actId="47"/>
        <pc:sldMkLst>
          <pc:docMk/>
          <pc:sldMk cId="1213566329" sldId="388"/>
        </pc:sldMkLst>
      </pc:sldChg>
      <pc:sldChg chg="addSp delSp modSp add mod">
        <pc:chgData name="Cao Lam Tung 20222709" userId="ce9674a6-c058-496c-88bf-33b32ed75606" providerId="ADAL" clId="{4BE5D495-D1B2-4E35-BC6A-CFBD2A3E57D1}" dt="2024-10-16T03:28:34.196" v="8094" actId="1076"/>
        <pc:sldMkLst>
          <pc:docMk/>
          <pc:sldMk cId="1492810559" sldId="389"/>
        </pc:sldMkLst>
      </pc:sldChg>
      <pc:sldChg chg="addSp delSp modSp add mod">
        <pc:chgData name="Cao Lam Tung 20222709" userId="ce9674a6-c058-496c-88bf-33b32ed75606" providerId="ADAL" clId="{4BE5D495-D1B2-4E35-BC6A-CFBD2A3E57D1}" dt="2024-10-16T03:29:09.580" v="8100" actId="1076"/>
        <pc:sldMkLst>
          <pc:docMk/>
          <pc:sldMk cId="4035217822" sldId="390"/>
        </pc:sldMkLst>
      </pc:sldChg>
      <pc:sldChg chg="addSp delSp modSp add mod">
        <pc:chgData name="Cao Lam Tung 20222709" userId="ce9674a6-c058-496c-88bf-33b32ed75606" providerId="ADAL" clId="{4BE5D495-D1B2-4E35-BC6A-CFBD2A3E57D1}" dt="2024-10-16T03:29:37.711" v="8107" actId="1076"/>
        <pc:sldMkLst>
          <pc:docMk/>
          <pc:sldMk cId="1348791252" sldId="391"/>
        </pc:sldMkLst>
      </pc:sldChg>
    </pc:docChg>
  </pc:docChgLst>
  <pc:docChgLst>
    <pc:chgData name="Cao Lam Tung 20222709" userId="ce9674a6-c058-496c-88bf-33b32ed75606" providerId="ADAL" clId="{260F9685-9558-4209-8D92-CF31852B8AE7}"/>
    <pc:docChg chg="modSld">
      <pc:chgData name="Cao Lam Tung 20222709" userId="ce9674a6-c058-496c-88bf-33b32ed75606" providerId="ADAL" clId="{260F9685-9558-4209-8D92-CF31852B8AE7}" dt="2024-04-17T14:23:29.342" v="0"/>
      <pc:docMkLst>
        <pc:docMk/>
      </pc:docMkLst>
      <pc:sldChg chg="modSp mod">
        <pc:chgData name="Cao Lam Tung 20222709" userId="ce9674a6-c058-496c-88bf-33b32ed75606" providerId="ADAL" clId="{260F9685-9558-4209-8D92-CF31852B8AE7}" dt="2024-04-17T14:23:29.342" v="0"/>
        <pc:sldMkLst>
          <pc:docMk/>
          <pc:sldMk cId="425079733" sldId="2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F609B-B55F-A07D-10CA-7D2972295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43B17-FA46-C125-D20C-5A4DAAE398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9803-8E01-439A-8EF2-8343EF92703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C246-29ED-77E0-BDDB-7AA6805E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BDD5A-91D2-0765-6DD2-25C2959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57474-0C81-451B-9A7B-CFBB44338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071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D244-FD28-4770-BAA8-BC78F88793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32350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491F-38FF-4C0B-9F2E-A8B25753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04AF-D73D-A58A-EBA2-9ECA5E6E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7D7F7-5E12-8487-EBE2-5417C91FA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DB9F8-F246-CF8A-390E-ABD04239F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Khi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qua,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,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chậm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F92BB-5AEE-A538-7CE9-7A439F64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88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2CFF-8087-F60B-BE06-57A62297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79E83-80D3-71BF-AD9C-FC6B07A1C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910F6-E572-CB7D-EC9F-2A80310DB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57FF-79C6-7653-B49A-B5E87AC34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1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6EB09-8C35-5913-FEAE-0504F0AD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3A3B1-B6D3-044B-07D1-A1A7D47F1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F6BF2-B6DA-93B2-6D79-D2A72938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65E62-6651-B44C-6209-54040AA0E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2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0"/>
            <a:ext cx="9906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97" y="1890366"/>
            <a:ext cx="8914946" cy="2709774"/>
          </a:xfrm>
        </p:spPr>
        <p:txBody>
          <a:bodyPr anchor="ctr"/>
          <a:lstStyle>
            <a:lvl1pPr algn="ctr"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97" y="4744714"/>
            <a:ext cx="361757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Pentagon 12"/>
          <p:cNvSpPr/>
          <p:nvPr/>
        </p:nvSpPr>
        <p:spPr>
          <a:xfrm>
            <a:off x="1" y="543"/>
            <a:ext cx="1764770" cy="765195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D3501-5DF6-029A-CD59-0C6F6CFB40F1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A61AE-4D8B-5C5C-73F4-747601782A95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2143D-35F6-E9E4-E61C-DF061DA20CC4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F2ECF-CE97-3838-BE8C-F2DE5BF553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t="13822" r="8049" b="20445"/>
          <a:stretch/>
        </p:blipFill>
        <p:spPr>
          <a:xfrm>
            <a:off x="6310240" y="5051904"/>
            <a:ext cx="3100460" cy="1753089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89F6C4C-F7A4-0677-3851-DD45029DA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72455"/>
            <a:ext cx="9163050" cy="549353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3pPr>
            <a:lvl4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4pPr>
            <a:lvl5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7"/>
            <a:ext cx="9906000" cy="287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75000"/>
                  <a:lumOff val="25000"/>
                </a:schemeClr>
              </a:solidFill>
              <a:latin typeface="Dosis" pitchFamily="2" charset="0"/>
              <a:ea typeface="Asana" panose="02000603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4CDACB4C-8576-42BD-A1CF-557C555A32CD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1877"/>
            <a:ext cx="9906000" cy="0"/>
          </a:xfrm>
          <a:prstGeom prst="line">
            <a:avLst/>
          </a:prstGeom>
          <a:ln w="161290"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34">
            <a:extLst>
              <a:ext uri="{FF2B5EF4-FFF2-40B4-BE49-F238E27FC236}">
                <a16:creationId xmlns:a16="http://schemas.microsoft.com/office/drawing/2014/main" id="{A304340F-8DFF-4AB2-A40A-65680CCCC2A3}"/>
              </a:ext>
            </a:extLst>
          </p:cNvPr>
          <p:cNvSpPr/>
          <p:nvPr userDrawn="1"/>
        </p:nvSpPr>
        <p:spPr>
          <a:xfrm>
            <a:off x="1" y="0"/>
            <a:ext cx="9905999" cy="666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D07F2A2-C0A2-B481-673B-2559D4D7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7" y="99095"/>
            <a:ext cx="9766931" cy="548731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9FCEE-08D4-F3CD-A046-CE7160FCCC8B}"/>
              </a:ext>
            </a:extLst>
          </p:cNvPr>
          <p:cNvCxnSpPr/>
          <p:nvPr userDrawn="1"/>
        </p:nvCxnSpPr>
        <p:spPr>
          <a:xfrm>
            <a:off x="0" y="6460990"/>
            <a:ext cx="9906000" cy="0"/>
          </a:xfrm>
          <a:prstGeom prst="line">
            <a:avLst/>
          </a:prstGeom>
          <a:ln w="64516">
            <a:gradFill flip="none" rotWithShape="1">
              <a:gsLst>
                <a:gs pos="50000">
                  <a:schemeClr val="bg1">
                    <a:lumMod val="85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AFCD61-5E35-E6B8-23E3-7A57B3CEA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99095"/>
            <a:ext cx="889256" cy="5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 34">
            <a:extLst>
              <a:ext uri="{FF2B5EF4-FFF2-40B4-BE49-F238E27FC236}">
                <a16:creationId xmlns:a16="http://schemas.microsoft.com/office/drawing/2014/main" id="{C49DF1B1-6F22-1FA9-363C-0874B083CF80}"/>
              </a:ext>
            </a:extLst>
          </p:cNvPr>
          <p:cNvSpPr/>
          <p:nvPr userDrawn="1"/>
        </p:nvSpPr>
        <p:spPr>
          <a:xfrm>
            <a:off x="1" y="-1"/>
            <a:ext cx="9905999" cy="84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1600" indent="0" algn="ctr"/>
            <a:endParaRPr lang="en-US" sz="2800">
              <a:solidFill>
                <a:srgbClr val="003600"/>
              </a:solidFill>
              <a:latin typeface="Dosis" pitchFamily="2" charset="0"/>
              <a:cs typeface="Lato Black" panose="020F0A0202020403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noFill/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793EBA4-575F-EF45-9BFA-5DA97F2E2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698A9-839C-FEF5-73A1-CDD184341F98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69E7E-4D8D-2521-E18E-2B53FAA2E84A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C54A9-7E48-5CD8-B7B5-46412D6E4831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72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8486AEFA-A6B3-4308-BB6F-8F14B94AB78D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759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759" y="2505075"/>
            <a:ext cx="419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D2C7-3A3E-4B56-A242-025A9BBF22A6}" type="datetime1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AC71-9848-405B-9B91-B93C22A55D1B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4F-76C1-4D35-A79B-A1015E85895A}" type="datetime1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8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AA2D-9D1F-4CB2-9106-8A6C2678C1D1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C926-791A-477A-B2A2-9226E1CB11C1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EDCC-E10C-4C4B-B8FB-8C75F28E78C3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428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40C4-A1F9-4C45-8027-9FEC331E6005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B1036F8-06E0-4557-8645-2D4F4EB94467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0CE2-BC89-F294-0143-00D2E6F5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49B11EA-1C42-D92F-0338-BA6284E6F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45" y="956658"/>
            <a:ext cx="4145244" cy="24376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B2147-19E8-78F1-F346-B73C2335D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3/15/2025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95AFD-82BC-DFAD-18F1-ADF7BAD9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C567F-0D77-53D7-36A6-CC8F4E81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 err="1">
                <a:latin typeface="+mj-lt"/>
              </a:rPr>
              <a:t>Trả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lời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câu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hỏi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D84A7-4D60-3076-EFD0-12AF77772EBE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Tại</a:t>
            </a:r>
            <a:r>
              <a:rPr lang="en-US" sz="2600" b="1" dirty="0"/>
              <a:t> </a:t>
            </a:r>
            <a:r>
              <a:rPr lang="en-US" sz="2600" b="1" dirty="0" err="1"/>
              <a:t>sao</a:t>
            </a:r>
            <a:r>
              <a:rPr lang="en-US" sz="2600" b="1" dirty="0"/>
              <a:t> </a:t>
            </a:r>
            <a:r>
              <a:rPr lang="en-US" sz="2600" b="1" dirty="0" err="1"/>
              <a:t>có</a:t>
            </a:r>
            <a:r>
              <a:rPr lang="en-US" sz="2600" b="1" dirty="0"/>
              <a:t> </a:t>
            </a: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Thevenin?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5EB89-808A-811C-9120-12F2E57F8056}"/>
              </a:ext>
            </a:extLst>
          </p:cNvPr>
          <p:cNvSpPr txBox="1"/>
          <p:nvPr/>
        </p:nvSpPr>
        <p:spPr>
          <a:xfrm>
            <a:off x="246154" y="4548089"/>
            <a:ext cx="43120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cực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hóa</a:t>
            </a:r>
            <a:r>
              <a:rPr lang="en-US" dirty="0"/>
              <a:t>: do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cực</a:t>
            </a:r>
            <a:r>
              <a:rPr lang="en-US" b="1" dirty="0"/>
              <a:t> </a:t>
            </a:r>
            <a:r>
              <a:rPr lang="en-US" b="1" dirty="0" err="1"/>
              <a:t>nồng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dirty="0"/>
              <a:t>: Do </a:t>
            </a:r>
            <a:r>
              <a:rPr lang="en-US" dirty="0" err="1"/>
              <a:t>các</a:t>
            </a:r>
            <a:r>
              <a:rPr lang="en-US" dirty="0"/>
              <a:t> ion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tán</a:t>
            </a:r>
            <a:r>
              <a:rPr lang="en-US" dirty="0"/>
              <a:t> sang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F71AA0-4E2D-4A7C-8216-310D0DC74CA6}"/>
              </a:ext>
            </a:extLst>
          </p:cNvPr>
          <p:cNvSpPr txBox="1"/>
          <p:nvPr/>
        </p:nvSpPr>
        <p:spPr>
          <a:xfrm>
            <a:off x="817183" y="4018868"/>
            <a:ext cx="309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Dòng</a:t>
            </a:r>
            <a:r>
              <a:rPr lang="en-US" sz="1600" i="1" dirty="0"/>
              <a:t>, </a:t>
            </a:r>
            <a:r>
              <a:rPr lang="en-US" sz="1600" i="1" dirty="0" err="1"/>
              <a:t>áp</a:t>
            </a:r>
            <a:r>
              <a:rPr lang="en-US" sz="1600" i="1" dirty="0"/>
              <a:t> </a:t>
            </a:r>
            <a:r>
              <a:rPr lang="en-US" sz="1600" i="1" dirty="0" err="1"/>
              <a:t>trong</a:t>
            </a:r>
            <a:r>
              <a:rPr lang="en-US" sz="1600" i="1" dirty="0"/>
              <a:t> </a:t>
            </a:r>
            <a:r>
              <a:rPr lang="en-US" sz="1600" i="1" dirty="0" err="1"/>
              <a:t>thực</a:t>
            </a:r>
            <a:r>
              <a:rPr lang="en-US" sz="1600" i="1" dirty="0"/>
              <a:t> </a:t>
            </a:r>
            <a:r>
              <a:rPr lang="en-US" sz="1600" i="1" dirty="0" err="1"/>
              <a:t>nghiệm</a:t>
            </a:r>
            <a:endParaRPr lang="en-US" sz="16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11AEA1-C81B-5504-8AC7-BAB973047DF0}"/>
              </a:ext>
            </a:extLst>
          </p:cNvPr>
          <p:cNvSpPr txBox="1"/>
          <p:nvPr/>
        </p:nvSpPr>
        <p:spPr>
          <a:xfrm>
            <a:off x="5899277" y="3390976"/>
            <a:ext cx="309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Mô</a:t>
            </a:r>
            <a:r>
              <a:rPr lang="en-US" sz="1600" i="1" dirty="0"/>
              <a:t> </a:t>
            </a:r>
            <a:r>
              <a:rPr lang="en-US" sz="1600" i="1" dirty="0" err="1"/>
              <a:t>hình</a:t>
            </a:r>
            <a:r>
              <a:rPr lang="en-US" sz="1600" i="1" dirty="0"/>
              <a:t> Thevenin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EE477-DCC5-599C-DCD5-11635DED7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2" y="1191720"/>
            <a:ext cx="4312006" cy="28537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F8A8F2-463B-1DB5-D405-6EB37D32D22B}"/>
              </a:ext>
            </a:extLst>
          </p:cNvPr>
          <p:cNvSpPr txBox="1"/>
          <p:nvPr/>
        </p:nvSpPr>
        <p:spPr>
          <a:xfrm>
            <a:off x="867300" y="1118584"/>
            <a:ext cx="309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</a:rPr>
              <a:t>Phân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cực</a:t>
            </a:r>
            <a:r>
              <a:rPr lang="en-US" sz="1600" b="1" dirty="0">
                <a:solidFill>
                  <a:srgbClr val="FF0000"/>
                </a:solidFill>
              </a:rPr>
              <a:t> Polarization)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3BC6E9-CA0C-4FB1-9B93-5F11FC3E6576}"/>
              </a:ext>
            </a:extLst>
          </p:cNvPr>
          <p:cNvCxnSpPr>
            <a:cxnSpLocks/>
          </p:cNvCxnSpPr>
          <p:nvPr/>
        </p:nvCxnSpPr>
        <p:spPr>
          <a:xfrm flipV="1">
            <a:off x="1035067" y="1571247"/>
            <a:ext cx="373855" cy="18577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3AE3F6-E4E2-3EB7-EC85-F7959F3E1476}"/>
              </a:ext>
            </a:extLst>
          </p:cNvPr>
          <p:cNvCxnSpPr>
            <a:cxnSpLocks/>
          </p:cNvCxnSpPr>
          <p:nvPr/>
        </p:nvCxnSpPr>
        <p:spPr>
          <a:xfrm flipH="1" flipV="1">
            <a:off x="1539735" y="1551894"/>
            <a:ext cx="286761" cy="12539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BA4E03-F830-4359-B99E-6C836CB634D8}"/>
              </a:ext>
            </a:extLst>
          </p:cNvPr>
          <p:cNvCxnSpPr>
            <a:cxnSpLocks/>
          </p:cNvCxnSpPr>
          <p:nvPr/>
        </p:nvCxnSpPr>
        <p:spPr>
          <a:xfrm flipH="1" flipV="1">
            <a:off x="2044671" y="1551894"/>
            <a:ext cx="462988" cy="184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3ACB09E-E2E1-9B2F-49D4-A1E0012EBF41}"/>
              </a:ext>
            </a:extLst>
          </p:cNvPr>
          <p:cNvSpPr/>
          <p:nvPr/>
        </p:nvSpPr>
        <p:spPr>
          <a:xfrm>
            <a:off x="6319899" y="838120"/>
            <a:ext cx="1404545" cy="172258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6E2161-A491-5EBB-F016-DB22B15E87FB}"/>
              </a:ext>
            </a:extLst>
          </p:cNvPr>
          <p:cNvSpPr txBox="1"/>
          <p:nvPr/>
        </p:nvSpPr>
        <p:spPr>
          <a:xfrm>
            <a:off x="6018320" y="6357640"/>
            <a:ext cx="309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Quá</a:t>
            </a:r>
            <a:r>
              <a:rPr lang="en-US" sz="1600" i="1" dirty="0"/>
              <a:t> </a:t>
            </a:r>
            <a:r>
              <a:rPr lang="en-US" sz="1600" i="1" dirty="0" err="1"/>
              <a:t>trình</a:t>
            </a:r>
            <a:r>
              <a:rPr lang="en-US" sz="1600" i="1" dirty="0"/>
              <a:t> </a:t>
            </a:r>
            <a:r>
              <a:rPr lang="en-US" sz="1600" i="1" dirty="0" err="1"/>
              <a:t>xả</a:t>
            </a:r>
            <a:endParaRPr lang="en-US" sz="1600" i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296A380-E413-76A3-E796-DC5536CDF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3641" y="3683389"/>
            <a:ext cx="3002011" cy="27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11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9FAE-83B5-C5B6-F497-93DB9DCC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9AD54-66A0-5A65-ABD4-C56B59DD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3/15/2025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1D003-8B85-73CE-F08A-EBE30605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 err="1">
                <a:latin typeface="+mj-lt"/>
              </a:rPr>
              <a:t>Trả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lời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câu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hỏi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1B958-2112-7B31-B34A-EE9D8EBC646C}"/>
              </a:ext>
            </a:extLst>
          </p:cNvPr>
          <p:cNvSpPr txBox="1"/>
          <p:nvPr/>
        </p:nvSpPr>
        <p:spPr>
          <a:xfrm>
            <a:off x="194865" y="739057"/>
            <a:ext cx="798843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Tại</a:t>
            </a:r>
            <a:r>
              <a:rPr lang="en-US" sz="2600" b="1" dirty="0"/>
              <a:t> </a:t>
            </a:r>
            <a:r>
              <a:rPr lang="en-US" sz="2600" b="1" dirty="0" err="1"/>
              <a:t>sao</a:t>
            </a:r>
            <a:r>
              <a:rPr lang="en-US" sz="2600" b="1" dirty="0"/>
              <a:t> RC song </a:t>
            </a:r>
            <a:r>
              <a:rPr lang="en-US" sz="2600" b="1" dirty="0" err="1"/>
              <a:t>song</a:t>
            </a:r>
            <a:r>
              <a:rPr lang="en-US" sz="2600" b="1" dirty="0"/>
              <a:t> </a:t>
            </a:r>
            <a:r>
              <a:rPr lang="en-US" sz="2600" b="1" dirty="0" err="1"/>
              <a:t>mà</a:t>
            </a:r>
            <a:r>
              <a:rPr lang="en-US" sz="2600" b="1" dirty="0"/>
              <a:t> </a:t>
            </a:r>
            <a:r>
              <a:rPr lang="en-US" sz="2600" b="1" dirty="0" err="1"/>
              <a:t>không</a:t>
            </a:r>
            <a:r>
              <a:rPr lang="en-US" sz="2600" b="1" dirty="0"/>
              <a:t> </a:t>
            </a:r>
            <a:r>
              <a:rPr lang="en-US" sz="2600" b="1" dirty="0" err="1"/>
              <a:t>phải</a:t>
            </a:r>
            <a:r>
              <a:rPr lang="en-US" sz="2600" b="1" dirty="0"/>
              <a:t> </a:t>
            </a:r>
            <a:r>
              <a:rPr lang="en-US" sz="2600" b="1" dirty="0" err="1"/>
              <a:t>nối</a:t>
            </a:r>
            <a:r>
              <a:rPr lang="en-US" sz="2600" b="1" dirty="0"/>
              <a:t> </a:t>
            </a:r>
            <a:r>
              <a:rPr lang="en-US" sz="2600" b="1" dirty="0" err="1"/>
              <a:t>tiếp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54A111-C7CA-421E-8B00-1AAC90B9D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2236"/>
            <a:ext cx="4145244" cy="24376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C2EF551-08FF-7894-C3EC-4D9293CCFEB0}"/>
              </a:ext>
            </a:extLst>
          </p:cNvPr>
          <p:cNvSpPr txBox="1"/>
          <p:nvPr/>
        </p:nvSpPr>
        <p:spPr>
          <a:xfrm>
            <a:off x="1400932" y="4456554"/>
            <a:ext cx="309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Mô</a:t>
            </a:r>
            <a:r>
              <a:rPr lang="en-US" sz="1600" i="1" dirty="0"/>
              <a:t> </a:t>
            </a:r>
            <a:r>
              <a:rPr lang="en-US" sz="1600" i="1" dirty="0" err="1"/>
              <a:t>hình</a:t>
            </a:r>
            <a:r>
              <a:rPr lang="en-US" sz="1600" i="1" dirty="0"/>
              <a:t> Thevenin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C8F00C-0457-E44C-49AD-3F41B4B34776}"/>
              </a:ext>
            </a:extLst>
          </p:cNvPr>
          <p:cNvSpPr/>
          <p:nvPr/>
        </p:nvSpPr>
        <p:spPr>
          <a:xfrm>
            <a:off x="1821554" y="1903698"/>
            <a:ext cx="1404545" cy="172258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1F61AC-025E-F93D-6C43-BE7E8A53FA0B}"/>
                  </a:ext>
                </a:extLst>
              </p:cNvPr>
              <p:cNvSpPr txBox="1"/>
              <p:nvPr/>
            </p:nvSpPr>
            <p:spPr>
              <a:xfrm>
                <a:off x="4355077" y="2117452"/>
                <a:ext cx="514730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sz="2400" b="1" dirty="0"/>
                  <a:t>Mắc </a:t>
                </a:r>
                <a:r>
                  <a:rPr lang="en-US" sz="2400" b="1" dirty="0" err="1"/>
                  <a:t>nối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tiếp</a:t>
                </a:r>
                <a:r>
                  <a:rPr lang="en-US" sz="2400" b="1" dirty="0"/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400" b="1" dirty="0" err="1"/>
                  <a:t>Tụ</a:t>
                </a:r>
                <a:r>
                  <a:rPr lang="en-US" sz="2400" b="1" dirty="0"/>
                  <a:t> C </a:t>
                </a:r>
                <a:r>
                  <a:rPr lang="en-US" sz="2400" b="1" dirty="0" err="1"/>
                  <a:t>ngăn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cản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dòng</a:t>
                </a:r>
                <a:r>
                  <a:rPr lang="en-US" sz="2400" b="1" dirty="0"/>
                  <a:t> 1 </a:t>
                </a:r>
                <a:r>
                  <a:rPr lang="en-US" sz="2400" b="1" dirty="0" err="1"/>
                  <a:t>chiều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đi</a:t>
                </a:r>
                <a:r>
                  <a:rPr lang="en-US" sz="2400" b="1" dirty="0"/>
                  <a:t> qua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2400" b="1" dirty="0" err="1"/>
                  <a:t>Ngăn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cản</a:t>
                </a:r>
                <a:r>
                  <a:rPr lang="en-US" sz="2400" b="1" dirty="0"/>
                  <a:t> pin </a:t>
                </a:r>
                <a:r>
                  <a:rPr lang="en-US" sz="2400" b="1" dirty="0" err="1"/>
                  <a:t>sạc</a:t>
                </a:r>
                <a:r>
                  <a:rPr lang="en-US" sz="2400" b="1" dirty="0"/>
                  <a:t>/</a:t>
                </a:r>
                <a:r>
                  <a:rPr lang="en-US" sz="2400" b="1" dirty="0" err="1"/>
                  <a:t>xả</a:t>
                </a:r>
                <a:endParaRPr lang="en-US" sz="2400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sz="2400" b="1" dirty="0" err="1"/>
                  <a:t>Mắc</a:t>
                </a:r>
                <a:r>
                  <a:rPr lang="en-US" sz="2400" b="1" dirty="0"/>
                  <a:t> song </a:t>
                </a:r>
                <a:r>
                  <a:rPr lang="en-US" sz="2400" b="1" dirty="0" err="1"/>
                  <a:t>song</a:t>
                </a:r>
                <a:r>
                  <a:rPr lang="en-US" sz="2400" b="1" dirty="0"/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tượng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trưng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sự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suy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giảm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điện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áp</a:t>
                </a:r>
                <a:endParaRPr lang="en-US" sz="2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điện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áp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suy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giảm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từ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từ</a:t>
                </a:r>
                <a:endParaRPr lang="en-US" sz="2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1F61AC-025E-F93D-6C43-BE7E8A53F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077" y="2117452"/>
                <a:ext cx="5147305" cy="2677656"/>
              </a:xfrm>
              <a:prstGeom prst="rect">
                <a:avLst/>
              </a:prstGeom>
              <a:blipFill>
                <a:blip r:embed="rId4"/>
                <a:stretch>
                  <a:fillRect l="-1538" t="-1818" r="-592" b="-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032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B83DE-A74F-8D3E-1BA6-6990B06C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33E6B-9CE0-CA03-9D9A-72432910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3/15/2025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5361F-808F-D6B2-2F78-B6D91950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 err="1">
                <a:latin typeface="+mj-lt"/>
              </a:rPr>
              <a:t>Trả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lời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câu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hỏi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EE87F-7A85-F396-DE87-FF4DCF8A14D7}"/>
              </a:ext>
            </a:extLst>
          </p:cNvPr>
          <p:cNvSpPr txBox="1"/>
          <p:nvPr/>
        </p:nvSpPr>
        <p:spPr>
          <a:xfrm>
            <a:off x="194865" y="739057"/>
            <a:ext cx="951627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Tại</a:t>
            </a:r>
            <a:r>
              <a:rPr lang="en-US" sz="2600" b="1" dirty="0"/>
              <a:t> </a:t>
            </a:r>
            <a:r>
              <a:rPr lang="en-US" sz="2600" b="1" dirty="0" err="1"/>
              <a:t>sao</a:t>
            </a:r>
            <a:r>
              <a:rPr lang="en-US" sz="2600" b="1" dirty="0"/>
              <a:t> </a:t>
            </a:r>
            <a:r>
              <a:rPr lang="en-US" sz="2600" b="1" dirty="0" err="1"/>
              <a:t>mắc</a:t>
            </a:r>
            <a:r>
              <a:rPr lang="en-US" sz="2600" b="1" dirty="0"/>
              <a:t> </a:t>
            </a:r>
            <a:r>
              <a:rPr lang="en-US" sz="2600" b="1" dirty="0" err="1"/>
              <a:t>nhiều</a:t>
            </a:r>
            <a:r>
              <a:rPr lang="en-US" sz="2600" b="1" dirty="0"/>
              <a:t> </a:t>
            </a:r>
            <a:r>
              <a:rPr lang="en-US" sz="2600" b="1" dirty="0" err="1"/>
              <a:t>nhánh</a:t>
            </a:r>
            <a:r>
              <a:rPr lang="en-US" sz="2600" b="1" dirty="0"/>
              <a:t> </a:t>
            </a:r>
            <a:r>
              <a:rPr lang="en-US" sz="2600" b="1" dirty="0" err="1"/>
              <a:t>RpCp</a:t>
            </a:r>
            <a:r>
              <a:rPr lang="en-US" sz="2600" b="1" dirty="0"/>
              <a:t> </a:t>
            </a:r>
            <a:r>
              <a:rPr lang="en-US" sz="2600" b="1" dirty="0" err="1"/>
              <a:t>nối</a:t>
            </a:r>
            <a:r>
              <a:rPr lang="en-US" sz="2600" b="1" dirty="0"/>
              <a:t> </a:t>
            </a:r>
            <a:r>
              <a:rPr lang="en-US" sz="2600" b="1" dirty="0" err="1"/>
              <a:t>tiếp</a:t>
            </a:r>
            <a:r>
              <a:rPr lang="en-US" sz="2600" b="1" dirty="0"/>
              <a:t> </a:t>
            </a:r>
            <a:r>
              <a:rPr lang="en-US" sz="2600" b="1" dirty="0" err="1"/>
              <a:t>lại</a:t>
            </a:r>
            <a:r>
              <a:rPr lang="en-US" sz="2600" b="1" dirty="0"/>
              <a:t> </a:t>
            </a:r>
            <a:r>
              <a:rPr lang="en-US" sz="2600" b="1" dirty="0" err="1"/>
              <a:t>tăng</a:t>
            </a:r>
            <a:r>
              <a:rPr lang="en-US" sz="2600" b="1" dirty="0"/>
              <a:t> </a:t>
            </a:r>
            <a:r>
              <a:rPr lang="en-US" sz="2600" b="1" dirty="0" err="1"/>
              <a:t>độ</a:t>
            </a:r>
            <a:r>
              <a:rPr lang="en-US" sz="2600" b="1" dirty="0"/>
              <a:t> </a:t>
            </a:r>
            <a:r>
              <a:rPr lang="en-US" sz="2600" b="1" dirty="0" err="1"/>
              <a:t>chính</a:t>
            </a:r>
            <a:r>
              <a:rPr lang="en-US" sz="2600" b="1" dirty="0"/>
              <a:t> </a:t>
            </a:r>
            <a:r>
              <a:rPr lang="en-US" sz="2600" b="1" dirty="0" err="1"/>
              <a:t>xác</a:t>
            </a:r>
            <a:r>
              <a:rPr lang="en-US" sz="2600" b="1" dirty="0"/>
              <a:t> </a:t>
            </a:r>
            <a:r>
              <a:rPr lang="en-US" sz="2600" b="1" dirty="0" err="1"/>
              <a:t>cho</a:t>
            </a:r>
            <a:r>
              <a:rPr lang="en-US" sz="2600" b="1" dirty="0"/>
              <a:t> </a:t>
            </a: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4D3B56-E0A7-C145-96F1-3A4A4CE4CB9D}"/>
              </a:ext>
            </a:extLst>
          </p:cNvPr>
          <p:cNvSpPr txBox="1"/>
          <p:nvPr/>
        </p:nvSpPr>
        <p:spPr>
          <a:xfrm>
            <a:off x="4381931" y="2439693"/>
            <a:ext cx="55509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Các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cực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nhánh</a:t>
            </a:r>
            <a:r>
              <a:rPr lang="en-US" sz="2400" dirty="0"/>
              <a:t> </a:t>
            </a:r>
            <a:r>
              <a:rPr lang="en-US" sz="2400" dirty="0" err="1"/>
              <a:t>RpCp</a:t>
            </a:r>
            <a:r>
              <a:rPr lang="en-US" sz="2400" dirty="0"/>
              <a:t>​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phỏng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hằng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phản</a:t>
            </a:r>
            <a:r>
              <a:rPr lang="en-US" sz="2400" dirty="0"/>
              <a:t> </a:t>
            </a:r>
            <a:r>
              <a:rPr lang="en-US" sz="2400" dirty="0" err="1"/>
              <a:t>ánh</a:t>
            </a:r>
            <a:r>
              <a:rPr lang="en-US" sz="2400" dirty="0"/>
              <a:t> </a:t>
            </a:r>
            <a:r>
              <a:rPr lang="en-US" sz="2400" dirty="0" err="1"/>
              <a:t>từng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cực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ACCC2B-0006-73E6-849B-C866477BB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7" y="1582567"/>
            <a:ext cx="4203854" cy="32437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CBC08-B572-5C93-FE51-07C8B3970958}"/>
              </a:ext>
            </a:extLst>
          </p:cNvPr>
          <p:cNvSpPr txBox="1"/>
          <p:nvPr/>
        </p:nvSpPr>
        <p:spPr>
          <a:xfrm>
            <a:off x="1628358" y="4711564"/>
            <a:ext cx="309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Mô</a:t>
            </a:r>
            <a:r>
              <a:rPr lang="en-US" sz="1600" i="1" dirty="0"/>
              <a:t> </a:t>
            </a:r>
            <a:r>
              <a:rPr lang="en-US" sz="1600" i="1" dirty="0" err="1"/>
              <a:t>hình</a:t>
            </a:r>
            <a:r>
              <a:rPr lang="en-US" sz="1600" i="1" dirty="0"/>
              <a:t> DP</a:t>
            </a:r>
          </a:p>
        </p:txBody>
      </p:sp>
    </p:spTree>
    <p:extLst>
      <p:ext uri="{BB962C8B-B14F-4D97-AF65-F5344CB8AC3E}">
        <p14:creationId xmlns:p14="http://schemas.microsoft.com/office/powerpoint/2010/main" val="279347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AFB8-00C0-CAD3-1DB0-3550AE15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AEE74-FCC9-B793-0048-34AF8E1B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3/15/2025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23755-3444-3AC4-138E-D1DDEC46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90E-282B-28D2-EC99-55AD18A7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80" y="837820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+mj-lt"/>
              </a:rPr>
              <a:t>Reference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22CAC6D4-C611-60FD-013A-33DF2F82DBAD}"/>
              </a:ext>
            </a:extLst>
          </p:cNvPr>
          <p:cNvSpPr>
            <a:spLocks noGrp="1"/>
          </p:cNvSpPr>
          <p:nvPr/>
        </p:nvSpPr>
        <p:spPr>
          <a:xfrm>
            <a:off x="292817" y="957537"/>
            <a:ext cx="9355680" cy="549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[1] Battery Management Systems Volume I Battery Modeling Gregory L. Plett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[2] Modeling and Simulation of Lithium-ion </a:t>
            </a:r>
            <a:r>
              <a:rPr lang="en-US" sz="2400" dirty="0" err="1"/>
              <a:t>BatteryConsidering</a:t>
            </a:r>
            <a:r>
              <a:rPr lang="en-US" sz="2400" dirty="0"/>
              <a:t> the Effect of Charge-Discharge </a:t>
            </a:r>
            <a:r>
              <a:rPr lang="en-US" sz="2400" dirty="0" err="1"/>
              <a:t>StateYin</a:t>
            </a:r>
            <a:r>
              <a:rPr lang="en-US" sz="2400" dirty="0"/>
              <a:t> Jin et al 2021 J. Phys.: Conf. Ser. 1907 012003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[3] Evaluation of Lithium-Ion Battery Equivalent Circuit Models for State of Charge Estimation by an Experimental Approach </a:t>
            </a:r>
            <a:r>
              <a:rPr lang="en-US" sz="2400" dirty="0" err="1"/>
              <a:t>Hongwen</a:t>
            </a:r>
            <a:r>
              <a:rPr lang="en-US" sz="2400" dirty="0"/>
              <a:t> He *, Rui Xiong and </a:t>
            </a:r>
            <a:r>
              <a:rPr lang="en-US" sz="2400" dirty="0" err="1"/>
              <a:t>Jinxin</a:t>
            </a:r>
            <a:r>
              <a:rPr lang="en-US" sz="2400" dirty="0"/>
              <a:t> Fan </a:t>
            </a:r>
          </a:p>
        </p:txBody>
      </p:sp>
    </p:spTree>
    <p:extLst>
      <p:ext uri="{BB962C8B-B14F-4D97-AF65-F5344CB8AC3E}">
        <p14:creationId xmlns:p14="http://schemas.microsoft.com/office/powerpoint/2010/main" val="64278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C3E56-9554-4523-9A4E-665171C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rgbClr val="262626"/>
                </a:solidFill>
                <a:latin typeface="Dosis ExtraBold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3760155"/>
      </p:ext>
    </p:extLst>
  </p:cSld>
  <p:clrMapOvr>
    <a:masterClrMapping/>
  </p:clrMapOvr>
</p:sld>
</file>

<file path=ppt/theme/theme1.xml><?xml version="1.0" encoding="utf-8"?>
<a:theme xmlns:a="http://schemas.openxmlformats.org/drawingml/2006/main" name="VPEC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ato Black"/>
        <a:ea typeface="Asana"/>
        <a:cs typeface=""/>
      </a:majorFont>
      <a:minorFont>
        <a:latin typeface="Lato"/>
        <a:ea typeface="As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PEC_theme" id="{8AA4AFE5-4C9B-498E-826A-13CB54DF4FD5}" vid="{7D9A3D0F-9812-4AC9-A974-F1C3C9BA3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885E8D135CD643938305DEC3E1B53E" ma:contentTypeVersion="15" ma:contentTypeDescription="Create a new document." ma:contentTypeScope="" ma:versionID="45de50b7e88deb6083a0dff5ba7ea129">
  <xsd:schema xmlns:xsd="http://www.w3.org/2001/XMLSchema" xmlns:xs="http://www.w3.org/2001/XMLSchema" xmlns:p="http://schemas.microsoft.com/office/2006/metadata/properties" xmlns:ns3="c80d803b-ee30-4cf1-8997-d5dbef288d47" xmlns:ns4="1c1e4822-5b82-4cb4-a39e-28e929ec74cb" targetNamespace="http://schemas.microsoft.com/office/2006/metadata/properties" ma:root="true" ma:fieldsID="38d12aaa13ef255769ffd61df056c248" ns3:_="" ns4:_="">
    <xsd:import namespace="c80d803b-ee30-4cf1-8997-d5dbef288d47"/>
    <xsd:import namespace="1c1e4822-5b82-4cb4-a39e-28e929ec7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d803b-ee30-4cf1-8997-d5dbef288d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e4822-5b82-4cb4-a39e-28e929ec74c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0d803b-ee30-4cf1-8997-d5dbef288d4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41CB36-A453-437A-9828-23DF9E5FC86D}">
  <ds:schemaRefs>
    <ds:schemaRef ds:uri="1c1e4822-5b82-4cb4-a39e-28e929ec74cb"/>
    <ds:schemaRef ds:uri="c80d803b-ee30-4cf1-8997-d5dbef288d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4A7C5A7-05C0-4FE3-B169-7E865D8495CE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1c1e4822-5b82-4cb4-a39e-28e929ec74cb"/>
    <ds:schemaRef ds:uri="c80d803b-ee30-4cf1-8997-d5dbef288d47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5919F86-A71C-4826-BFD2-23EB659F8B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VPEC_theme</Template>
  <TotalTime>3600</TotalTime>
  <Words>293</Words>
  <Application>Microsoft Office PowerPoint</Application>
  <PresentationFormat>A4 Paper (210x297 mm)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Asana</vt:lpstr>
      <vt:lpstr>Aptos</vt:lpstr>
      <vt:lpstr>Arial</vt:lpstr>
      <vt:lpstr>Calibri</vt:lpstr>
      <vt:lpstr>Cambria Math</vt:lpstr>
      <vt:lpstr>Dosis</vt:lpstr>
      <vt:lpstr>Dosis ExtraBold</vt:lpstr>
      <vt:lpstr>Wingdings</vt:lpstr>
      <vt:lpstr>VPEC_theme</vt:lpstr>
      <vt:lpstr>Trả lời câu hỏi </vt:lpstr>
      <vt:lpstr>Trả lời câu hỏi </vt:lpstr>
      <vt:lpstr>Trả lời câu hỏi </vt:lpstr>
      <vt:lpstr>Reference 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Duy Dinh</dc:creator>
  <cp:lastModifiedBy>Cao Lam Tung 20222709</cp:lastModifiedBy>
  <cp:revision>12</cp:revision>
  <cp:lastPrinted>2024-01-25T03:56:08Z</cp:lastPrinted>
  <dcterms:created xsi:type="dcterms:W3CDTF">2020-11-17T01:54:46Z</dcterms:created>
  <dcterms:modified xsi:type="dcterms:W3CDTF">2025-03-15T14:32:54Z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0x01010091885E8D135CD643938305DEC3E1B53E</vt:lpwstr>
  </property>
</Properties>
</file>