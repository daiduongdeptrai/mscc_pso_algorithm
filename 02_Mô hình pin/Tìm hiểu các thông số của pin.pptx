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6" r:id="rId5"/>
    <p:sldId id="326" r:id="rId6"/>
    <p:sldId id="413" r:id="rId7"/>
    <p:sldId id="417" r:id="rId8"/>
    <p:sldId id="416" r:id="rId9"/>
    <p:sldId id="423" r:id="rId10"/>
    <p:sldId id="418" r:id="rId11"/>
    <p:sldId id="383" r:id="rId12"/>
    <p:sldId id="420" r:id="rId13"/>
    <p:sldId id="419" r:id="rId14"/>
    <p:sldId id="421" r:id="rId15"/>
    <p:sldId id="422" r:id="rId16"/>
    <p:sldId id="414" r:id="rId17"/>
    <p:sldId id="382" r:id="rId18"/>
    <p:sldId id="266" r:id="rId19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256"/>
            <p14:sldId id="326"/>
            <p14:sldId id="413"/>
            <p14:sldId id="417"/>
            <p14:sldId id="416"/>
            <p14:sldId id="423"/>
            <p14:sldId id="418"/>
            <p14:sldId id="383"/>
            <p14:sldId id="420"/>
            <p14:sldId id="419"/>
            <p14:sldId id="421"/>
            <p14:sldId id="422"/>
            <p14:sldId id="414"/>
            <p14:sldId id="382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06DBCD-D208-D3A7-2849-057023EC31D8}" name="Guest User" initials="GU" userId="S::urn:spo:anon#23c2c3b25906e6ff3256d0b4399699bbf3aabb54eab21a455bfe91ec7cd746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FF7"/>
    <a:srgbClr val="262626"/>
    <a:srgbClr val="01204C"/>
    <a:srgbClr val="D2DEEF"/>
    <a:srgbClr val="990134"/>
    <a:srgbClr val="00552B"/>
    <a:srgbClr val="CFAFE7"/>
    <a:srgbClr val="B686DA"/>
    <a:srgbClr val="F5B68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C58D4-8E2B-4C81-A519-91013BC190C1}" v="68" dt="2025-02-06T02:11:28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12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 Lam Tung 20222709" userId="S::tung.cl222709@sis.hust.edu.vn::ce9674a6-c058-496c-88bf-33b32ed75606" providerId="AD" clId="Web-{102C6164-87FE-B9B7-3BCD-C2150E9708D8}"/>
    <pc:docChg chg="modSld">
      <pc:chgData name="Cao Lam Tung 20222709" userId="S::tung.cl222709@sis.hust.edu.vn::ce9674a6-c058-496c-88bf-33b32ed75606" providerId="AD" clId="Web-{102C6164-87FE-B9B7-3BCD-C2150E9708D8}" dt="2024-12-21T11:53:55.089" v="18" actId="20577"/>
      <pc:docMkLst>
        <pc:docMk/>
      </pc:docMkLst>
      <pc:sldChg chg="modSp">
        <pc:chgData name="Cao Lam Tung 20222709" userId="S::tung.cl222709@sis.hust.edu.vn::ce9674a6-c058-496c-88bf-33b32ed75606" providerId="AD" clId="Web-{102C6164-87FE-B9B7-3BCD-C2150E9708D8}" dt="2024-12-21T11:53:55.089" v="18" actId="20577"/>
        <pc:sldMkLst>
          <pc:docMk/>
          <pc:sldMk cId="425079733" sldId="256"/>
        </pc:sldMkLst>
        <pc:spChg chg="mod">
          <ac:chgData name="Cao Lam Tung 20222709" userId="S::tung.cl222709@sis.hust.edu.vn::ce9674a6-c058-496c-88bf-33b32ed75606" providerId="AD" clId="Web-{102C6164-87FE-B9B7-3BCD-C2150E9708D8}" dt="2024-12-21T11:53:55.089" v="18" actId="20577"/>
          <ac:spMkLst>
            <pc:docMk/>
            <pc:sldMk cId="425079733" sldId="256"/>
            <ac:spMk id="16" creationId="{54FAB818-6B30-A7C5-7D4E-1D98E2B32425}"/>
          </ac:spMkLst>
        </pc:spChg>
      </pc:sldChg>
    </pc:docChg>
  </pc:docChgLst>
  <pc:docChgLst>
    <pc:chgData name="Cao Lam Tung 20222709" userId="ce9674a6-c058-496c-88bf-33b32ed75606" providerId="ADAL" clId="{D55E4134-4533-4B33-A121-23ECB8AB8F30}"/>
    <pc:docChg chg="undo redo custSel addSld delSld modSld modSection">
      <pc:chgData name="Cao Lam Tung 20222709" userId="ce9674a6-c058-496c-88bf-33b32ed75606" providerId="ADAL" clId="{D55E4134-4533-4B33-A121-23ECB8AB8F30}" dt="2024-12-27T09:28:46.660" v="1019" actId="20577"/>
      <pc:docMkLst>
        <pc:docMk/>
      </pc:docMkLst>
      <pc:sldChg chg="modSp mod">
        <pc:chgData name="Cao Lam Tung 20222709" userId="ce9674a6-c058-496c-88bf-33b32ed75606" providerId="ADAL" clId="{D55E4134-4533-4B33-A121-23ECB8AB8F30}" dt="2024-12-25T15:13:45.052" v="22" actId="20577"/>
        <pc:sldMkLst>
          <pc:docMk/>
          <pc:sldMk cId="425079733" sldId="256"/>
        </pc:sldMkLst>
        <pc:spChg chg="mod">
          <ac:chgData name="Cao Lam Tung 20222709" userId="ce9674a6-c058-496c-88bf-33b32ed75606" providerId="ADAL" clId="{D55E4134-4533-4B33-A121-23ECB8AB8F30}" dt="2024-12-25T15:13:45.052" v="22" actId="20577"/>
          <ac:spMkLst>
            <pc:docMk/>
            <pc:sldMk cId="425079733" sldId="256"/>
            <ac:spMk id="16" creationId="{54FAB818-6B30-A7C5-7D4E-1D98E2B32425}"/>
          </ac:spMkLst>
        </pc:spChg>
      </pc:sldChg>
      <pc:sldChg chg="modSp mod">
        <pc:chgData name="Cao Lam Tung 20222709" userId="ce9674a6-c058-496c-88bf-33b32ed75606" providerId="ADAL" clId="{D55E4134-4533-4B33-A121-23ECB8AB8F30}" dt="2024-12-27T09:28:46.660" v="1019" actId="20577"/>
        <pc:sldMkLst>
          <pc:docMk/>
          <pc:sldMk cId="3405558723" sldId="382"/>
        </pc:sldMkLst>
        <pc:spChg chg="mod">
          <ac:chgData name="Cao Lam Tung 20222709" userId="ce9674a6-c058-496c-88bf-33b32ed75606" providerId="ADAL" clId="{D55E4134-4533-4B33-A121-23ECB8AB8F30}" dt="2024-12-27T09:28:46.660" v="1019" actId="20577"/>
          <ac:spMkLst>
            <pc:docMk/>
            <pc:sldMk cId="3405558723" sldId="382"/>
            <ac:spMk id="3" creationId="{AA5BBBF7-8B5C-1DB5-0228-26CA7CD1CB96}"/>
          </ac:spMkLst>
        </pc:spChg>
      </pc:sldChg>
      <pc:sldChg chg="addSp delSp modSp mod">
        <pc:chgData name="Cao Lam Tung 20222709" userId="ce9674a6-c058-496c-88bf-33b32ed75606" providerId="ADAL" clId="{D55E4134-4533-4B33-A121-23ECB8AB8F30}" dt="2024-12-27T08:27:18.850" v="562" actId="1076"/>
        <pc:sldMkLst>
          <pc:docMk/>
          <pc:sldMk cId="1512609409" sldId="383"/>
        </pc:sldMkLst>
        <pc:spChg chg="mod">
          <ac:chgData name="Cao Lam Tung 20222709" userId="ce9674a6-c058-496c-88bf-33b32ed75606" providerId="ADAL" clId="{D55E4134-4533-4B33-A121-23ECB8AB8F30}" dt="2024-12-27T08:23:58.699" v="403" actId="1076"/>
          <ac:spMkLst>
            <pc:docMk/>
            <pc:sldMk cId="1512609409" sldId="383"/>
            <ac:spMk id="6" creationId="{7B2671D9-5B0E-1F96-9900-9179589A4E7F}"/>
          </ac:spMkLst>
        </pc:spChg>
        <pc:spChg chg="add mod">
          <ac:chgData name="Cao Lam Tung 20222709" userId="ce9674a6-c058-496c-88bf-33b32ed75606" providerId="ADAL" clId="{D55E4134-4533-4B33-A121-23ECB8AB8F30}" dt="2024-12-27T08:27:18.850" v="562" actId="1076"/>
          <ac:spMkLst>
            <pc:docMk/>
            <pc:sldMk cId="1512609409" sldId="383"/>
            <ac:spMk id="10" creationId="{D57757B1-AB7B-8393-2ADF-D90D4131F592}"/>
          </ac:spMkLst>
        </pc:spChg>
        <pc:spChg chg="mod">
          <ac:chgData name="Cao Lam Tung 20222709" userId="ce9674a6-c058-496c-88bf-33b32ed75606" providerId="ADAL" clId="{D55E4134-4533-4B33-A121-23ECB8AB8F30}" dt="2024-12-27T08:27:13.392" v="561" actId="255"/>
          <ac:spMkLst>
            <pc:docMk/>
            <pc:sldMk cId="1512609409" sldId="383"/>
            <ac:spMk id="11" creationId="{81495CAB-2BD3-F321-3DF7-620E4C5C3B7F}"/>
          </ac:spMkLst>
        </pc:spChg>
        <pc:picChg chg="mod ord">
          <ac:chgData name="Cao Lam Tung 20222709" userId="ce9674a6-c058-496c-88bf-33b32ed75606" providerId="ADAL" clId="{D55E4134-4533-4B33-A121-23ECB8AB8F30}" dt="2024-12-27T08:24:07.129" v="406" actId="1076"/>
          <ac:picMkLst>
            <pc:docMk/>
            <pc:sldMk cId="1512609409" sldId="383"/>
            <ac:picMk id="9" creationId="{E6D95D0F-CC7D-0FB3-7A37-3E1E35046A56}"/>
          </ac:picMkLst>
        </pc:picChg>
      </pc:sldChg>
      <pc:sldChg chg="modNotesTx">
        <pc:chgData name="Cao Lam Tung 20222709" userId="ce9674a6-c058-496c-88bf-33b32ed75606" providerId="ADAL" clId="{D55E4134-4533-4B33-A121-23ECB8AB8F30}" dt="2024-12-27T08:18:48.901" v="250"/>
        <pc:sldMkLst>
          <pc:docMk/>
          <pc:sldMk cId="973910400" sldId="387"/>
        </pc:sldMkLst>
      </pc:sldChg>
      <pc:sldChg chg="modSp mod">
        <pc:chgData name="Cao Lam Tung 20222709" userId="ce9674a6-c058-496c-88bf-33b32ed75606" providerId="ADAL" clId="{D55E4134-4533-4B33-A121-23ECB8AB8F30}" dt="2024-12-27T04:21:13.097" v="45" actId="1076"/>
        <pc:sldMkLst>
          <pc:docMk/>
          <pc:sldMk cId="1705887883" sldId="396"/>
        </pc:sldMkLst>
        <pc:spChg chg="mod">
          <ac:chgData name="Cao Lam Tung 20222709" userId="ce9674a6-c058-496c-88bf-33b32ed75606" providerId="ADAL" clId="{D55E4134-4533-4B33-A121-23ECB8AB8F30}" dt="2024-12-27T04:21:13.097" v="45" actId="1076"/>
          <ac:spMkLst>
            <pc:docMk/>
            <pc:sldMk cId="1705887883" sldId="396"/>
            <ac:spMk id="2" creationId="{3D816E79-E267-DDF2-9C9A-6C77D7845F36}"/>
          </ac:spMkLst>
        </pc:spChg>
      </pc:sldChg>
      <pc:sldChg chg="modSp mod modNotesTx">
        <pc:chgData name="Cao Lam Tung 20222709" userId="ce9674a6-c058-496c-88bf-33b32ed75606" providerId="ADAL" clId="{D55E4134-4533-4B33-A121-23ECB8AB8F30}" dt="2024-12-27T04:21:48.991" v="53" actId="1076"/>
        <pc:sldMkLst>
          <pc:docMk/>
          <pc:sldMk cId="3490198815" sldId="397"/>
        </pc:sldMkLst>
        <pc:spChg chg="mod">
          <ac:chgData name="Cao Lam Tung 20222709" userId="ce9674a6-c058-496c-88bf-33b32ed75606" providerId="ADAL" clId="{D55E4134-4533-4B33-A121-23ECB8AB8F30}" dt="2024-12-27T04:21:48.991" v="53" actId="1076"/>
          <ac:spMkLst>
            <pc:docMk/>
            <pc:sldMk cId="3490198815" sldId="397"/>
            <ac:spMk id="2" creationId="{D9D4A239-75AE-0747-1A9C-10CBB25E50B8}"/>
          </ac:spMkLst>
        </pc:spChg>
      </pc:sldChg>
      <pc:sldChg chg="modSp mod modNotesTx">
        <pc:chgData name="Cao Lam Tung 20222709" userId="ce9674a6-c058-496c-88bf-33b32ed75606" providerId="ADAL" clId="{D55E4134-4533-4B33-A121-23ECB8AB8F30}" dt="2024-12-27T04:29:06.232" v="232" actId="20577"/>
        <pc:sldMkLst>
          <pc:docMk/>
          <pc:sldMk cId="3618849856" sldId="398"/>
        </pc:sldMkLst>
        <pc:spChg chg="mod">
          <ac:chgData name="Cao Lam Tung 20222709" userId="ce9674a6-c058-496c-88bf-33b32ed75606" providerId="ADAL" clId="{D55E4134-4533-4B33-A121-23ECB8AB8F30}" dt="2024-12-27T04:21:56.169" v="55" actId="1076"/>
          <ac:spMkLst>
            <pc:docMk/>
            <pc:sldMk cId="3618849856" sldId="398"/>
            <ac:spMk id="2" creationId="{1ECD75A4-351F-BB1D-FB17-764231AB8F76}"/>
          </ac:spMkLst>
        </pc:spChg>
        <pc:spChg chg="mod">
          <ac:chgData name="Cao Lam Tung 20222709" userId="ce9674a6-c058-496c-88bf-33b32ed75606" providerId="ADAL" clId="{D55E4134-4533-4B33-A121-23ECB8AB8F30}" dt="2024-12-27T04:20:33.631" v="42" actId="1076"/>
          <ac:spMkLst>
            <pc:docMk/>
            <pc:sldMk cId="3618849856" sldId="398"/>
            <ac:spMk id="18" creationId="{5093E4DD-F672-7076-7252-6E1FC9C9D4F8}"/>
          </ac:spMkLst>
        </pc:spChg>
        <pc:spChg chg="mod">
          <ac:chgData name="Cao Lam Tung 20222709" userId="ce9674a6-c058-496c-88bf-33b32ed75606" providerId="ADAL" clId="{D55E4134-4533-4B33-A121-23ECB8AB8F30}" dt="2024-12-27T04:20:33.631" v="42" actId="1076"/>
          <ac:spMkLst>
            <pc:docMk/>
            <pc:sldMk cId="3618849856" sldId="398"/>
            <ac:spMk id="20" creationId="{F68870EF-DB64-5382-78CD-AA078D877D9C}"/>
          </ac:spMkLst>
        </pc:spChg>
      </pc:sldChg>
      <pc:sldChg chg="addSp delSp modSp add mod modNotesTx">
        <pc:chgData name="Cao Lam Tung 20222709" userId="ce9674a6-c058-496c-88bf-33b32ed75606" providerId="ADAL" clId="{D55E4134-4533-4B33-A121-23ECB8AB8F30}" dt="2024-12-27T08:52:42.707" v="796" actId="20577"/>
        <pc:sldMkLst>
          <pc:docMk/>
          <pc:sldMk cId="2861518484" sldId="400"/>
        </pc:sldMkLst>
        <pc:spChg chg="add mod">
          <ac:chgData name="Cao Lam Tung 20222709" userId="ce9674a6-c058-496c-88bf-33b32ed75606" providerId="ADAL" clId="{D55E4134-4533-4B33-A121-23ECB8AB8F30}" dt="2024-12-27T08:48:55.188" v="781" actId="1076"/>
          <ac:spMkLst>
            <pc:docMk/>
            <pc:sldMk cId="2861518484" sldId="400"/>
            <ac:spMk id="5" creationId="{683CFC02-E05C-E3F2-AD6C-A9E22C0B4FC5}"/>
          </ac:spMkLst>
        </pc:spChg>
        <pc:spChg chg="mod">
          <ac:chgData name="Cao Lam Tung 20222709" userId="ce9674a6-c058-496c-88bf-33b32ed75606" providerId="ADAL" clId="{D55E4134-4533-4B33-A121-23ECB8AB8F30}" dt="2024-12-27T04:22:38.495" v="84" actId="20577"/>
          <ac:spMkLst>
            <pc:docMk/>
            <pc:sldMk cId="2861518484" sldId="400"/>
            <ac:spMk id="6" creationId="{249B2A53-EDF0-7D7C-CE7A-23AF986B980C}"/>
          </ac:spMkLst>
        </pc:spChg>
        <pc:spChg chg="add mod">
          <ac:chgData name="Cao Lam Tung 20222709" userId="ce9674a6-c058-496c-88bf-33b32ed75606" providerId="ADAL" clId="{D55E4134-4533-4B33-A121-23ECB8AB8F30}" dt="2024-12-27T08:48:41.247" v="779" actId="12"/>
          <ac:spMkLst>
            <pc:docMk/>
            <pc:sldMk cId="2861518484" sldId="400"/>
            <ac:spMk id="8" creationId="{E7E19761-DAF4-CB8F-A9F9-5F457C92B76A}"/>
          </ac:spMkLst>
        </pc:spChg>
        <pc:spChg chg="mod">
          <ac:chgData name="Cao Lam Tung 20222709" userId="ce9674a6-c058-496c-88bf-33b32ed75606" providerId="ADAL" clId="{D55E4134-4533-4B33-A121-23ECB8AB8F30}" dt="2024-12-27T08:43:35.456" v="571" actId="1076"/>
          <ac:spMkLst>
            <pc:docMk/>
            <pc:sldMk cId="2861518484" sldId="400"/>
            <ac:spMk id="13" creationId="{85CE0434-C2BC-46A9-D5FE-ED455F8FD4B1}"/>
          </ac:spMkLst>
        </pc:spChg>
        <pc:picChg chg="add mod ord">
          <ac:chgData name="Cao Lam Tung 20222709" userId="ce9674a6-c058-496c-88bf-33b32ed75606" providerId="ADAL" clId="{D55E4134-4533-4B33-A121-23ECB8AB8F30}" dt="2024-12-27T08:43:51.775" v="575" actId="1076"/>
          <ac:picMkLst>
            <pc:docMk/>
            <pc:sldMk cId="2861518484" sldId="400"/>
            <ac:picMk id="3" creationId="{24E53B13-3FB8-16C3-3C60-0A31A41DEFAE}"/>
          </ac:picMkLst>
        </pc:picChg>
      </pc:sldChg>
      <pc:sldChg chg="add del">
        <pc:chgData name="Cao Lam Tung 20222709" userId="ce9674a6-c058-496c-88bf-33b32ed75606" providerId="ADAL" clId="{D55E4134-4533-4B33-A121-23ECB8AB8F30}" dt="2024-12-27T04:22:01.763" v="56" actId="47"/>
        <pc:sldMkLst>
          <pc:docMk/>
          <pc:sldMk cId="3575042794" sldId="400"/>
        </pc:sldMkLst>
      </pc:sldChg>
      <pc:sldChg chg="addSp delSp modSp add mod">
        <pc:chgData name="Cao Lam Tung 20222709" userId="ce9674a6-c058-496c-88bf-33b32ed75606" providerId="ADAL" clId="{D55E4134-4533-4B33-A121-23ECB8AB8F30}" dt="2024-12-27T08:55:30.451" v="818" actId="478"/>
        <pc:sldMkLst>
          <pc:docMk/>
          <pc:sldMk cId="513666704" sldId="401"/>
        </pc:sldMkLst>
        <pc:spChg chg="add mod">
          <ac:chgData name="Cao Lam Tung 20222709" userId="ce9674a6-c058-496c-88bf-33b32ed75606" providerId="ADAL" clId="{D55E4134-4533-4B33-A121-23ECB8AB8F30}" dt="2024-12-27T08:55:07.326" v="811" actId="20577"/>
          <ac:spMkLst>
            <pc:docMk/>
            <pc:sldMk cId="513666704" sldId="401"/>
            <ac:spMk id="9" creationId="{BB35ECA9-8F73-7C63-7FDE-20CF51A84141}"/>
          </ac:spMkLst>
        </pc:spChg>
        <pc:picChg chg="mod">
          <ac:chgData name="Cao Lam Tung 20222709" userId="ce9674a6-c058-496c-88bf-33b32ed75606" providerId="ADAL" clId="{D55E4134-4533-4B33-A121-23ECB8AB8F30}" dt="2024-12-27T08:53:48.873" v="802" actId="1076"/>
          <ac:picMkLst>
            <pc:docMk/>
            <pc:sldMk cId="513666704" sldId="401"/>
            <ac:picMk id="3" creationId="{61123F97-F621-9B82-3DED-5787FCF8C90C}"/>
          </ac:picMkLst>
        </pc:picChg>
      </pc:sldChg>
      <pc:sldChg chg="add del">
        <pc:chgData name="Cao Lam Tung 20222709" userId="ce9674a6-c058-496c-88bf-33b32ed75606" providerId="ADAL" clId="{D55E4134-4533-4B33-A121-23ECB8AB8F30}" dt="2024-12-27T08:51:14.388" v="787"/>
        <pc:sldMkLst>
          <pc:docMk/>
          <pc:sldMk cId="2806087674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5:25.508" v="988"/>
        <pc:sldMkLst>
          <pc:docMk/>
          <pc:sldMk cId="4265039605" sldId="402"/>
        </pc:sldMkLst>
        <pc:spChg chg="add mod">
          <ac:chgData name="Cao Lam Tung 20222709" userId="ce9674a6-c058-496c-88bf-33b32ed75606" providerId="ADAL" clId="{D55E4134-4533-4B33-A121-23ECB8AB8F30}" dt="2024-12-27T09:25:02.500" v="987" actId="2711"/>
          <ac:spMkLst>
            <pc:docMk/>
            <pc:sldMk cId="4265039605" sldId="402"/>
            <ac:spMk id="5" creationId="{B46B5873-3ED7-C288-9F36-E108A318F055}"/>
          </ac:spMkLst>
        </pc:spChg>
        <pc:spChg chg="mod">
          <ac:chgData name="Cao Lam Tung 20222709" userId="ce9674a6-c058-496c-88bf-33b32ed75606" providerId="ADAL" clId="{D55E4134-4533-4B33-A121-23ECB8AB8F30}" dt="2024-12-27T09:23:41.423" v="914" actId="1076"/>
          <ac:spMkLst>
            <pc:docMk/>
            <pc:sldMk cId="4265039605" sldId="402"/>
            <ac:spMk id="6" creationId="{EE3688BD-B3DC-0915-1A9D-CAA30EA387E7}"/>
          </ac:spMkLst>
        </pc:spChg>
        <pc:picChg chg="mod">
          <ac:chgData name="Cao Lam Tung 20222709" userId="ce9674a6-c058-496c-88bf-33b32ed75606" providerId="ADAL" clId="{D55E4134-4533-4B33-A121-23ECB8AB8F30}" dt="2024-12-27T09:24:17.151" v="947" actId="1076"/>
          <ac:picMkLst>
            <pc:docMk/>
            <pc:sldMk cId="4265039605" sldId="402"/>
            <ac:picMk id="3" creationId="{832DB9BA-44B4-0D27-F19B-99E5500FDBB6}"/>
          </ac:picMkLst>
        </pc:picChg>
      </pc:sldChg>
      <pc:sldChg chg="addSp delSp modSp add mod modNotesTx">
        <pc:chgData name="Cao Lam Tung 20222709" userId="ce9674a6-c058-496c-88bf-33b32ed75606" providerId="ADAL" clId="{D55E4134-4533-4B33-A121-23ECB8AB8F30}" dt="2024-12-27T09:26:56.086" v="1016"/>
        <pc:sldMkLst>
          <pc:docMk/>
          <pc:sldMk cId="3866274425" sldId="403"/>
        </pc:sldMkLst>
        <pc:spChg chg="add mod">
          <ac:chgData name="Cao Lam Tung 20222709" userId="ce9674a6-c058-496c-88bf-33b32ed75606" providerId="ADAL" clId="{D55E4134-4533-4B33-A121-23ECB8AB8F30}" dt="2024-12-27T09:26:44.591" v="1014" actId="14100"/>
          <ac:spMkLst>
            <pc:docMk/>
            <pc:sldMk cId="3866274425" sldId="403"/>
            <ac:spMk id="10" creationId="{6ADB3166-C7B6-546A-1414-296325E86320}"/>
          </ac:spMkLst>
        </pc:spChg>
        <pc:picChg chg="mod">
          <ac:chgData name="Cao Lam Tung 20222709" userId="ce9674a6-c058-496c-88bf-33b32ed75606" providerId="ADAL" clId="{D55E4134-4533-4B33-A121-23ECB8AB8F30}" dt="2024-12-27T09:26:47.828" v="1015" actId="1076"/>
          <ac:picMkLst>
            <pc:docMk/>
            <pc:sldMk cId="3866274425" sldId="403"/>
            <ac:picMk id="3" creationId="{A51AB3D1-EB22-E624-5E2D-D89A9C57F01F}"/>
          </ac:picMkLst>
        </pc:picChg>
      </pc:sldChg>
    </pc:docChg>
  </pc:docChgLst>
  <pc:docChgLst>
    <pc:chgData name="Cao Lam Tung 20222709" userId="ce9674a6-c058-496c-88bf-33b32ed75606" providerId="ADAL" clId="{600EA3E8-7A88-4898-BA5D-3D768744E8FE}"/>
    <pc:docChg chg="undo custSel modSld sldOrd">
      <pc:chgData name="Cao Lam Tung 20222709" userId="ce9674a6-c058-496c-88bf-33b32ed75606" providerId="ADAL" clId="{600EA3E8-7A88-4898-BA5D-3D768744E8FE}" dt="2024-09-11T09:29:54.079" v="793"/>
      <pc:docMkLst>
        <pc:docMk/>
      </pc:docMkLst>
      <pc:sldChg chg="modSp mod">
        <pc:chgData name="Cao Lam Tung 20222709" userId="ce9674a6-c058-496c-88bf-33b32ed75606" providerId="ADAL" clId="{600EA3E8-7A88-4898-BA5D-3D768744E8FE}" dt="2024-08-20T01:47:12.781" v="1" actId="14100"/>
        <pc:sldMkLst>
          <pc:docMk/>
          <pc:sldMk cId="3643748511" sldId="258"/>
        </pc:sldMkLst>
      </pc:sldChg>
      <pc:sldChg chg="ord">
        <pc:chgData name="Cao Lam Tung 20222709" userId="ce9674a6-c058-496c-88bf-33b32ed75606" providerId="ADAL" clId="{600EA3E8-7A88-4898-BA5D-3D768744E8FE}" dt="2024-09-11T09:29:54.079" v="793"/>
        <pc:sldMkLst>
          <pc:docMk/>
          <pc:sldMk cId="463760155" sldId="266"/>
        </pc:sldMkLst>
      </pc:sldChg>
      <pc:sldChg chg="modSp mod">
        <pc:chgData name="Cao Lam Tung 20222709" userId="ce9674a6-c058-496c-88bf-33b32ed75606" providerId="ADAL" clId="{600EA3E8-7A88-4898-BA5D-3D768744E8FE}" dt="2024-08-20T02:39:43.819" v="5" actId="1076"/>
        <pc:sldMkLst>
          <pc:docMk/>
          <pc:sldMk cId="290600735" sldId="328"/>
        </pc:sldMkLst>
      </pc:sldChg>
      <pc:sldChg chg="modSp mod">
        <pc:chgData name="Cao Lam Tung 20222709" userId="ce9674a6-c058-496c-88bf-33b32ed75606" providerId="ADAL" clId="{600EA3E8-7A88-4898-BA5D-3D768744E8FE}" dt="2024-08-25T15:51:53.048" v="290" actId="1076"/>
        <pc:sldMkLst>
          <pc:docMk/>
          <pc:sldMk cId="3209251382" sldId="331"/>
        </pc:sldMkLst>
      </pc:sldChg>
      <pc:sldChg chg="addSp modSp mod">
        <pc:chgData name="Cao Lam Tung 20222709" userId="ce9674a6-c058-496c-88bf-33b32ed75606" providerId="ADAL" clId="{600EA3E8-7A88-4898-BA5D-3D768744E8FE}" dt="2024-09-01T02:48:03.078" v="428" actId="1076"/>
        <pc:sldMkLst>
          <pc:docMk/>
          <pc:sldMk cId="959314624" sldId="332"/>
        </pc:sldMkLst>
      </pc:sldChg>
      <pc:sldChg chg="modSp mod">
        <pc:chgData name="Cao Lam Tung 20222709" userId="ce9674a6-c058-496c-88bf-33b32ed75606" providerId="ADAL" clId="{600EA3E8-7A88-4898-BA5D-3D768744E8FE}" dt="2024-08-20T12:58:45.203" v="192" actId="20577"/>
        <pc:sldMkLst>
          <pc:docMk/>
          <pc:sldMk cId="563296614" sldId="334"/>
        </pc:sldMkLst>
      </pc:sldChg>
      <pc:sldChg chg="modSp mod">
        <pc:chgData name="Cao Lam Tung 20222709" userId="ce9674a6-c058-496c-88bf-33b32ed75606" providerId="ADAL" clId="{600EA3E8-7A88-4898-BA5D-3D768744E8FE}" dt="2024-08-20T03:18:19.974" v="182" actId="1076"/>
        <pc:sldMkLst>
          <pc:docMk/>
          <pc:sldMk cId="2749988275" sldId="335"/>
        </pc:sldMkLst>
      </pc:sldChg>
      <pc:sldChg chg="addSp delSp modSp mod">
        <pc:chgData name="Cao Lam Tung 20222709" userId="ce9674a6-c058-496c-88bf-33b32ed75606" providerId="ADAL" clId="{600EA3E8-7A88-4898-BA5D-3D768744E8FE}" dt="2024-09-11T09:08:54.613" v="716" actId="20577"/>
        <pc:sldMkLst>
          <pc:docMk/>
          <pc:sldMk cId="2379758615" sldId="337"/>
        </pc:sldMkLst>
      </pc:sldChg>
      <pc:sldChg chg="addSp delSp modSp mod">
        <pc:chgData name="Cao Lam Tung 20222709" userId="ce9674a6-c058-496c-88bf-33b32ed75606" providerId="ADAL" clId="{600EA3E8-7A88-4898-BA5D-3D768744E8FE}" dt="2024-09-11T09:10:33.167" v="747" actId="478"/>
        <pc:sldMkLst>
          <pc:docMk/>
          <pc:sldMk cId="629533612" sldId="338"/>
        </pc:sldMkLst>
      </pc:sldChg>
      <pc:sldChg chg="addSp delSp modSp mod">
        <pc:chgData name="Cao Lam Tung 20222709" userId="ce9674a6-c058-496c-88bf-33b32ed75606" providerId="ADAL" clId="{600EA3E8-7A88-4898-BA5D-3D768744E8FE}" dt="2024-09-11T09:19:29.738" v="780" actId="20577"/>
        <pc:sldMkLst>
          <pc:docMk/>
          <pc:sldMk cId="3803284696" sldId="339"/>
        </pc:sldMkLst>
      </pc:sldChg>
      <pc:sldChg chg="modSp mod">
        <pc:chgData name="Cao Lam Tung 20222709" userId="ce9674a6-c058-496c-88bf-33b32ed75606" providerId="ADAL" clId="{600EA3E8-7A88-4898-BA5D-3D768744E8FE}" dt="2024-09-11T09:29:28.867" v="782" actId="20577"/>
        <pc:sldMkLst>
          <pc:docMk/>
          <pc:sldMk cId="3904980597" sldId="340"/>
        </pc:sldMkLst>
      </pc:sldChg>
      <pc:sldChg chg="modSp mod">
        <pc:chgData name="Cao Lam Tung 20222709" userId="ce9674a6-c058-496c-88bf-33b32ed75606" providerId="ADAL" clId="{600EA3E8-7A88-4898-BA5D-3D768744E8FE}" dt="2024-09-11T09:29:32.105" v="784" actId="20577"/>
        <pc:sldMkLst>
          <pc:docMk/>
          <pc:sldMk cId="3158382041" sldId="341"/>
        </pc:sldMkLst>
      </pc:sldChg>
      <pc:sldChg chg="modSp">
        <pc:chgData name="Cao Lam Tung 20222709" userId="ce9674a6-c058-496c-88bf-33b32ed75606" providerId="ADAL" clId="{600EA3E8-7A88-4898-BA5D-3D768744E8FE}" dt="2024-09-01T03:10:37.292" v="429" actId="20577"/>
        <pc:sldMkLst>
          <pc:docMk/>
          <pc:sldMk cId="2416454450" sldId="342"/>
        </pc:sldMkLst>
      </pc:sldChg>
      <pc:sldChg chg="modSp mod">
        <pc:chgData name="Cao Lam Tung 20222709" userId="ce9674a6-c058-496c-88bf-33b32ed75606" providerId="ADAL" clId="{600EA3E8-7A88-4898-BA5D-3D768744E8FE}" dt="2024-09-11T09:29:46.710" v="789" actId="20577"/>
        <pc:sldMkLst>
          <pc:docMk/>
          <pc:sldMk cId="18072324" sldId="343"/>
        </pc:sldMkLst>
      </pc:sldChg>
      <pc:sldChg chg="modSp mod">
        <pc:chgData name="Cao Lam Tung 20222709" userId="ce9674a6-c058-496c-88bf-33b32ed75606" providerId="ADAL" clId="{600EA3E8-7A88-4898-BA5D-3D768744E8FE}" dt="2024-09-11T09:29:49.296" v="791" actId="20577"/>
        <pc:sldMkLst>
          <pc:docMk/>
          <pc:sldMk cId="958536204" sldId="344"/>
        </pc:sldMkLst>
      </pc:sldChg>
    </pc:docChg>
  </pc:docChgLst>
  <pc:docChgLst>
    <pc:chgData name="Cao Lam Tung 20222709" userId="ce9674a6-c058-496c-88bf-33b32ed75606" providerId="ADAL" clId="{59C245AA-3E57-4BD3-8E2D-0701251E041C}"/>
    <pc:docChg chg="undo custSel addSld modSld sldOrd">
      <pc:chgData name="Cao Lam Tung 20222709" userId="ce9674a6-c058-496c-88bf-33b32ed75606" providerId="ADAL" clId="{59C245AA-3E57-4BD3-8E2D-0701251E041C}" dt="2024-04-10T14:27:09.552" v="1905" actId="20577"/>
      <pc:docMkLst>
        <pc:docMk/>
      </pc:docMkLst>
      <pc:sldChg chg="addSp delSp modSp mod">
        <pc:chgData name="Cao Lam Tung 20222709" userId="ce9674a6-c058-496c-88bf-33b32ed75606" providerId="ADAL" clId="{59C245AA-3E57-4BD3-8E2D-0701251E041C}" dt="2024-04-02T13:57:11.298" v="51" actId="478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59C245AA-3E57-4BD3-8E2D-0701251E041C}" dt="2024-04-10T14:01:45.579" v="1895" actId="20577"/>
        <pc:sldMkLst>
          <pc:docMk/>
          <pc:sldMk cId="3629502066" sldId="327"/>
        </pc:sldMkLst>
      </pc:sldChg>
      <pc:sldChg chg="modSp mod">
        <pc:chgData name="Cao Lam Tung 20222709" userId="ce9674a6-c058-496c-88bf-33b32ed75606" providerId="ADAL" clId="{59C245AA-3E57-4BD3-8E2D-0701251E041C}" dt="2024-04-06T03:50:43.762" v="186" actId="14100"/>
        <pc:sldMkLst>
          <pc:docMk/>
          <pc:sldMk cId="960568514" sldId="329"/>
        </pc:sldMkLst>
      </pc:sldChg>
      <pc:sldChg chg="modSp mod">
        <pc:chgData name="Cao Lam Tung 20222709" userId="ce9674a6-c058-496c-88bf-33b32ed75606" providerId="ADAL" clId="{59C245AA-3E57-4BD3-8E2D-0701251E041C}" dt="2024-04-10T14:11:27.784" v="1897" actId="1076"/>
        <pc:sldMkLst>
          <pc:docMk/>
          <pc:sldMk cId="2374838604" sldId="330"/>
        </pc:sldMkLst>
      </pc:sldChg>
      <pc:sldChg chg="ord">
        <pc:chgData name="Cao Lam Tung 20222709" userId="ce9674a6-c058-496c-88bf-33b32ed75606" providerId="ADAL" clId="{59C245AA-3E57-4BD3-8E2D-0701251E041C}" dt="2024-04-10T09:52:50.596" v="1508"/>
        <pc:sldMkLst>
          <pc:docMk/>
          <pc:sldMk cId="3277081014" sldId="331"/>
        </pc:sldMkLst>
      </pc:sldChg>
      <pc:sldChg chg="modSp mod">
        <pc:chgData name="Cao Lam Tung 20222709" userId="ce9674a6-c058-496c-88bf-33b32ed75606" providerId="ADAL" clId="{59C245AA-3E57-4BD3-8E2D-0701251E041C}" dt="2024-04-10T14:12:18.291" v="1898" actId="14100"/>
        <pc:sldMkLst>
          <pc:docMk/>
          <pc:sldMk cId="1778810197" sldId="332"/>
        </pc:sldMkLst>
      </pc:sldChg>
      <pc:sldChg chg="addSp delSp modSp mod">
        <pc:chgData name="Cao Lam Tung 20222709" userId="ce9674a6-c058-496c-88bf-33b32ed75606" providerId="ADAL" clId="{59C245AA-3E57-4BD3-8E2D-0701251E041C}" dt="2024-04-10T13:43:30.660" v="1861" actId="20577"/>
        <pc:sldMkLst>
          <pc:docMk/>
          <pc:sldMk cId="2994529451" sldId="334"/>
        </pc:sldMkLst>
      </pc:sldChg>
      <pc:sldChg chg="modSp">
        <pc:chgData name="Cao Lam Tung 20222709" userId="ce9674a6-c058-496c-88bf-33b32ed75606" providerId="ADAL" clId="{59C245AA-3E57-4BD3-8E2D-0701251E041C}" dt="2024-04-01T14:56:14.318" v="42" actId="20577"/>
        <pc:sldMkLst>
          <pc:docMk/>
          <pc:sldMk cId="154274497" sldId="335"/>
        </pc:sldMkLst>
      </pc:sldChg>
      <pc:sldChg chg="modSp mod">
        <pc:chgData name="Cao Lam Tung 20222709" userId="ce9674a6-c058-496c-88bf-33b32ed75606" providerId="ADAL" clId="{59C245AA-3E57-4BD3-8E2D-0701251E041C}" dt="2024-04-08T14:50:48.468" v="1227" actId="14100"/>
        <pc:sldMkLst>
          <pc:docMk/>
          <pc:sldMk cId="3620825576" sldId="336"/>
        </pc:sldMkLst>
      </pc:sldChg>
      <pc:sldChg chg="modSp mod">
        <pc:chgData name="Cao Lam Tung 20222709" userId="ce9674a6-c058-496c-88bf-33b32ed75606" providerId="ADAL" clId="{59C245AA-3E57-4BD3-8E2D-0701251E041C}" dt="2024-04-01T14:59:40.805" v="45" actId="5793"/>
        <pc:sldMkLst>
          <pc:docMk/>
          <pc:sldMk cId="3520922490" sldId="337"/>
        </pc:sldMkLst>
      </pc:sldChg>
      <pc:sldChg chg="modSp mod">
        <pc:chgData name="Cao Lam Tung 20222709" userId="ce9674a6-c058-496c-88bf-33b32ed75606" providerId="ADAL" clId="{59C245AA-3E57-4BD3-8E2D-0701251E041C}" dt="2024-04-10T14:25:14.371" v="1900" actId="20577"/>
        <pc:sldMkLst>
          <pc:docMk/>
          <pc:sldMk cId="3055845051" sldId="338"/>
        </pc:sldMkLst>
      </pc:sldChg>
      <pc:sldChg chg="modSp mod modNotesTx">
        <pc:chgData name="Cao Lam Tung 20222709" userId="ce9674a6-c058-496c-88bf-33b32ed75606" providerId="ADAL" clId="{59C245AA-3E57-4BD3-8E2D-0701251E041C}" dt="2024-04-10T14:23:26.622" v="1899" actId="20577"/>
        <pc:sldMkLst>
          <pc:docMk/>
          <pc:sldMk cId="3331722372" sldId="340"/>
        </pc:sldMkLst>
      </pc:sldChg>
      <pc:sldChg chg="modSp mod">
        <pc:chgData name="Cao Lam Tung 20222709" userId="ce9674a6-c058-496c-88bf-33b32ed75606" providerId="ADAL" clId="{59C245AA-3E57-4BD3-8E2D-0701251E041C}" dt="2024-04-08T15:05:49.187" v="1299" actId="20577"/>
        <pc:sldMkLst>
          <pc:docMk/>
          <pc:sldMk cId="2381576624" sldId="341"/>
        </pc:sldMkLst>
      </pc:sldChg>
      <pc:sldChg chg="modSp mod">
        <pc:chgData name="Cao Lam Tung 20222709" userId="ce9674a6-c058-496c-88bf-33b32ed75606" providerId="ADAL" clId="{59C245AA-3E57-4BD3-8E2D-0701251E041C}" dt="2024-04-10T14:27:09.552" v="1905" actId="20577"/>
        <pc:sldMkLst>
          <pc:docMk/>
          <pc:sldMk cId="705244559" sldId="344"/>
        </pc:sldMkLst>
      </pc:sldChg>
      <pc:sldChg chg="delSp modSp mod">
        <pc:chgData name="Cao Lam Tung 20222709" userId="ce9674a6-c058-496c-88bf-33b32ed75606" providerId="ADAL" clId="{59C245AA-3E57-4BD3-8E2D-0701251E041C}" dt="2024-04-10T14:26:55.398" v="1904" actId="1076"/>
        <pc:sldMkLst>
          <pc:docMk/>
          <pc:sldMk cId="1478040463" sldId="345"/>
        </pc:sldMkLst>
      </pc:sldChg>
      <pc:sldChg chg="addSp delSp modSp mod">
        <pc:chgData name="Cao Lam Tung 20222709" userId="ce9674a6-c058-496c-88bf-33b32ed75606" providerId="ADAL" clId="{59C245AA-3E57-4BD3-8E2D-0701251E041C}" dt="2024-04-01T14:30:35.444" v="25" actId="1076"/>
        <pc:sldMkLst>
          <pc:docMk/>
          <pc:sldMk cId="960387769" sldId="346"/>
        </pc:sldMkLst>
      </pc:sldChg>
      <pc:sldChg chg="addSp delSp modSp mod">
        <pc:chgData name="Cao Lam Tung 20222709" userId="ce9674a6-c058-496c-88bf-33b32ed75606" providerId="ADAL" clId="{59C245AA-3E57-4BD3-8E2D-0701251E041C}" dt="2024-04-01T14:32:30.889" v="36" actId="1076"/>
        <pc:sldMkLst>
          <pc:docMk/>
          <pc:sldMk cId="395672225" sldId="347"/>
        </pc:sldMkLst>
      </pc:sldChg>
      <pc:sldChg chg="addSp delSp modSp add mod modNotesTx">
        <pc:chgData name="Cao Lam Tung 20222709" userId="ce9674a6-c058-496c-88bf-33b32ed75606" providerId="ADAL" clId="{59C245AA-3E57-4BD3-8E2D-0701251E041C}" dt="2024-04-08T14:44:36.766" v="1226" actId="20577"/>
        <pc:sldMkLst>
          <pc:docMk/>
          <pc:sldMk cId="3366579801" sldId="348"/>
        </pc:sldMkLst>
      </pc:sldChg>
      <pc:sldChg chg="addSp delSp modSp add mod">
        <pc:chgData name="Cao Lam Tung 20222709" userId="ce9674a6-c058-496c-88bf-33b32ed75606" providerId="ADAL" clId="{59C245AA-3E57-4BD3-8E2D-0701251E041C}" dt="2024-04-10T13:59:44.825" v="1891" actId="20577"/>
        <pc:sldMkLst>
          <pc:docMk/>
          <pc:sldMk cId="3961883896" sldId="349"/>
        </pc:sldMkLst>
      </pc:sldChg>
      <pc:sldChg chg="addSp delSp modSp add mod">
        <pc:chgData name="Cao Lam Tung 20222709" userId="ce9674a6-c058-496c-88bf-33b32ed75606" providerId="ADAL" clId="{59C245AA-3E57-4BD3-8E2D-0701251E041C}" dt="2024-04-10T13:45:33.147" v="1887" actId="20577"/>
        <pc:sldMkLst>
          <pc:docMk/>
          <pc:sldMk cId="222181308" sldId="350"/>
        </pc:sldMkLst>
      </pc:sldChg>
    </pc:docChg>
  </pc:docChgLst>
  <pc:docChgLst>
    <pc:chgData name="Cao Lam Tung 20222709" userId="ce9674a6-c058-496c-88bf-33b32ed75606" providerId="ADAL" clId="{7BEC58D4-8E2B-4C81-A519-91013BC190C1}"/>
    <pc:docChg chg="custSel modSld">
      <pc:chgData name="Cao Lam Tung 20222709" userId="ce9674a6-c058-496c-88bf-33b32ed75606" providerId="ADAL" clId="{7BEC58D4-8E2B-4C81-A519-91013BC190C1}" dt="2025-02-06T02:11:41.298" v="66" actId="113"/>
      <pc:docMkLst>
        <pc:docMk/>
      </pc:docMkLst>
      <pc:sldChg chg="modSp modNotesTx">
        <pc:chgData name="Cao Lam Tung 20222709" userId="ce9674a6-c058-496c-88bf-33b32ed75606" providerId="ADAL" clId="{7BEC58D4-8E2B-4C81-A519-91013BC190C1}" dt="2025-02-05T16:23:26.588" v="48" actId="20577"/>
        <pc:sldMkLst>
          <pc:docMk/>
          <pc:sldMk cId="1512609409" sldId="383"/>
        </pc:sldMkLst>
        <pc:spChg chg="mod">
          <ac:chgData name="Cao Lam Tung 20222709" userId="ce9674a6-c058-496c-88bf-33b32ed75606" providerId="ADAL" clId="{7BEC58D4-8E2B-4C81-A519-91013BC190C1}" dt="2025-02-05T16:23:26.588" v="48" actId="20577"/>
          <ac:spMkLst>
            <pc:docMk/>
            <pc:sldMk cId="1512609409" sldId="383"/>
            <ac:spMk id="10" creationId="{D57757B1-AB7B-8393-2ADF-D90D4131F592}"/>
          </ac:spMkLst>
        </pc:spChg>
      </pc:sldChg>
      <pc:sldChg chg="modSp modNotesTx">
        <pc:chgData name="Cao Lam Tung 20222709" userId="ce9674a6-c058-496c-88bf-33b32ed75606" providerId="ADAL" clId="{7BEC58D4-8E2B-4C81-A519-91013BC190C1}" dt="2025-02-06T02:11:41.298" v="66" actId="113"/>
        <pc:sldMkLst>
          <pc:docMk/>
          <pc:sldMk cId="973910400" sldId="387"/>
        </pc:sldMkLst>
        <pc:spChg chg="mod">
          <ac:chgData name="Cao Lam Tung 20222709" userId="ce9674a6-c058-496c-88bf-33b32ed75606" providerId="ADAL" clId="{7BEC58D4-8E2B-4C81-A519-91013BC190C1}" dt="2025-02-06T02:11:28.925" v="65" actId="113"/>
          <ac:spMkLst>
            <pc:docMk/>
            <pc:sldMk cId="973910400" sldId="387"/>
            <ac:spMk id="17" creationId="{9E240E71-9810-D596-A9D1-4A35CC1F1C12}"/>
          </ac:spMkLst>
        </pc:spChg>
      </pc:sldChg>
      <pc:sldChg chg="delSp modSp mod">
        <pc:chgData name="Cao Lam Tung 20222709" userId="ce9674a6-c058-496c-88bf-33b32ed75606" providerId="ADAL" clId="{7BEC58D4-8E2B-4C81-A519-91013BC190C1}" dt="2025-02-05T16:23:56.327" v="52" actId="478"/>
        <pc:sldMkLst>
          <pc:docMk/>
          <pc:sldMk cId="1934133307" sldId="399"/>
        </pc:sldMkLst>
        <pc:picChg chg="del mod">
          <ac:chgData name="Cao Lam Tung 20222709" userId="ce9674a6-c058-496c-88bf-33b32ed75606" providerId="ADAL" clId="{7BEC58D4-8E2B-4C81-A519-91013BC190C1}" dt="2025-02-05T16:23:56.327" v="52" actId="478"/>
          <ac:picMkLst>
            <pc:docMk/>
            <pc:sldMk cId="1934133307" sldId="399"/>
            <ac:picMk id="11" creationId="{3CC1422C-9AED-558C-AF90-685C00358266}"/>
          </ac:picMkLst>
        </pc:picChg>
      </pc:sldChg>
      <pc:sldChg chg="modSp">
        <pc:chgData name="Cao Lam Tung 20222709" userId="ce9674a6-c058-496c-88bf-33b32ed75606" providerId="ADAL" clId="{7BEC58D4-8E2B-4C81-A519-91013BC190C1}" dt="2025-02-05T16:25:30.438" v="61" actId="20577"/>
        <pc:sldMkLst>
          <pc:docMk/>
          <pc:sldMk cId="2861518484" sldId="400"/>
        </pc:sldMkLst>
        <pc:spChg chg="mod">
          <ac:chgData name="Cao Lam Tung 20222709" userId="ce9674a6-c058-496c-88bf-33b32ed75606" providerId="ADAL" clId="{7BEC58D4-8E2B-4C81-A519-91013BC190C1}" dt="2025-02-05T16:25:30.438" v="61" actId="20577"/>
          <ac:spMkLst>
            <pc:docMk/>
            <pc:sldMk cId="2861518484" sldId="400"/>
            <ac:spMk id="8" creationId="{E7E19761-DAF4-CB8F-A9F9-5F457C92B76A}"/>
          </ac:spMkLst>
        </pc:spChg>
      </pc:sldChg>
    </pc:docChg>
  </pc:docChgLst>
  <pc:docChgLst>
    <pc:chgData name="Cao Lam Tung 20222709" userId="ce9674a6-c058-496c-88bf-33b32ed75606" providerId="ADAL" clId="{260F9685-9558-4209-8D92-CF31852B8AE7}"/>
    <pc:docChg chg="modSld">
      <pc:chgData name="Cao Lam Tung 20222709" userId="ce9674a6-c058-496c-88bf-33b32ed75606" providerId="ADAL" clId="{260F9685-9558-4209-8D92-CF31852B8AE7}" dt="2024-04-17T14:23:29.342" v="0"/>
      <pc:docMkLst>
        <pc:docMk/>
      </pc:docMkLst>
      <pc:sldChg chg="modSp mod">
        <pc:chgData name="Cao Lam Tung 20222709" userId="ce9674a6-c058-496c-88bf-33b32ed75606" providerId="ADAL" clId="{260F9685-9558-4209-8D92-CF31852B8AE7}" dt="2024-04-17T14:23:29.342" v="0"/>
        <pc:sldMkLst>
          <pc:docMk/>
          <pc:sldMk cId="425079733" sldId="256"/>
        </pc:sldMkLst>
      </pc:sldChg>
    </pc:docChg>
  </pc:docChgLst>
  <pc:docChgLst>
    <pc:chgData name="Cao Lam Tung 20222709" userId="ce9674a6-c058-496c-88bf-33b32ed75606" providerId="ADAL" clId="{4BE5D495-D1B2-4E35-BC6A-CFBD2A3E57D1}"/>
    <pc:docChg chg="undo custSel addSld delSld modSld sldOrd modSection">
      <pc:chgData name="Cao Lam Tung 20222709" userId="ce9674a6-c058-496c-88bf-33b32ed75606" providerId="ADAL" clId="{4BE5D495-D1B2-4E35-BC6A-CFBD2A3E57D1}" dt="2024-10-17T06:57:25.165" v="8110" actId="478"/>
      <pc:docMkLst>
        <pc:docMk/>
      </pc:docMkLst>
      <pc:sldChg chg="modSp mod">
        <pc:chgData name="Cao Lam Tung 20222709" userId="ce9674a6-c058-496c-88bf-33b32ed75606" providerId="ADAL" clId="{4BE5D495-D1B2-4E35-BC6A-CFBD2A3E57D1}" dt="2024-10-13T04:43:14.870" v="7205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4BE5D495-D1B2-4E35-BC6A-CFBD2A3E57D1}" dt="2024-10-09T02:21:20.422" v="2903" actId="20577"/>
        <pc:sldMkLst>
          <pc:docMk/>
          <pc:sldMk cId="3526839302" sldId="326"/>
        </pc:sldMkLst>
      </pc:sldChg>
      <pc:sldChg chg="modSp mod">
        <pc:chgData name="Cao Lam Tung 20222709" userId="ce9674a6-c058-496c-88bf-33b32ed75606" providerId="ADAL" clId="{4BE5D495-D1B2-4E35-BC6A-CFBD2A3E57D1}" dt="2024-10-06T10:18:06.954" v="2146" actId="20577"/>
        <pc:sldMkLst>
          <pc:docMk/>
          <pc:sldMk cId="3551375587" sldId="356"/>
        </pc:sldMkLst>
      </pc:sldChg>
      <pc:sldChg chg="addSp delSp modSp mod">
        <pc:chgData name="Cao Lam Tung 20222709" userId="ce9674a6-c058-496c-88bf-33b32ed75606" providerId="ADAL" clId="{4BE5D495-D1B2-4E35-BC6A-CFBD2A3E57D1}" dt="2024-10-16T03:17:07.316" v="8033"/>
        <pc:sldMkLst>
          <pc:docMk/>
          <pc:sldMk cId="587138075" sldId="358"/>
        </pc:sldMkLst>
      </pc:sldChg>
      <pc:sldChg chg="modSp mod">
        <pc:chgData name="Cao Lam Tung 20222709" userId="ce9674a6-c058-496c-88bf-33b32ed75606" providerId="ADAL" clId="{4BE5D495-D1B2-4E35-BC6A-CFBD2A3E57D1}" dt="2024-10-08T13:23:38.882" v="2687" actId="2711"/>
        <pc:sldMkLst>
          <pc:docMk/>
          <pc:sldMk cId="2191029587" sldId="360"/>
        </pc:sldMkLst>
      </pc:sldChg>
      <pc:sldChg chg="add">
        <pc:chgData name="Cao Lam Tung 20222709" userId="ce9674a6-c058-496c-88bf-33b32ed75606" providerId="ADAL" clId="{4BE5D495-D1B2-4E35-BC6A-CFBD2A3E57D1}" dt="2024-10-05T12:57:13.895" v="0"/>
        <pc:sldMkLst>
          <pc:docMk/>
          <pc:sldMk cId="2816176213" sldId="363"/>
        </pc:sldMkLst>
      </pc:sldChg>
      <pc:sldChg chg="addSp delSp modSp add mod">
        <pc:chgData name="Cao Lam Tung 20222709" userId="ce9674a6-c058-496c-88bf-33b32ed75606" providerId="ADAL" clId="{4BE5D495-D1B2-4E35-BC6A-CFBD2A3E57D1}" dt="2024-10-06T13:13:02.150" v="2684" actId="113"/>
        <pc:sldMkLst>
          <pc:docMk/>
          <pc:sldMk cId="254701598" sldId="364"/>
        </pc:sldMkLst>
      </pc:sldChg>
      <pc:sldChg chg="addSp delSp modSp add mod">
        <pc:chgData name="Cao Lam Tung 20222709" userId="ce9674a6-c058-496c-88bf-33b32ed75606" providerId="ADAL" clId="{4BE5D495-D1B2-4E35-BC6A-CFBD2A3E57D1}" dt="2024-10-06T09:54:52.570" v="2103" actId="1076"/>
        <pc:sldMkLst>
          <pc:docMk/>
          <pc:sldMk cId="102370313" sldId="365"/>
        </pc:sldMkLst>
      </pc:sldChg>
      <pc:sldChg chg="addSp delSp modSp add del mod">
        <pc:chgData name="Cao Lam Tung 20222709" userId="ce9674a6-c058-496c-88bf-33b32ed75606" providerId="ADAL" clId="{4BE5D495-D1B2-4E35-BC6A-CFBD2A3E57D1}" dt="2024-10-06T09:55:05.111" v="2104" actId="47"/>
        <pc:sldMkLst>
          <pc:docMk/>
          <pc:sldMk cId="1540358898" sldId="366"/>
        </pc:sldMkLst>
      </pc:sldChg>
      <pc:sldChg chg="add del">
        <pc:chgData name="Cao Lam Tung 20222709" userId="ce9674a6-c058-496c-88bf-33b32ed75606" providerId="ADAL" clId="{4BE5D495-D1B2-4E35-BC6A-CFBD2A3E57D1}" dt="2024-10-06T09:42:18.334" v="885"/>
        <pc:sldMkLst>
          <pc:docMk/>
          <pc:sldMk cId="1789308317" sldId="366"/>
        </pc:sldMkLst>
      </pc:sldChg>
      <pc:sldChg chg="addSp delSp modSp add mod">
        <pc:chgData name="Cao Lam Tung 20222709" userId="ce9674a6-c058-496c-88bf-33b32ed75606" providerId="ADAL" clId="{4BE5D495-D1B2-4E35-BC6A-CFBD2A3E57D1}" dt="2024-10-06T10:41:19.685" v="2681" actId="255"/>
        <pc:sldMkLst>
          <pc:docMk/>
          <pc:sldMk cId="4036185631" sldId="366"/>
        </pc:sldMkLst>
      </pc:sldChg>
      <pc:sldChg chg="addSp delSp modSp add del mod">
        <pc:chgData name="Cao Lam Tung 20222709" userId="ce9674a6-c058-496c-88bf-33b32ed75606" providerId="ADAL" clId="{4BE5D495-D1B2-4E35-BC6A-CFBD2A3E57D1}" dt="2024-10-08T13:32:02.593" v="2726" actId="47"/>
        <pc:sldMkLst>
          <pc:docMk/>
          <pc:sldMk cId="2692109009" sldId="367"/>
        </pc:sldMkLst>
      </pc:sldChg>
      <pc:sldChg chg="addSp modSp add mod">
        <pc:chgData name="Cao Lam Tung 20222709" userId="ce9674a6-c058-496c-88bf-33b32ed75606" providerId="ADAL" clId="{4BE5D495-D1B2-4E35-BC6A-CFBD2A3E57D1}" dt="2024-10-12T03:31:23.724" v="5172" actId="20577"/>
        <pc:sldMkLst>
          <pc:docMk/>
          <pc:sldMk cId="3802251741" sldId="367"/>
        </pc:sldMkLst>
      </pc:sldChg>
      <pc:sldChg chg="modSp add mod">
        <pc:chgData name="Cao Lam Tung 20222709" userId="ce9674a6-c058-496c-88bf-33b32ed75606" providerId="ADAL" clId="{4BE5D495-D1B2-4E35-BC6A-CFBD2A3E57D1}" dt="2024-10-13T04:43:21.420" v="7211" actId="20577"/>
        <pc:sldMkLst>
          <pc:docMk/>
          <pc:sldMk cId="3890700654" sldId="368"/>
        </pc:sldMkLst>
      </pc:sldChg>
      <pc:sldChg chg="modSp add mod">
        <pc:chgData name="Cao Lam Tung 20222709" userId="ce9674a6-c058-496c-88bf-33b32ed75606" providerId="ADAL" clId="{4BE5D495-D1B2-4E35-BC6A-CFBD2A3E57D1}" dt="2024-10-16T01:54:46.745" v="7367" actId="20577"/>
        <pc:sldMkLst>
          <pc:docMk/>
          <pc:sldMk cId="180464731" sldId="369"/>
        </pc:sldMkLst>
      </pc:sldChg>
      <pc:sldChg chg="addSp delSp modSp add mod">
        <pc:chgData name="Cao Lam Tung 20222709" userId="ce9674a6-c058-496c-88bf-33b32ed75606" providerId="ADAL" clId="{4BE5D495-D1B2-4E35-BC6A-CFBD2A3E57D1}" dt="2024-10-12T01:58:22.875" v="4128" actId="113"/>
        <pc:sldMkLst>
          <pc:docMk/>
          <pc:sldMk cId="2439579174" sldId="370"/>
        </pc:sldMkLst>
      </pc:sldChg>
      <pc:sldChg chg="addSp delSp modSp add del mod">
        <pc:chgData name="Cao Lam Tung 20222709" userId="ce9674a6-c058-496c-88bf-33b32ed75606" providerId="ADAL" clId="{4BE5D495-D1B2-4E35-BC6A-CFBD2A3E57D1}" dt="2024-10-12T02:35:46.400" v="4653" actId="113"/>
        <pc:sldMkLst>
          <pc:docMk/>
          <pc:sldMk cId="2584602691" sldId="371"/>
        </pc:sldMkLst>
      </pc:sldChg>
      <pc:sldChg chg="delSp new del mod">
        <pc:chgData name="Cao Lam Tung 20222709" userId="ce9674a6-c058-496c-88bf-33b32ed75606" providerId="ADAL" clId="{4BE5D495-D1B2-4E35-BC6A-CFBD2A3E57D1}" dt="2024-10-12T02:16:21.239" v="4376" actId="47"/>
        <pc:sldMkLst>
          <pc:docMk/>
          <pc:sldMk cId="831912484" sldId="372"/>
        </pc:sldMkLst>
      </pc:sldChg>
      <pc:sldChg chg="addSp delSp modSp add mod">
        <pc:chgData name="Cao Lam Tung 20222709" userId="ce9674a6-c058-496c-88bf-33b32ed75606" providerId="ADAL" clId="{4BE5D495-D1B2-4E35-BC6A-CFBD2A3E57D1}" dt="2024-10-13T12:53:34.543" v="7261" actId="113"/>
        <pc:sldMkLst>
          <pc:docMk/>
          <pc:sldMk cId="2644952547" sldId="372"/>
        </pc:sldMkLst>
      </pc:sldChg>
      <pc:sldChg chg="addSp delSp modSp add del mod">
        <pc:chgData name="Cao Lam Tung 20222709" userId="ce9674a6-c058-496c-88bf-33b32ed75606" providerId="ADAL" clId="{4BE5D495-D1B2-4E35-BC6A-CFBD2A3E57D1}" dt="2024-10-12T08:45:46.393" v="5671" actId="47"/>
        <pc:sldMkLst>
          <pc:docMk/>
          <pc:sldMk cId="1641559556" sldId="373"/>
        </pc:sldMkLst>
      </pc:sldChg>
      <pc:sldChg chg="add">
        <pc:chgData name="Cao Lam Tung 20222709" userId="ce9674a6-c058-496c-88bf-33b32ed75606" providerId="ADAL" clId="{4BE5D495-D1B2-4E35-BC6A-CFBD2A3E57D1}" dt="2024-10-12T04:24:07.409" v="5495"/>
        <pc:sldMkLst>
          <pc:docMk/>
          <pc:sldMk cId="984456682" sldId="374"/>
        </pc:sldMkLst>
      </pc:sldChg>
      <pc:sldChg chg="addSp delSp modSp add mod">
        <pc:chgData name="Cao Lam Tung 20222709" userId="ce9674a6-c058-496c-88bf-33b32ed75606" providerId="ADAL" clId="{4BE5D495-D1B2-4E35-BC6A-CFBD2A3E57D1}" dt="2024-10-12T09:12:42.310" v="6103" actId="20577"/>
        <pc:sldMkLst>
          <pc:docMk/>
          <pc:sldMk cId="903395411" sldId="375"/>
        </pc:sldMkLst>
      </pc:sldChg>
      <pc:sldChg chg="addSp delSp modSp add mod">
        <pc:chgData name="Cao Lam Tung 20222709" userId="ce9674a6-c058-496c-88bf-33b32ed75606" providerId="ADAL" clId="{4BE5D495-D1B2-4E35-BC6A-CFBD2A3E57D1}" dt="2024-10-12T09:22:02.590" v="6158"/>
        <pc:sldMkLst>
          <pc:docMk/>
          <pc:sldMk cId="4099831669" sldId="376"/>
        </pc:sldMkLst>
      </pc:sldChg>
      <pc:sldChg chg="addSp delSp modSp add mod">
        <pc:chgData name="Cao Lam Tung 20222709" userId="ce9674a6-c058-496c-88bf-33b32ed75606" providerId="ADAL" clId="{4BE5D495-D1B2-4E35-BC6A-CFBD2A3E57D1}" dt="2024-10-12T09:25:49.634" v="6220" actId="1076"/>
        <pc:sldMkLst>
          <pc:docMk/>
          <pc:sldMk cId="351165591" sldId="377"/>
        </pc:sldMkLst>
      </pc:sldChg>
      <pc:sldChg chg="addSp delSp modSp add mod">
        <pc:chgData name="Cao Lam Tung 20222709" userId="ce9674a6-c058-496c-88bf-33b32ed75606" providerId="ADAL" clId="{4BE5D495-D1B2-4E35-BC6A-CFBD2A3E57D1}" dt="2024-10-13T12:58:11.695" v="7263" actId="113"/>
        <pc:sldMkLst>
          <pc:docMk/>
          <pc:sldMk cId="384454289" sldId="378"/>
        </pc:sldMkLst>
      </pc:sldChg>
      <pc:sldChg chg="addSp delSp modSp add mod">
        <pc:chgData name="Cao Lam Tung 20222709" userId="ce9674a6-c058-496c-88bf-33b32ed75606" providerId="ADAL" clId="{4BE5D495-D1B2-4E35-BC6A-CFBD2A3E57D1}" dt="2024-10-13T00:48:55.258" v="6916" actId="1076"/>
        <pc:sldMkLst>
          <pc:docMk/>
          <pc:sldMk cId="644541385" sldId="379"/>
        </pc:sldMkLst>
      </pc:sldChg>
      <pc:sldChg chg="addSp delSp modSp add mod">
        <pc:chgData name="Cao Lam Tung 20222709" userId="ce9674a6-c058-496c-88bf-33b32ed75606" providerId="ADAL" clId="{4BE5D495-D1B2-4E35-BC6A-CFBD2A3E57D1}" dt="2024-10-12T16:25:56.203" v="6858" actId="1076"/>
        <pc:sldMkLst>
          <pc:docMk/>
          <pc:sldMk cId="2426564679" sldId="380"/>
        </pc:sldMkLst>
      </pc:sldChg>
      <pc:sldChg chg="addSp delSp modSp add mod">
        <pc:chgData name="Cao Lam Tung 20222709" userId="ce9674a6-c058-496c-88bf-33b32ed75606" providerId="ADAL" clId="{4BE5D495-D1B2-4E35-BC6A-CFBD2A3E57D1}" dt="2024-10-12T16:27:38.231" v="6914" actId="20577"/>
        <pc:sldMkLst>
          <pc:docMk/>
          <pc:sldMk cId="3535750256" sldId="381"/>
        </pc:sldMkLst>
      </pc:sldChg>
      <pc:sldChg chg="modSp add mod">
        <pc:chgData name="Cao Lam Tung 20222709" userId="ce9674a6-c058-496c-88bf-33b32ed75606" providerId="ADAL" clId="{4BE5D495-D1B2-4E35-BC6A-CFBD2A3E57D1}" dt="2024-10-16T03:29:57.524" v="8108" actId="20577"/>
        <pc:sldMkLst>
          <pc:docMk/>
          <pc:sldMk cId="3405558723" sldId="382"/>
        </pc:sldMkLst>
      </pc:sldChg>
      <pc:sldChg chg="addSp delSp modSp add mod">
        <pc:chgData name="Cao Lam Tung 20222709" userId="ce9674a6-c058-496c-88bf-33b32ed75606" providerId="ADAL" clId="{4BE5D495-D1B2-4E35-BC6A-CFBD2A3E57D1}" dt="2024-10-16T03:27:58.314" v="8086" actId="1076"/>
        <pc:sldMkLst>
          <pc:docMk/>
          <pc:sldMk cId="1399248863" sldId="383"/>
        </pc:sldMkLst>
      </pc:sldChg>
      <pc:sldChg chg="addSp delSp modSp add mod ord modNotesTx">
        <pc:chgData name="Cao Lam Tung 20222709" userId="ce9674a6-c058-496c-88bf-33b32ed75606" providerId="ADAL" clId="{4BE5D495-D1B2-4E35-BC6A-CFBD2A3E57D1}" dt="2024-10-16T03:13:12.184" v="7988" actId="20577"/>
        <pc:sldMkLst>
          <pc:docMk/>
          <pc:sldMk cId="3932301265" sldId="384"/>
        </pc:sldMkLst>
      </pc:sldChg>
      <pc:sldChg chg="addSp delSp modSp add mod modNotesTx">
        <pc:chgData name="Cao Lam Tung 20222709" userId="ce9674a6-c058-496c-88bf-33b32ed75606" providerId="ADAL" clId="{4BE5D495-D1B2-4E35-BC6A-CFBD2A3E57D1}" dt="2024-10-17T06:57:25.165" v="8110" actId="478"/>
        <pc:sldMkLst>
          <pc:docMk/>
          <pc:sldMk cId="242707907" sldId="385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16:29.194" v="8032" actId="1076"/>
        <pc:sldMkLst>
          <pc:docMk/>
          <pc:sldMk cId="3418504531" sldId="386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22:19.050" v="8071" actId="1076"/>
        <pc:sldMkLst>
          <pc:docMk/>
          <pc:sldMk cId="3338775315" sldId="387"/>
        </pc:sldMkLst>
      </pc:sldChg>
      <pc:sldChg chg="delSp add del mod">
        <pc:chgData name="Cao Lam Tung 20222709" userId="ce9674a6-c058-496c-88bf-33b32ed75606" providerId="ADAL" clId="{4BE5D495-D1B2-4E35-BC6A-CFBD2A3E57D1}" dt="2024-10-16T15:03:20.176" v="8109" actId="47"/>
        <pc:sldMkLst>
          <pc:docMk/>
          <pc:sldMk cId="1213566329" sldId="388"/>
        </pc:sldMkLst>
      </pc:sldChg>
      <pc:sldChg chg="addSp delSp modSp add mod">
        <pc:chgData name="Cao Lam Tung 20222709" userId="ce9674a6-c058-496c-88bf-33b32ed75606" providerId="ADAL" clId="{4BE5D495-D1B2-4E35-BC6A-CFBD2A3E57D1}" dt="2024-10-16T03:28:34.196" v="8094" actId="1076"/>
        <pc:sldMkLst>
          <pc:docMk/>
          <pc:sldMk cId="1492810559" sldId="389"/>
        </pc:sldMkLst>
      </pc:sldChg>
      <pc:sldChg chg="addSp delSp modSp add mod">
        <pc:chgData name="Cao Lam Tung 20222709" userId="ce9674a6-c058-496c-88bf-33b32ed75606" providerId="ADAL" clId="{4BE5D495-D1B2-4E35-BC6A-CFBD2A3E57D1}" dt="2024-10-16T03:29:09.580" v="8100" actId="1076"/>
        <pc:sldMkLst>
          <pc:docMk/>
          <pc:sldMk cId="4035217822" sldId="390"/>
        </pc:sldMkLst>
      </pc:sldChg>
      <pc:sldChg chg="addSp delSp modSp add mod">
        <pc:chgData name="Cao Lam Tung 20222709" userId="ce9674a6-c058-496c-88bf-33b32ed75606" providerId="ADAL" clId="{4BE5D495-D1B2-4E35-BC6A-CFBD2A3E57D1}" dt="2024-10-16T03:29:37.711" v="8107" actId="1076"/>
        <pc:sldMkLst>
          <pc:docMk/>
          <pc:sldMk cId="1348791252" sldId="3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01/03/2025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2CFF-8087-F60B-BE06-57A62297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79E83-80D3-71BF-AD9C-FC6B07A1C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910F6-E572-CB7D-EC9F-2A80310DB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/>
              <a:t>Dựa</a:t>
            </a:r>
            <a:r>
              <a:rPr lang="en-US" sz="1200" dirty="0"/>
              <a:t> </a:t>
            </a:r>
            <a:r>
              <a:rPr lang="en-US" sz="1200" dirty="0" err="1"/>
              <a:t>vào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thông</a:t>
            </a:r>
            <a:r>
              <a:rPr lang="en-US" sz="1200" dirty="0"/>
              <a:t> </a:t>
            </a:r>
            <a:r>
              <a:rPr lang="en-US" sz="1200" dirty="0" err="1"/>
              <a:t>số</a:t>
            </a:r>
            <a:r>
              <a:rPr lang="en-US" sz="1200" dirty="0"/>
              <a:t> </a:t>
            </a:r>
            <a:r>
              <a:rPr lang="en-US" sz="1200" dirty="0" err="1"/>
              <a:t>của</a:t>
            </a:r>
            <a:r>
              <a:rPr lang="en-US" sz="1200" dirty="0"/>
              <a:t> pin: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200" dirty="0" err="1"/>
              <a:t>Đọc</a:t>
            </a:r>
            <a:r>
              <a:rPr lang="en-US" sz="1200" dirty="0"/>
              <a:t> </a:t>
            </a:r>
            <a:r>
              <a:rPr lang="en-US" sz="1200" dirty="0" err="1"/>
              <a:t>hiểu</a:t>
            </a:r>
            <a:r>
              <a:rPr lang="en-US" sz="1200" dirty="0"/>
              <a:t> datasheet </a:t>
            </a:r>
            <a:r>
              <a:rPr lang="en-US" sz="1200" dirty="0" err="1"/>
              <a:t>của</a:t>
            </a:r>
            <a:r>
              <a:rPr lang="en-US" sz="1200" dirty="0"/>
              <a:t> pin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200" dirty="0" err="1"/>
              <a:t>Lựa</a:t>
            </a:r>
            <a:r>
              <a:rPr lang="en-US" sz="1200" dirty="0"/>
              <a:t> </a:t>
            </a:r>
            <a:r>
              <a:rPr lang="en-US" sz="1200" dirty="0" err="1"/>
              <a:t>chọn</a:t>
            </a:r>
            <a:r>
              <a:rPr lang="en-US" sz="1200" dirty="0"/>
              <a:t> </a:t>
            </a:r>
            <a:r>
              <a:rPr lang="en-US" sz="1200" dirty="0" err="1"/>
              <a:t>loại</a:t>
            </a:r>
            <a:r>
              <a:rPr lang="en-US" sz="1200" dirty="0"/>
              <a:t> pin </a:t>
            </a:r>
            <a:r>
              <a:rPr lang="en-US" sz="1200" dirty="0" err="1"/>
              <a:t>phù</a:t>
            </a:r>
            <a:r>
              <a:rPr lang="en-US" sz="1200" dirty="0"/>
              <a:t> </a:t>
            </a:r>
            <a:r>
              <a:rPr lang="en-US" sz="1200" dirty="0" err="1"/>
              <a:t>hợp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từng</a:t>
            </a:r>
            <a:r>
              <a:rPr lang="en-US" sz="1200" dirty="0"/>
              <a:t> </a:t>
            </a:r>
            <a:r>
              <a:rPr lang="en-US" sz="1200" dirty="0" err="1"/>
              <a:t>ứng</a:t>
            </a:r>
            <a:r>
              <a:rPr lang="en-US" sz="1200" dirty="0"/>
              <a:t> </a:t>
            </a:r>
            <a:r>
              <a:rPr lang="en-US" sz="1200" dirty="0" err="1"/>
              <a:t>dụng</a:t>
            </a:r>
            <a:endParaRPr lang="en-US" sz="1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200" dirty="0" err="1"/>
              <a:t>Lựa</a:t>
            </a:r>
            <a:r>
              <a:rPr lang="en-US" sz="1200" dirty="0"/>
              <a:t> </a:t>
            </a:r>
            <a:r>
              <a:rPr lang="en-US" sz="1200" dirty="0" err="1"/>
              <a:t>chọn</a:t>
            </a:r>
            <a:r>
              <a:rPr lang="en-US" sz="1200" dirty="0"/>
              <a:t> </a:t>
            </a:r>
            <a:r>
              <a:rPr lang="en-US" sz="1200" dirty="0" err="1"/>
              <a:t>phương</a:t>
            </a:r>
            <a:r>
              <a:rPr lang="en-US" sz="1200" dirty="0"/>
              <a:t> </a:t>
            </a:r>
            <a:r>
              <a:rPr lang="en-US" sz="1200" dirty="0" err="1"/>
              <a:t>pháp</a:t>
            </a:r>
            <a:r>
              <a:rPr lang="en-US" sz="1200" dirty="0"/>
              <a:t> </a:t>
            </a:r>
            <a:r>
              <a:rPr lang="en-US" sz="1200" dirty="0" err="1"/>
              <a:t>sạc</a:t>
            </a:r>
            <a:r>
              <a:rPr lang="en-US" sz="1200" dirty="0"/>
              <a:t> </a:t>
            </a:r>
            <a:r>
              <a:rPr lang="en-US" sz="1200" dirty="0" err="1"/>
              <a:t>phù</a:t>
            </a:r>
            <a:r>
              <a:rPr lang="en-US" sz="1200" dirty="0"/>
              <a:t> </a:t>
            </a:r>
            <a:r>
              <a:rPr lang="en-US" sz="1200" dirty="0" err="1"/>
              <a:t>hợp</a:t>
            </a:r>
            <a:endParaRPr lang="en-US" sz="1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200" dirty="0" err="1"/>
              <a:t>Hỗ</a:t>
            </a:r>
            <a:r>
              <a:rPr lang="en-US" sz="1200" dirty="0"/>
              <a:t> </a:t>
            </a:r>
            <a:r>
              <a:rPr lang="en-US" sz="1200" dirty="0" err="1"/>
              <a:t>trợ</a:t>
            </a:r>
            <a:r>
              <a:rPr lang="en-US" sz="1200" dirty="0"/>
              <a:t> </a:t>
            </a:r>
            <a:r>
              <a:rPr lang="en-US" sz="1200" dirty="0" err="1"/>
              <a:t>nghiên</a:t>
            </a:r>
            <a:r>
              <a:rPr lang="en-US" sz="1200" dirty="0"/>
              <a:t> </a:t>
            </a:r>
            <a:r>
              <a:rPr lang="en-US" sz="1200" dirty="0" err="1"/>
              <a:t>cứu</a:t>
            </a:r>
            <a:r>
              <a:rPr lang="en-US" sz="1200" dirty="0"/>
              <a:t>, </a:t>
            </a:r>
            <a:r>
              <a:rPr lang="en-US" sz="1200" dirty="0" err="1"/>
              <a:t>tìm</a:t>
            </a:r>
            <a:r>
              <a:rPr lang="en-US" sz="1200" dirty="0"/>
              <a:t> </a:t>
            </a:r>
            <a:r>
              <a:rPr lang="en-US" sz="1200" dirty="0" err="1"/>
              <a:t>hiểu</a:t>
            </a:r>
            <a:r>
              <a:rPr lang="en-US" sz="1200" dirty="0"/>
              <a:t> </a:t>
            </a:r>
            <a:r>
              <a:rPr lang="en-US" sz="1200" dirty="0" err="1"/>
              <a:t>về</a:t>
            </a:r>
            <a:r>
              <a:rPr lang="en-US" sz="1200" dirty="0"/>
              <a:t> pin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200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57FF-79C6-7653-B49A-B5E87AC34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BE870-93DC-5897-E97A-20A05356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2C098-152C-267D-AAF4-BFC886B47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FDA4C-21DB-83C7-2717-D53E083C8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Max charge voltage: </a:t>
            </a:r>
            <a:r>
              <a:rPr lang="vi-VN" dirty="0"/>
              <a:t>Điện áp mà pin được sạc đến khi đạt dung lượng đầy.</a:t>
            </a:r>
            <a:r>
              <a:rPr lang="en-US" dirty="0"/>
              <a:t>[2]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Nominal Voltage: </a:t>
            </a:r>
            <a:r>
              <a:rPr lang="en-US" sz="1200" dirty="0" err="1"/>
              <a:t>Điện</a:t>
            </a:r>
            <a:r>
              <a:rPr lang="en-US" sz="1200" dirty="0"/>
              <a:t> </a:t>
            </a:r>
            <a:r>
              <a:rPr lang="en-US" sz="1200" dirty="0" err="1"/>
              <a:t>áp</a:t>
            </a:r>
            <a:r>
              <a:rPr lang="en-US" sz="1200" dirty="0"/>
              <a:t> </a:t>
            </a:r>
            <a:r>
              <a:rPr lang="en-US" sz="1200" dirty="0" err="1"/>
              <a:t>trung</a:t>
            </a:r>
            <a:r>
              <a:rPr lang="en-US" sz="1200" dirty="0"/>
              <a:t> </a:t>
            </a:r>
            <a:r>
              <a:rPr lang="en-US" sz="1200" dirty="0" err="1"/>
              <a:t>bình</a:t>
            </a:r>
            <a:r>
              <a:rPr lang="en-US" sz="1200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</a:t>
            </a:r>
            <a:r>
              <a:rPr lang="en-US" sz="1200" dirty="0" err="1"/>
              <a:t>toàn</a:t>
            </a:r>
            <a:r>
              <a:rPr lang="en-US" sz="1200" dirty="0"/>
              <a:t> </a:t>
            </a:r>
            <a:r>
              <a:rPr lang="en-US" sz="1200" dirty="0" err="1"/>
              <a:t>bộ</a:t>
            </a:r>
            <a:r>
              <a:rPr lang="en-US" sz="1200" dirty="0"/>
              <a:t> </a:t>
            </a:r>
            <a:r>
              <a:rPr lang="en-US" sz="1200" dirty="0" err="1"/>
              <a:t>quá</a:t>
            </a:r>
            <a:r>
              <a:rPr lang="en-US" sz="1200" dirty="0"/>
              <a:t> </a:t>
            </a:r>
            <a:r>
              <a:rPr lang="en-US" sz="1200" dirty="0" err="1"/>
              <a:t>trình</a:t>
            </a:r>
            <a:r>
              <a:rPr lang="en-US" sz="1200" dirty="0"/>
              <a:t> </a:t>
            </a:r>
            <a:r>
              <a:rPr lang="en-US" sz="1200" dirty="0" err="1"/>
              <a:t>xả</a:t>
            </a:r>
            <a:r>
              <a:rPr lang="en-US" sz="1200" dirty="0"/>
              <a:t>[1]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Cut-off Voltage: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xả</a:t>
            </a:r>
            <a:r>
              <a:rPr lang="en-US" dirty="0"/>
              <a:t>.[2]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868F5-0D2F-9446-DE51-29481D0E4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64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BD5C-7870-1D27-8450-505BC95A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8BF67-C577-9627-9ED0-334629E2A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2D2C2-40E8-3F80-9BA3-4B05E48D1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D48B6-E290-B1AE-BD8A-E8A7C248B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47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E165-CC42-B680-BA0F-7CB284AF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220B1-50AB-1BD1-057B-BC0AAFCDF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1F2E3-68E1-0C00-5345-CB8CECC25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14DC-AD13-1F5B-92C4-D6F7F7460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08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1BB6-C193-0BB2-9A44-C3A1EA79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31854-9A2E-92CB-57F3-0ACA66DD5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22F37-4032-8209-5881-85FEBEAC0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12801-6E2E-12CB-2D31-D84117104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49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EA00-E18B-977A-C5FE-163EC30F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D4896-2259-407A-4FF1-46B1F89DF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ADF1D-1B9C-431A-2237-88DFC8888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924E7-DFED-3991-5310-83BC564C7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08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3447-5410-049D-5D9B-C8BD2652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BDC4A-E610-EF99-A044-DD373BE29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6BF6-C0AD-338C-2D40-A90A6BE12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F5DD6-40BA-FD62-144F-B94F0C0B5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3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98C3-3E90-C62E-855B-1F31B2DA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01C21-4E50-511B-0A45-8B3E65FEF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77A18-8AE7-FA15-8FAD-7BF95E750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149B4-3327-3AE5-FB04-B0063F59A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36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CF2E-CF0D-967C-9EFD-27933402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38D8B-ACCD-88CA-8FBE-C3F4725ED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3F3AC-7135-484C-349C-94D005243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611E1-6891-5F61-0666-A608940DD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ABA1-3F38-14ED-F939-9E4CED6E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62EFD-8E26-6884-5EBD-9D82AD1C9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9FE48-A687-4615-9B51-3ABB7210E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111A6-5871-A4EC-387B-ECC92052D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0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pple.com/batteries/why-lithium-io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4FAB818-6B30-A7C5-7D4E-1D98E2B3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2401221"/>
            <a:ext cx="9496425" cy="29303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Thông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số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pin</a:t>
            </a:r>
            <a:br>
              <a:rPr lang="en-US" dirty="0">
                <a:latin typeface="+mj-lt"/>
              </a:rPr>
            </a:br>
            <a:br>
              <a:rPr lang="en-US" dirty="0"/>
            </a:br>
            <a:endParaRPr lang="en-US" sz="4800" dirty="0">
              <a:solidFill>
                <a:srgbClr val="262626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5D6D1F-DA43-4175-DF4B-854E11B5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596" y="5160397"/>
            <a:ext cx="3378314" cy="1337406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 ExtraBold"/>
                <a:cs typeface="Lato"/>
              </a:rPr>
              <a:t>Cao Lam Tung, [Member]</a:t>
            </a:r>
          </a:p>
          <a:p>
            <a:pPr algn="l">
              <a:spcBef>
                <a:spcPts val="300"/>
              </a:spcBef>
            </a:pPr>
            <a:r>
              <a:rPr lang="en-US" sz="1400" err="1">
                <a:solidFill>
                  <a:srgbClr val="262626"/>
                </a:solidFill>
                <a:latin typeface="Dosis"/>
                <a:cs typeface="Lato"/>
              </a:rPr>
              <a:t>EVSELab</a:t>
            </a: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 Co., Ltd.,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410-C1B bldg., No. 01, Dai Co Viet Street,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Hai Ba Trung, Hanoi, Vietnam 100000</a:t>
            </a: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Email: tung.cl222709@sis.hust.edu.vn</a:t>
            </a:r>
            <a:endParaRPr lang="en-US" sz="1400" u="sng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7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A506-3843-4133-A061-4C59624F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643" y="1048837"/>
            <a:ext cx="9766930" cy="5665557"/>
          </a:xfrm>
        </p:spPr>
        <p:txBody>
          <a:bodyPr>
            <a:normAutofit/>
          </a:bodyPr>
          <a:lstStyle/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Motivation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Thông </a:t>
            </a:r>
            <a:r>
              <a:rPr lang="en-US" sz="3200" dirty="0" err="1">
                <a:latin typeface="+mj-lt"/>
              </a:rPr>
              <a:t>số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điện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áp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dòng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điện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Thông </a:t>
            </a:r>
            <a:r>
              <a:rPr lang="en-US" sz="3200" dirty="0" err="1">
                <a:latin typeface="+mj-lt"/>
              </a:rPr>
              <a:t>số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năng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lượng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công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suất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Thông </a:t>
            </a:r>
            <a:r>
              <a:rPr lang="en-US" sz="3200" dirty="0" err="1">
                <a:latin typeface="+mj-lt"/>
              </a:rPr>
              <a:t>số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vận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hành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tuổi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thọ</a:t>
            </a:r>
            <a:endParaRPr lang="en-US" sz="32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DD94-7782-45D4-9A6E-CEF4E1EEEE1C}" type="datetime1">
              <a:rPr lang="en-US" smtClean="0"/>
              <a:pPr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AB66B-E483-4C8D-8F44-DFE1840F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profile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18" y="69598"/>
            <a:ext cx="9766931" cy="548731"/>
          </a:xfrm>
        </p:spPr>
        <p:txBody>
          <a:bodyPr/>
          <a:lstStyle/>
          <a:p>
            <a:r>
              <a:rPr lang="en-US">
                <a:latin typeface="+mj-lt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5268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9FAE-83B5-C5B6-F497-93DB9DCC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7ED8C5-5A3A-C52E-0C0A-4F170F09A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679" y="1648504"/>
            <a:ext cx="6750754" cy="476152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AD54-66A0-5A65-ABD4-C56B59DD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C33C9-B293-AC95-DCBC-C0360300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D003-8B85-73CE-F08A-EBE3060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I. Motivation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1B958-2112-7B31-B34A-EE9D8EBC646C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Mục</a:t>
            </a:r>
            <a:r>
              <a:rPr lang="en-US" sz="2600" b="1" dirty="0"/>
              <a:t> </a:t>
            </a:r>
            <a:r>
              <a:rPr lang="en-US" sz="2600" b="1" dirty="0" err="1"/>
              <a:t>đích</a:t>
            </a:r>
            <a:r>
              <a:rPr lang="en-US" sz="2600" b="1" dirty="0"/>
              <a:t> </a:t>
            </a:r>
            <a:r>
              <a:rPr lang="en-US" sz="2600" b="1" dirty="0" err="1"/>
              <a:t>của</a:t>
            </a:r>
            <a:r>
              <a:rPr lang="en-US" sz="2600" b="1" dirty="0"/>
              <a:t> </a:t>
            </a:r>
            <a:r>
              <a:rPr lang="en-US" sz="2600" b="1" dirty="0" err="1"/>
              <a:t>bài</a:t>
            </a:r>
            <a:r>
              <a:rPr lang="en-US" sz="2600" b="1" dirty="0"/>
              <a:t> </a:t>
            </a:r>
            <a:r>
              <a:rPr lang="en-US" sz="2600" b="1" dirty="0" err="1"/>
              <a:t>báo</a:t>
            </a:r>
            <a:r>
              <a:rPr lang="en-US" sz="2600" b="1" dirty="0"/>
              <a:t> </a:t>
            </a:r>
            <a:r>
              <a:rPr lang="en-US" sz="2600" b="1" dirty="0" err="1"/>
              <a:t>cáo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DF97C-12A6-A8E0-1727-552857FCA032}"/>
              </a:ext>
            </a:extLst>
          </p:cNvPr>
          <p:cNvSpPr txBox="1"/>
          <p:nvPr/>
        </p:nvSpPr>
        <p:spPr>
          <a:xfrm>
            <a:off x="2682357" y="6342251"/>
            <a:ext cx="513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Thông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datasheet </a:t>
            </a:r>
            <a:r>
              <a:rPr lang="en-US" dirty="0" err="1"/>
              <a:t>của</a:t>
            </a:r>
            <a:r>
              <a:rPr lang="en-US" dirty="0"/>
              <a:t> pin </a:t>
            </a:r>
            <a:r>
              <a:rPr lang="en-US" sz="1800" dirty="0">
                <a:latin typeface="+mn-lt"/>
              </a:rPr>
              <a:t>LIR18650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51360-A31A-0B2B-D986-059E619111A1}"/>
              </a:ext>
            </a:extLst>
          </p:cNvPr>
          <p:cNvSpPr txBox="1"/>
          <p:nvPr/>
        </p:nvSpPr>
        <p:spPr>
          <a:xfrm>
            <a:off x="194865" y="1229981"/>
            <a:ext cx="44630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b="1" dirty="0" err="1"/>
              <a:t>Hiểu</a:t>
            </a:r>
            <a:r>
              <a:rPr lang="en-US" sz="2200" b="1" dirty="0"/>
              <a:t> </a:t>
            </a:r>
            <a:r>
              <a:rPr lang="en-US" sz="2200" b="1" dirty="0" err="1"/>
              <a:t>được</a:t>
            </a:r>
            <a:r>
              <a:rPr lang="en-US" sz="2200" b="1" dirty="0"/>
              <a:t> </a:t>
            </a:r>
            <a:r>
              <a:rPr lang="en-US" sz="2200" b="1" dirty="0" err="1"/>
              <a:t>các</a:t>
            </a:r>
            <a:r>
              <a:rPr lang="en-US" sz="2200" b="1" dirty="0"/>
              <a:t> </a:t>
            </a:r>
            <a:r>
              <a:rPr lang="en-US" sz="2200" b="1" dirty="0" err="1"/>
              <a:t>thông</a:t>
            </a:r>
            <a:r>
              <a:rPr lang="en-US" sz="2200" b="1" dirty="0"/>
              <a:t> </a:t>
            </a:r>
            <a:r>
              <a:rPr lang="en-US" sz="2200" b="1" dirty="0" err="1"/>
              <a:t>số</a:t>
            </a:r>
            <a:r>
              <a:rPr lang="en-US" sz="2200" b="1" dirty="0"/>
              <a:t> </a:t>
            </a:r>
            <a:r>
              <a:rPr lang="en-US" sz="2200" b="1" dirty="0" err="1"/>
              <a:t>của</a:t>
            </a:r>
            <a:r>
              <a:rPr lang="en-US" sz="2200" b="1" dirty="0"/>
              <a:t> pin</a:t>
            </a:r>
          </a:p>
        </p:txBody>
      </p:sp>
    </p:spTree>
    <p:extLst>
      <p:ext uri="{BB962C8B-B14F-4D97-AF65-F5344CB8AC3E}">
        <p14:creationId xmlns:p14="http://schemas.microsoft.com/office/powerpoint/2010/main" val="388703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4E4A-A480-8012-2B76-A1B03484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04161-6042-76C2-D46F-547B0394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0C4D9-C54A-79CF-3FC9-59CD27A7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4BD19-5242-B716-78CE-29A289F5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551194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điện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áp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dòng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điện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8CA66-C4E4-DC59-9ADF-50DBD032A616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/>
              <a:t>Thông </a:t>
            </a:r>
            <a:r>
              <a:rPr lang="en-US" sz="2600" b="1" dirty="0" err="1"/>
              <a:t>số</a:t>
            </a:r>
            <a:r>
              <a:rPr lang="en-US" sz="2600" b="1" dirty="0"/>
              <a:t> </a:t>
            </a:r>
            <a:r>
              <a:rPr lang="en-US" sz="2600" b="1" dirty="0" err="1"/>
              <a:t>điện</a:t>
            </a:r>
            <a:r>
              <a:rPr lang="en-US" sz="2600" b="1" dirty="0"/>
              <a:t> </a:t>
            </a:r>
            <a:r>
              <a:rPr lang="en-US" sz="2600" b="1" dirty="0" err="1"/>
              <a:t>áp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32EDFE8-ED40-ED11-837E-259C6A51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2440"/>
            <a:ext cx="9803444" cy="39003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27A9ED-A680-9E4A-1AB0-8B76A3099386}"/>
              </a:ext>
            </a:extLst>
          </p:cNvPr>
          <p:cNvSpPr txBox="1"/>
          <p:nvPr/>
        </p:nvSpPr>
        <p:spPr>
          <a:xfrm>
            <a:off x="3560904" y="5624385"/>
            <a:ext cx="2556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Cut-off Voltage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D77FB-66E2-74E6-B740-9FB83514FF27}"/>
              </a:ext>
            </a:extLst>
          </p:cNvPr>
          <p:cNvSpPr txBox="1"/>
          <p:nvPr/>
        </p:nvSpPr>
        <p:spPr>
          <a:xfrm>
            <a:off x="7219188" y="3547928"/>
            <a:ext cx="2556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Max charge voltage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32282-FF04-89FE-0816-2C1C7AFD6EF6}"/>
              </a:ext>
            </a:extLst>
          </p:cNvPr>
          <p:cNvSpPr txBox="1"/>
          <p:nvPr/>
        </p:nvSpPr>
        <p:spPr>
          <a:xfrm>
            <a:off x="2789793" y="4423007"/>
            <a:ext cx="2556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Nominal Voltage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C66AEB-336E-8101-DC32-C51B374C16E5}"/>
              </a:ext>
            </a:extLst>
          </p:cNvPr>
          <p:cNvCxnSpPr>
            <a:cxnSpLocks/>
          </p:cNvCxnSpPr>
          <p:nvPr/>
        </p:nvCxnSpPr>
        <p:spPr>
          <a:xfrm>
            <a:off x="718891" y="4794960"/>
            <a:ext cx="362859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8CFFC90-41A3-A3E4-CAF3-5FBA315DF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097" y="1348351"/>
            <a:ext cx="5066903" cy="8240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347027-868A-7DAA-9545-FCA83A6847DF}"/>
              </a:ext>
            </a:extLst>
          </p:cNvPr>
          <p:cNvSpPr txBox="1"/>
          <p:nvPr/>
        </p:nvSpPr>
        <p:spPr>
          <a:xfrm>
            <a:off x="130425" y="1164813"/>
            <a:ext cx="48225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Max charge voltage: </a:t>
            </a:r>
            <a:r>
              <a:rPr lang="vi-VN" sz="1600" dirty="0"/>
              <a:t>Điện áp mà pin được sạc đến khi đạt dung lượng đầy.</a:t>
            </a:r>
            <a:r>
              <a:rPr lang="en-US" sz="1600" dirty="0"/>
              <a:t>[2]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Nominal Voltage: </a:t>
            </a:r>
            <a:r>
              <a:rPr lang="en-US" sz="1600" dirty="0" err="1"/>
              <a:t>Điện</a:t>
            </a:r>
            <a:r>
              <a:rPr lang="en-US" sz="1600" dirty="0"/>
              <a:t> </a:t>
            </a:r>
            <a:r>
              <a:rPr lang="en-US" sz="1600" dirty="0" err="1"/>
              <a:t>áp</a:t>
            </a:r>
            <a:r>
              <a:rPr lang="en-US" sz="1600" dirty="0"/>
              <a:t> </a:t>
            </a:r>
            <a:r>
              <a:rPr lang="en-US" sz="1600" dirty="0" err="1"/>
              <a:t>trung</a:t>
            </a:r>
            <a:r>
              <a:rPr lang="en-US" sz="1600" dirty="0"/>
              <a:t> </a:t>
            </a:r>
            <a:r>
              <a:rPr lang="en-US" sz="1600" dirty="0" err="1"/>
              <a:t>bình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toàn</a:t>
            </a:r>
            <a:r>
              <a:rPr lang="en-US" sz="1600" dirty="0"/>
              <a:t> </a:t>
            </a:r>
            <a:r>
              <a:rPr lang="en-US" sz="1600" dirty="0" err="1"/>
              <a:t>bộ</a:t>
            </a:r>
            <a:r>
              <a:rPr lang="en-US" sz="1600" dirty="0"/>
              <a:t> </a:t>
            </a:r>
            <a:r>
              <a:rPr lang="en-US" sz="1600" dirty="0" err="1"/>
              <a:t>quá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xả</a:t>
            </a:r>
            <a:r>
              <a:rPr lang="en-US" sz="1600" dirty="0"/>
              <a:t>[1]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Cut-off Voltage: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mức</a:t>
            </a:r>
            <a:r>
              <a:rPr lang="en-US" sz="1600" dirty="0"/>
              <a:t> </a:t>
            </a:r>
            <a:r>
              <a:rPr lang="en-US" sz="1600" dirty="0" err="1"/>
              <a:t>điện</a:t>
            </a:r>
            <a:r>
              <a:rPr lang="en-US" sz="1600" dirty="0"/>
              <a:t> </a:t>
            </a:r>
            <a:r>
              <a:rPr lang="en-US" sz="1600" dirty="0" err="1"/>
              <a:t>áp</a:t>
            </a:r>
            <a:r>
              <a:rPr lang="en-US" sz="1600" dirty="0"/>
              <a:t> </a:t>
            </a:r>
            <a:r>
              <a:rPr lang="en-US" sz="1600" dirty="0" err="1"/>
              <a:t>tại</a:t>
            </a:r>
            <a:r>
              <a:rPr lang="en-US" sz="1600" dirty="0"/>
              <a:t> </a:t>
            </a:r>
            <a:r>
              <a:rPr lang="en-US" sz="1600" dirty="0" err="1"/>
              <a:t>thời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kết</a:t>
            </a:r>
            <a:r>
              <a:rPr lang="en-US" sz="1600" dirty="0"/>
              <a:t> </a:t>
            </a:r>
            <a:r>
              <a:rPr lang="en-US" sz="1600" dirty="0" err="1"/>
              <a:t>thúc</a:t>
            </a:r>
            <a:r>
              <a:rPr lang="en-US" sz="1600" dirty="0"/>
              <a:t> </a:t>
            </a:r>
            <a:r>
              <a:rPr lang="en-US" sz="1600" dirty="0" err="1"/>
              <a:t>quá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xả</a:t>
            </a:r>
            <a:r>
              <a:rPr lang="en-US" sz="1600" dirty="0"/>
              <a:t>.[2]</a:t>
            </a:r>
          </a:p>
        </p:txBody>
      </p:sp>
    </p:spTree>
    <p:extLst>
      <p:ext uri="{BB962C8B-B14F-4D97-AF65-F5344CB8AC3E}">
        <p14:creationId xmlns:p14="http://schemas.microsoft.com/office/powerpoint/2010/main" val="364462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1893-AEF6-9385-7F32-F36DC1AA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14602-62B7-F403-B3DB-556811C8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A6D5F-F4F3-A573-1790-D6C4A473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3C53D-3401-ED91-1BCB-0B372F74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551194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điện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áp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dòng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điện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EC9F2-CF39-7586-A4F4-7A5C0A2305A6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/>
              <a:t>Thông </a:t>
            </a:r>
            <a:r>
              <a:rPr lang="en-US" sz="2600" b="1" dirty="0" err="1"/>
              <a:t>số</a:t>
            </a:r>
            <a:r>
              <a:rPr lang="en-US" sz="2600" b="1" dirty="0"/>
              <a:t> </a:t>
            </a:r>
            <a:r>
              <a:rPr lang="en-US" sz="2600" b="1" dirty="0" err="1"/>
              <a:t>dòng</a:t>
            </a:r>
            <a:r>
              <a:rPr lang="en-US" sz="2600" b="1" dirty="0"/>
              <a:t> </a:t>
            </a:r>
            <a:r>
              <a:rPr lang="en-US" sz="2600" b="1" dirty="0" err="1"/>
              <a:t>điện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9B5EF5-D1F6-43C4-782C-B9205857A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192" y="662343"/>
            <a:ext cx="3877850" cy="31604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A7CB21A-DA62-5879-CF91-81CCC20C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8" y="1356884"/>
            <a:ext cx="4919041" cy="2057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1EFC5FE-3C4B-5925-3ECE-62235052E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8" y="1640392"/>
            <a:ext cx="4901722" cy="198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F8F035F-7B3B-7C74-2013-F8B486FABC2E}"/>
              </a:ext>
            </a:extLst>
          </p:cNvPr>
          <p:cNvSpPr txBox="1"/>
          <p:nvPr/>
        </p:nvSpPr>
        <p:spPr>
          <a:xfrm>
            <a:off x="223520" y="2133601"/>
            <a:ext cx="1308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C rate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0882B0-9161-AD9D-C0C3-94CAD1B57EBB}"/>
              </a:ext>
            </a:extLst>
          </p:cNvPr>
          <p:cNvSpPr txBox="1"/>
          <p:nvPr/>
        </p:nvSpPr>
        <p:spPr>
          <a:xfrm>
            <a:off x="-41303" y="2522879"/>
            <a:ext cx="62180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V</a:t>
            </a:r>
            <a:r>
              <a:rPr lang="vi-VN" sz="2200" dirty="0"/>
              <a:t>ì dung lượng có thể rất khác nhau giữa các loại pin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2200" b="1" dirty="0"/>
              <a:t>C-rate</a:t>
            </a:r>
            <a:r>
              <a:rPr lang="en-US" sz="2200" b="1" dirty="0"/>
              <a:t> </a:t>
            </a:r>
            <a:r>
              <a:rPr lang="en-US" sz="2200" dirty="0" err="1"/>
              <a:t>dùng</a:t>
            </a:r>
            <a:r>
              <a:rPr lang="vi-VN" sz="2200" dirty="0"/>
              <a:t> để chuẩn hóa </a:t>
            </a:r>
            <a:r>
              <a:rPr lang="en-US" sz="2200" dirty="0" err="1"/>
              <a:t>dòng</a:t>
            </a:r>
            <a:r>
              <a:rPr lang="en-US" sz="2200" dirty="0"/>
              <a:t> </a:t>
            </a:r>
            <a:r>
              <a:rPr lang="en-US" sz="2200" dirty="0" err="1"/>
              <a:t>xả</a:t>
            </a:r>
            <a:r>
              <a:rPr lang="en-US" sz="2200" dirty="0"/>
              <a:t> </a:t>
            </a:r>
            <a:r>
              <a:rPr lang="vi-VN" sz="2200" dirty="0"/>
              <a:t>so với dung lượng pin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3B702B-C006-FBFE-2677-7DEA2BC9F518}"/>
                  </a:ext>
                </a:extLst>
              </p:cNvPr>
              <p:cNvSpPr txBox="1"/>
              <p:nvPr/>
            </p:nvSpPr>
            <p:spPr>
              <a:xfrm>
                <a:off x="49137" y="4080307"/>
                <a:ext cx="29664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3B702B-C006-FBFE-2677-7DEA2BC9F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7" y="4080307"/>
                <a:ext cx="296640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8CE4602D-7AE5-BBA7-F8EE-D9959CD93FB1}"/>
              </a:ext>
            </a:extLst>
          </p:cNvPr>
          <p:cNvSpPr/>
          <p:nvPr/>
        </p:nvSpPr>
        <p:spPr>
          <a:xfrm>
            <a:off x="2639452" y="3787030"/>
            <a:ext cx="266322" cy="110276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EBAD20-4498-A0F0-8895-02F84BE85919}"/>
                  </a:ext>
                </a:extLst>
              </p:cNvPr>
              <p:cNvSpPr txBox="1"/>
              <p:nvPr/>
            </p:nvSpPr>
            <p:spPr>
              <a:xfrm>
                <a:off x="2755993" y="3858551"/>
                <a:ext cx="470408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I: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xả</a:t>
                </a:r>
                <a:r>
                  <a:rPr lang="en-US" dirty="0"/>
                  <a:t>/</a:t>
                </a:r>
                <a:r>
                  <a:rPr lang="en-US" dirty="0" err="1"/>
                  <a:t>sạc</a:t>
                </a:r>
                <a:r>
                  <a:rPr lang="en-US" dirty="0"/>
                  <a:t> (A)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vi-VN" dirty="0"/>
                  <a:t>là thước đo tốc độ xả của pin</a:t>
                </a:r>
                <a:r>
                  <a:rPr lang="en-US" dirty="0"/>
                  <a:t> (1/h)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C: Dung </a:t>
                </a:r>
                <a:r>
                  <a:rPr lang="en-US" dirty="0" err="1"/>
                  <a:t>lượng</a:t>
                </a:r>
                <a:r>
                  <a:rPr lang="en-US" dirty="0"/>
                  <a:t> pin (Ah)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EBAD20-4498-A0F0-8895-02F84BE8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993" y="3858551"/>
                <a:ext cx="4704080" cy="923330"/>
              </a:xfrm>
              <a:prstGeom prst="rect">
                <a:avLst/>
              </a:prstGeom>
              <a:blipFill>
                <a:blip r:embed="rId7"/>
                <a:stretch>
                  <a:fillRect l="-777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F51E4A-D63B-A6F7-E8FA-9012B3ECD5E2}"/>
                  </a:ext>
                </a:extLst>
              </p:cNvPr>
              <p:cNvSpPr txBox="1"/>
              <p:nvPr/>
            </p:nvSpPr>
            <p:spPr>
              <a:xfrm>
                <a:off x="-77750" y="5089489"/>
                <a:ext cx="1009613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Ví </a:t>
                </a:r>
                <a:r>
                  <a:rPr lang="en-US" sz="2200" dirty="0" err="1"/>
                  <a:t>dụ</a:t>
                </a:r>
                <a:r>
                  <a:rPr lang="en-US" sz="2200" dirty="0"/>
                  <a:t>: pin </a:t>
                </a:r>
                <a:r>
                  <a:rPr lang="en-US" sz="2200" dirty="0">
                    <a:latin typeface="+mn-lt"/>
                  </a:rPr>
                  <a:t>LIR18650 </a:t>
                </a:r>
                <a:r>
                  <a:rPr lang="en-US" sz="2200" dirty="0" err="1">
                    <a:latin typeface="+mn-lt"/>
                  </a:rPr>
                  <a:t>c</a:t>
                </a:r>
                <a:r>
                  <a:rPr lang="en-US" sz="2200" dirty="0" err="1"/>
                  <a:t>ó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dòng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xả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tiêu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chuẩn</a:t>
                </a:r>
                <a:r>
                  <a:rPr lang="en-US" sz="2200" dirty="0"/>
                  <a:t> I =  0.52A, dung </a:t>
                </a:r>
                <a:r>
                  <a:rPr lang="en-US" sz="2200" dirty="0" err="1"/>
                  <a:t>lượng</a:t>
                </a:r>
                <a:r>
                  <a:rPr lang="en-US" sz="2200" dirty="0"/>
                  <a:t> C = 2600mAh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sz="22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200" dirty="0" err="1"/>
                  <a:t>Dòng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xả</a:t>
                </a:r>
                <a:r>
                  <a:rPr lang="en-US" sz="2200" dirty="0"/>
                  <a:t>/</a:t>
                </a:r>
                <a:r>
                  <a:rPr lang="en-US" sz="2200" dirty="0" err="1"/>
                  <a:t>sạc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là</a:t>
                </a:r>
                <a:r>
                  <a:rPr lang="en-US" sz="2200" dirty="0"/>
                  <a:t> 0.2C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F51E4A-D63B-A6F7-E8FA-9012B3ECD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750" y="5089489"/>
                <a:ext cx="10096137" cy="1107996"/>
              </a:xfrm>
              <a:prstGeom prst="rect">
                <a:avLst/>
              </a:prstGeom>
              <a:blipFill>
                <a:blip r:embed="rId8"/>
                <a:stretch>
                  <a:fillRect l="-785" t="-3846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46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72258-F8A5-950B-6557-3D9FD405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4401B7-66FE-5E62-92B8-3C0BBCE19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536" y="3139733"/>
            <a:ext cx="3845464" cy="19373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D890-1C98-C757-CCE1-6CEE42305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5E067-16E0-0B17-8729-93533629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ED9B5-6B36-26BF-BE3B-CBE401DC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551194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điện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áp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dòng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điện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62669-2225-F9C0-FA3A-0C1B7F12C0D2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Điện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trở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nội</a:t>
            </a:r>
            <a:r>
              <a:rPr lang="en-US" sz="2600" b="1" dirty="0">
                <a:effectLst/>
              </a:rPr>
              <a:t>[6]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B422C0-03CC-252C-943F-2589DA30286E}"/>
              </a:ext>
            </a:extLst>
          </p:cNvPr>
          <p:cNvSpPr txBox="1"/>
          <p:nvPr/>
        </p:nvSpPr>
        <p:spPr>
          <a:xfrm>
            <a:off x="47645" y="3271347"/>
            <a:ext cx="62180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Trong </a:t>
            </a:r>
            <a:r>
              <a:rPr lang="en-US" sz="2200" dirty="0" err="1"/>
              <a:t>quá</a:t>
            </a:r>
            <a:r>
              <a:rPr lang="en-US" sz="2200" dirty="0"/>
              <a:t> </a:t>
            </a:r>
            <a:r>
              <a:rPr lang="en-US" sz="2200" dirty="0" err="1"/>
              <a:t>trình</a:t>
            </a:r>
            <a:r>
              <a:rPr lang="en-US" sz="2200" dirty="0"/>
              <a:t> </a:t>
            </a:r>
            <a:r>
              <a:rPr lang="en-US" sz="2200" dirty="0" err="1"/>
              <a:t>xả</a:t>
            </a:r>
            <a:r>
              <a:rPr lang="en-US" sz="2200" dirty="0"/>
              <a:t>,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trở</a:t>
            </a:r>
            <a:r>
              <a:rPr lang="en-US" sz="2200" dirty="0"/>
              <a:t> </a:t>
            </a:r>
            <a:r>
              <a:rPr lang="en-US" sz="2200" dirty="0" err="1"/>
              <a:t>tăng</a:t>
            </a:r>
            <a:r>
              <a:rPr lang="en-US" sz="2200" dirty="0"/>
              <a:t> </a:t>
            </a:r>
            <a:r>
              <a:rPr lang="en-US" sz="2200" dirty="0" err="1"/>
              <a:t>lên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 err="1"/>
              <a:t>Giải</a:t>
            </a:r>
            <a:r>
              <a:rPr lang="en-US" sz="2200" dirty="0"/>
              <a:t> </a:t>
            </a:r>
            <a:r>
              <a:rPr lang="en-US" sz="2200" dirty="0" err="1"/>
              <a:t>thích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lí</a:t>
            </a:r>
            <a:r>
              <a:rPr lang="en-US" sz="2200" dirty="0"/>
              <a:t> do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áp</a:t>
            </a:r>
            <a:r>
              <a:rPr lang="en-US" sz="2200" dirty="0"/>
              <a:t> </a:t>
            </a:r>
            <a:r>
              <a:rPr lang="en-US" sz="2200" dirty="0" err="1"/>
              <a:t>suy</a:t>
            </a:r>
            <a:r>
              <a:rPr lang="en-US" sz="2200" dirty="0"/>
              <a:t> </a:t>
            </a:r>
            <a:r>
              <a:rPr lang="en-US" sz="2200" dirty="0" err="1"/>
              <a:t>giảm</a:t>
            </a:r>
            <a:r>
              <a:rPr lang="en-US" sz="2200" dirty="0"/>
              <a:t> (V = IR)</a:t>
            </a:r>
          </a:p>
          <a:p>
            <a:r>
              <a:rPr lang="en-US" sz="2200" dirty="0"/>
              <a:t>                </a:t>
            </a:r>
          </a:p>
          <a:p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38D17-2397-6310-3917-9E0BE84CA3D9}"/>
              </a:ext>
            </a:extLst>
          </p:cNvPr>
          <p:cNvSpPr txBox="1"/>
          <p:nvPr/>
        </p:nvSpPr>
        <p:spPr>
          <a:xfrm>
            <a:off x="47645" y="1256846"/>
            <a:ext cx="62180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S</a:t>
            </a:r>
            <a:r>
              <a:rPr lang="vi-VN" sz="2200" dirty="0"/>
              <a:t>ự thay đổi của chất điện phân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quá</a:t>
            </a:r>
            <a:r>
              <a:rPr lang="en-US" sz="2200" dirty="0"/>
              <a:t> </a:t>
            </a:r>
            <a:r>
              <a:rPr lang="en-US" sz="2200" dirty="0" err="1"/>
              <a:t>trình</a:t>
            </a:r>
            <a:r>
              <a:rPr lang="en-US" sz="2200" dirty="0"/>
              <a:t> </a:t>
            </a:r>
            <a:r>
              <a:rPr lang="en-US" sz="2200" dirty="0" err="1"/>
              <a:t>sạc</a:t>
            </a:r>
            <a:r>
              <a:rPr lang="en-US" sz="2200" dirty="0"/>
              <a:t>/</a:t>
            </a:r>
            <a:r>
              <a:rPr lang="en-US" sz="2200" dirty="0" err="1"/>
              <a:t>xả</a:t>
            </a:r>
            <a:r>
              <a:rPr lang="en-US" sz="2200" dirty="0"/>
              <a:t> pin, do </a:t>
            </a:r>
            <a:r>
              <a:rPr lang="en-US" sz="2200" dirty="0" err="1"/>
              <a:t>sự</a:t>
            </a:r>
            <a:r>
              <a:rPr lang="en-US" sz="2200" dirty="0"/>
              <a:t> </a:t>
            </a:r>
            <a:r>
              <a:rPr lang="en-US" sz="2200" dirty="0" err="1"/>
              <a:t>hình</a:t>
            </a:r>
            <a:r>
              <a:rPr lang="en-US" sz="2200" dirty="0"/>
              <a:t> </a:t>
            </a:r>
            <a:r>
              <a:rPr lang="en-US" sz="2200" dirty="0" err="1"/>
              <a:t>thành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lớp</a:t>
            </a:r>
            <a:r>
              <a:rPr lang="en-US" sz="2200" dirty="0"/>
              <a:t> </a:t>
            </a:r>
            <a:r>
              <a:rPr lang="en-US" sz="2200" dirty="0" err="1"/>
              <a:t>thụ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(</a:t>
            </a:r>
            <a:r>
              <a:rPr lang="vi-VN" sz="2200" dirty="0"/>
              <a:t>SEI</a:t>
            </a:r>
            <a:r>
              <a:rPr lang="en-US" sz="2200" dirty="0"/>
              <a:t> (Solid Electrolyte Interphase) )</a:t>
            </a:r>
          </a:p>
        </p:txBody>
      </p:sp>
      <p:pic>
        <p:nvPicPr>
          <p:cNvPr id="1026" name="Picture 2" descr="Internal Resistance series. Part I: What is internal resistance in a battery?  - BioLogic Learning Center">
            <a:extLst>
              <a:ext uri="{FF2B5EF4-FFF2-40B4-BE49-F238E27FC236}">
                <a16:creationId xmlns:a16="http://schemas.microsoft.com/office/drawing/2014/main" id="{64704572-B884-AF44-4364-360B4F39F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930" y="839319"/>
            <a:ext cx="2298486" cy="196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6B7CB4-DCCF-8CB8-F2CB-E5B9322036AE}"/>
              </a:ext>
            </a:extLst>
          </p:cNvPr>
          <p:cNvSpPr txBox="1"/>
          <p:nvPr/>
        </p:nvSpPr>
        <p:spPr>
          <a:xfrm>
            <a:off x="47645" y="4452771"/>
            <a:ext cx="62180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 err="1"/>
              <a:t>Ảnh</a:t>
            </a:r>
            <a:r>
              <a:rPr lang="en-US" sz="2200" dirty="0"/>
              <a:t> </a:t>
            </a:r>
            <a:r>
              <a:rPr lang="en-US" sz="2200" dirty="0" err="1"/>
              <a:t>hưởng</a:t>
            </a:r>
            <a:r>
              <a:rPr lang="en-US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Giảm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</a:t>
            </a:r>
            <a:r>
              <a:rPr lang="en-US" sz="2200" dirty="0" err="1"/>
              <a:t>suất</a:t>
            </a:r>
            <a:r>
              <a:rPr lang="en-US" sz="2200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Phát</a:t>
            </a:r>
            <a:r>
              <a:rPr lang="en-US" sz="2200" dirty="0"/>
              <a:t> </a:t>
            </a:r>
            <a:r>
              <a:rPr lang="en-US" sz="2200" dirty="0" err="1"/>
              <a:t>sinh</a:t>
            </a:r>
            <a:r>
              <a:rPr lang="en-US" sz="2200" dirty="0"/>
              <a:t> </a:t>
            </a:r>
            <a:r>
              <a:rPr lang="en-US" sz="2200" dirty="0" err="1"/>
              <a:t>nhiệt</a:t>
            </a:r>
            <a:r>
              <a:rPr lang="en-US" sz="2200" dirty="0"/>
              <a:t> -&gt; </a:t>
            </a:r>
            <a:r>
              <a:rPr lang="en-US" sz="2200" dirty="0" err="1"/>
              <a:t>hỏng</a:t>
            </a:r>
            <a:r>
              <a:rPr lang="en-US" sz="2200" dirty="0"/>
              <a:t> </a:t>
            </a:r>
            <a:r>
              <a:rPr lang="en-US" sz="2200" dirty="0" err="1"/>
              <a:t>hóc</a:t>
            </a:r>
            <a:r>
              <a:rPr lang="en-US" sz="2200" dirty="0"/>
              <a:t>, </a:t>
            </a:r>
            <a:r>
              <a:rPr lang="en-US" sz="2200" dirty="0" err="1"/>
              <a:t>cháy</a:t>
            </a:r>
            <a:r>
              <a:rPr lang="en-US" sz="2200" dirty="0"/>
              <a:t> </a:t>
            </a:r>
            <a:r>
              <a:rPr lang="en-US" sz="2200" dirty="0" err="1"/>
              <a:t>nổ</a:t>
            </a:r>
            <a:r>
              <a:rPr lang="en-US" sz="2200" dirty="0"/>
              <a:t>,..</a:t>
            </a:r>
          </a:p>
          <a:p>
            <a:r>
              <a:rPr lang="en-US" sz="2200" dirty="0"/>
              <a:t>                </a:t>
            </a:r>
          </a:p>
          <a:p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04E73C-8E6C-2E2B-9134-9A9B9E083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963" y="4807585"/>
            <a:ext cx="1829055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6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C463-486D-F31F-C103-C424B94B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BEDCD-E6E2-0644-21F8-C9494F2C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E65B9-D4E5-C7FF-49A6-1FB06EC2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80EE6-91A0-21DE-F05B-F03423CD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551194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năng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lượng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công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suất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A0B9E-0284-DB78-920A-08FB1E54D146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/>
              <a:t>Dung </a:t>
            </a:r>
            <a:r>
              <a:rPr lang="en-US" sz="2600" b="1" dirty="0" err="1"/>
              <a:t>lượng</a:t>
            </a:r>
            <a:r>
              <a:rPr lang="en-US" sz="2600" b="1" dirty="0"/>
              <a:t> pin (Capacity)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55CB1-B1F5-7BC5-FAD2-F200751C4B6A}"/>
              </a:ext>
            </a:extLst>
          </p:cNvPr>
          <p:cNvSpPr txBox="1"/>
          <p:nvPr/>
        </p:nvSpPr>
        <p:spPr>
          <a:xfrm>
            <a:off x="51278" y="1173141"/>
            <a:ext cx="102356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tích</a:t>
            </a:r>
            <a:r>
              <a:rPr lang="en-US" sz="2200" dirty="0"/>
              <a:t> </a:t>
            </a:r>
            <a:r>
              <a:rPr lang="en-US" sz="2200" dirty="0" err="1"/>
              <a:t>mà</a:t>
            </a:r>
            <a:r>
              <a:rPr lang="en-US" sz="2200" dirty="0"/>
              <a:t> pin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lưu</a:t>
            </a:r>
            <a:r>
              <a:rPr lang="en-US" sz="2200" dirty="0"/>
              <a:t> </a:t>
            </a:r>
            <a:r>
              <a:rPr lang="en-US" sz="2200" dirty="0" err="1"/>
              <a:t>trữ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</a:t>
            </a:r>
            <a:r>
              <a:rPr lang="en-US" sz="2200" dirty="0" err="1"/>
              <a:t>nhất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, </a:t>
            </a:r>
            <a:r>
              <a:rPr lang="en-US" sz="2200" dirty="0" err="1"/>
              <a:t>ký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C(</a:t>
            </a:r>
            <a:r>
              <a:rPr lang="en-US" sz="2200" dirty="0" err="1"/>
              <a:t>mAh</a:t>
            </a:r>
            <a:r>
              <a:rPr lang="en-US" sz="2200" dirty="0"/>
              <a:t>)</a:t>
            </a:r>
          </a:p>
          <a:p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1AD1D-C3DF-B8F6-30F3-B79DED638CC4}"/>
                  </a:ext>
                </a:extLst>
              </p:cNvPr>
              <p:cNvSpPr txBox="1"/>
              <p:nvPr/>
            </p:nvSpPr>
            <p:spPr>
              <a:xfrm>
                <a:off x="1335310" y="1907910"/>
                <a:ext cx="44939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𝑚𝑖𝑙𝑖𝐴𝑚𝑝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1AD1D-C3DF-B8F6-30F3-B79DED63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310" y="1907910"/>
                <a:ext cx="4493953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8372F8E-5D24-3B46-6D64-871264A34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893518" y="755220"/>
            <a:ext cx="1671424" cy="37999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44029-678F-7ABC-6E29-11628AF6F135}"/>
              </a:ext>
            </a:extLst>
          </p:cNvPr>
          <p:cNvSpPr txBox="1"/>
          <p:nvPr/>
        </p:nvSpPr>
        <p:spPr>
          <a:xfrm>
            <a:off x="51278" y="2435290"/>
            <a:ext cx="5155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Ý </a:t>
            </a:r>
            <a:r>
              <a:rPr lang="en-US" dirty="0" err="1"/>
              <a:t>nghĩa</a:t>
            </a:r>
            <a:r>
              <a:rPr lang="en-US" dirty="0"/>
              <a:t>:</a:t>
            </a:r>
            <a:r>
              <a:rPr lang="vi-VN" dirty="0"/>
              <a:t>cho biết pin có thể cung cấp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I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t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 </a:t>
            </a:r>
            <a:r>
              <a:rPr lang="en-US" dirty="0" err="1"/>
              <a:t>kiệt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7D62-60AD-CBFF-D55E-73C392033B45}"/>
              </a:ext>
            </a:extLst>
          </p:cNvPr>
          <p:cNvSpPr txBox="1"/>
          <p:nvPr/>
        </p:nvSpPr>
        <p:spPr>
          <a:xfrm>
            <a:off x="157285" y="3397867"/>
            <a:ext cx="922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pin LIR18650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2.6A </a:t>
            </a:r>
            <a:r>
              <a:rPr lang="en-US" dirty="0" err="1"/>
              <a:t>trong</a:t>
            </a:r>
            <a:r>
              <a:rPr lang="en-US" dirty="0"/>
              <a:t> 1h, </a:t>
            </a:r>
            <a:r>
              <a:rPr lang="en-US" dirty="0" err="1"/>
              <a:t>hoặc</a:t>
            </a:r>
            <a:r>
              <a:rPr lang="en-US" dirty="0"/>
              <a:t> 0.52A </a:t>
            </a:r>
            <a:r>
              <a:rPr lang="en-US" dirty="0" err="1"/>
              <a:t>trong</a:t>
            </a:r>
            <a:r>
              <a:rPr lang="en-US" dirty="0"/>
              <a:t>  5h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0196B-266D-B333-050B-91888967EF05}"/>
              </a:ext>
            </a:extLst>
          </p:cNvPr>
          <p:cNvSpPr txBox="1"/>
          <p:nvPr/>
        </p:nvSpPr>
        <p:spPr>
          <a:xfrm>
            <a:off x="51278" y="3807144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Năng</a:t>
            </a:r>
            <a:r>
              <a:rPr lang="en-US" sz="2600" b="1" dirty="0"/>
              <a:t> </a:t>
            </a:r>
            <a:r>
              <a:rPr lang="en-US" sz="2600" b="1" dirty="0" err="1"/>
              <a:t>lượng</a:t>
            </a:r>
            <a:r>
              <a:rPr lang="en-US" sz="2600" b="1" dirty="0"/>
              <a:t> E (</a:t>
            </a:r>
            <a:r>
              <a:rPr lang="en-US" sz="2600" b="1" dirty="0" err="1"/>
              <a:t>Wh</a:t>
            </a:r>
            <a:r>
              <a:rPr lang="en-US" sz="2600" b="1" dirty="0"/>
              <a:t>)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7BBAAB-C7E0-FC1B-CCE6-2F4BC20EF38F}"/>
                  </a:ext>
                </a:extLst>
              </p:cNvPr>
              <p:cNvSpPr txBox="1"/>
              <p:nvPr/>
            </p:nvSpPr>
            <p:spPr>
              <a:xfrm>
                <a:off x="790149" y="4390240"/>
                <a:ext cx="7320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𝑉𝑜𝑙𝑡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𝑚𝑖𝑙𝑖𝐴𝑚𝑝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𝑉𝑜𝑙𝑡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7BBAAB-C7E0-FC1B-CCE6-2F4BC20EF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49" y="4390240"/>
                <a:ext cx="7320388" cy="369332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97AA2D7-A6F6-86A0-CE19-56BD7E8F26A7}"/>
              </a:ext>
            </a:extLst>
          </p:cNvPr>
          <p:cNvSpPr txBox="1"/>
          <p:nvPr/>
        </p:nvSpPr>
        <p:spPr>
          <a:xfrm>
            <a:off x="-66911" y="4837858"/>
            <a:ext cx="9798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Ý </a:t>
            </a:r>
            <a:r>
              <a:rPr lang="en-US" dirty="0" err="1"/>
              <a:t>nghĩa</a:t>
            </a:r>
            <a:r>
              <a:rPr lang="en-US" dirty="0"/>
              <a:t>:</a:t>
            </a:r>
            <a:r>
              <a:rPr lang="vi-VN" dirty="0"/>
              <a:t>cho biết pin có thể cung cấp bao nhiêu </a:t>
            </a:r>
            <a:r>
              <a:rPr lang="en-US" dirty="0"/>
              <a:t>W</a:t>
            </a:r>
            <a:r>
              <a:rPr lang="vi-VN" dirty="0"/>
              <a:t>att trong một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1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5BD9-70B1-472D-7E1F-D12B9109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7E6D-55FB-79E6-91EE-516E7B3F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166AE-D0F8-CC09-0AE6-CE11782C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9A8A8-D015-782F-3438-88EBFAAD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551194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năng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lượng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công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suất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671D9-5B0E-1F96-9900-9179589A4E7F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Mật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độ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năng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lượng</a:t>
            </a:r>
            <a:r>
              <a:rPr lang="en-US" sz="2600" b="1" dirty="0">
                <a:effectLst/>
              </a:rPr>
              <a:t> (Energy density)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E6500-E1DE-0CE2-38B0-79C365F7460A}"/>
              </a:ext>
            </a:extLst>
          </p:cNvPr>
          <p:cNvSpPr txBox="1"/>
          <p:nvPr/>
        </p:nvSpPr>
        <p:spPr>
          <a:xfrm>
            <a:off x="51279" y="1173141"/>
            <a:ext cx="99231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L</a:t>
            </a:r>
            <a:r>
              <a:rPr lang="vi-VN" sz="2200" dirty="0"/>
              <a:t>ượng năng lượng có thể thu được trên mỗi đơn vị thể tích</a:t>
            </a:r>
            <a:r>
              <a:rPr lang="en-US" sz="2200" dirty="0"/>
              <a:t>(</a:t>
            </a:r>
            <a:r>
              <a:rPr lang="en-US" sz="2200" dirty="0" err="1"/>
              <a:t>khối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)</a:t>
            </a:r>
            <a:r>
              <a:rPr lang="vi-VN" sz="2200" dirty="0"/>
              <a:t> của pin</a:t>
            </a:r>
            <a:r>
              <a:rPr lang="en-US" sz="2200" dirty="0"/>
              <a:t> = E/V (</a:t>
            </a:r>
            <a:r>
              <a:rPr lang="en-US" sz="2200" b="1" dirty="0" err="1"/>
              <a:t>Wh</a:t>
            </a:r>
            <a:r>
              <a:rPr lang="en-US" sz="2200" b="1" dirty="0"/>
              <a:t>/</a:t>
            </a:r>
            <a:r>
              <a:rPr lang="en-US" sz="2200" b="1" dirty="0" err="1"/>
              <a:t>lít</a:t>
            </a:r>
            <a:r>
              <a:rPr lang="en-US" sz="2200" dirty="0"/>
              <a:t>) </a:t>
            </a:r>
            <a:r>
              <a:rPr lang="en-US" sz="2200" dirty="0" err="1"/>
              <a:t>hoặc</a:t>
            </a:r>
            <a:r>
              <a:rPr lang="en-US" sz="2200" dirty="0"/>
              <a:t> E/kg (</a:t>
            </a:r>
            <a:r>
              <a:rPr lang="en-US" sz="2200" b="1" dirty="0" err="1"/>
              <a:t>Wh</a:t>
            </a:r>
            <a:r>
              <a:rPr lang="en-US" sz="2200" b="1" dirty="0"/>
              <a:t>/kg</a:t>
            </a:r>
            <a:r>
              <a:rPr lang="en-US" sz="22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0603E-34F9-2128-D8EB-79BF3AB10D7D}"/>
              </a:ext>
            </a:extLst>
          </p:cNvPr>
          <p:cNvSpPr txBox="1"/>
          <p:nvPr/>
        </p:nvSpPr>
        <p:spPr>
          <a:xfrm>
            <a:off x="51278" y="2106007"/>
            <a:ext cx="5817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Ý </a:t>
            </a:r>
            <a:r>
              <a:rPr lang="en-US" sz="2200" dirty="0" err="1"/>
              <a:t>nghĩa:Nếu</a:t>
            </a:r>
            <a:r>
              <a:rPr lang="en-US" sz="2200" dirty="0"/>
              <a:t> </a:t>
            </a:r>
            <a:r>
              <a:rPr lang="en-US" sz="2200" dirty="0" err="1"/>
              <a:t>mật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năng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cao</a:t>
            </a:r>
            <a:r>
              <a:rPr lang="en-US" sz="2200" dirty="0"/>
              <a:t>,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làm</a:t>
            </a:r>
            <a:r>
              <a:rPr lang="en-US" sz="2200" dirty="0"/>
              <a:t> </a:t>
            </a:r>
            <a:r>
              <a:rPr lang="en-US" sz="2200" dirty="0" err="1"/>
              <a:t>giảm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tích</a:t>
            </a:r>
            <a:r>
              <a:rPr lang="en-US" sz="2200" dirty="0"/>
              <a:t>, </a:t>
            </a:r>
            <a:r>
              <a:rPr lang="en-US" sz="2200" dirty="0" err="1"/>
              <a:t>khối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pin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Pin </a:t>
            </a:r>
            <a:r>
              <a:rPr lang="en-US" sz="2200" dirty="0" err="1"/>
              <a:t>nhỏ</a:t>
            </a:r>
            <a:r>
              <a:rPr lang="en-US" sz="2200" dirty="0"/>
              <a:t>, </a:t>
            </a:r>
            <a:r>
              <a:rPr lang="en-US" sz="2200" dirty="0" err="1"/>
              <a:t>nhẹ</a:t>
            </a:r>
            <a:r>
              <a:rPr lang="en-US" sz="2200" dirty="0"/>
              <a:t> </a:t>
            </a:r>
            <a:r>
              <a:rPr lang="en-US" sz="2200" dirty="0" err="1"/>
              <a:t>hơn</a:t>
            </a:r>
            <a:r>
              <a:rPr lang="en-US" sz="22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C0451-0918-8EFD-32D9-7B6EB6AB897A}"/>
              </a:ext>
            </a:extLst>
          </p:cNvPr>
          <p:cNvSpPr txBox="1"/>
          <p:nvPr/>
        </p:nvSpPr>
        <p:spPr>
          <a:xfrm>
            <a:off x="51278" y="3837823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Mật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độ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công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suất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/>
              <a:t> (</a:t>
            </a:r>
            <a:r>
              <a:rPr lang="en-US" sz="2600" b="1" dirty="0">
                <a:effectLst/>
              </a:rPr>
              <a:t>Power density</a:t>
            </a:r>
            <a:r>
              <a:rPr lang="en-US" sz="2600" b="1" dirty="0"/>
              <a:t>)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8229F2-EFB0-DF8B-C101-B690113F0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866" y="1557861"/>
            <a:ext cx="1952388" cy="486048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6E2068-9756-5C0A-9269-54EA496CB0BB}"/>
              </a:ext>
            </a:extLst>
          </p:cNvPr>
          <p:cNvSpPr/>
          <p:nvPr/>
        </p:nvSpPr>
        <p:spPr>
          <a:xfrm>
            <a:off x="7870371" y="2799173"/>
            <a:ext cx="312575" cy="2274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F5D733-607E-BCC9-8D24-CDFCCCE02B2F}"/>
                  </a:ext>
                </a:extLst>
              </p:cNvPr>
              <p:cNvSpPr txBox="1"/>
              <p:nvPr/>
            </p:nvSpPr>
            <p:spPr>
              <a:xfrm>
                <a:off x="7777064" y="2788029"/>
                <a:ext cx="4572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F5D733-607E-BCC9-8D24-CDFCCCE02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064" y="2788029"/>
                <a:ext cx="457200" cy="246221"/>
              </a:xfrm>
              <a:prstGeom prst="rect">
                <a:avLst/>
              </a:prstGeom>
              <a:blipFill>
                <a:blip r:embed="rId4"/>
                <a:stretch>
                  <a:fillRect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DCC0FB-6F8A-FCAF-4F33-5B29E9A29E08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536802" y="2911140"/>
            <a:ext cx="240262" cy="275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1D296-5854-9E62-ABEA-F52FD45FCA66}"/>
                  </a:ext>
                </a:extLst>
              </p:cNvPr>
              <p:cNvSpPr txBox="1"/>
              <p:nvPr/>
            </p:nvSpPr>
            <p:spPr>
              <a:xfrm>
                <a:off x="6481917" y="3104473"/>
                <a:ext cx="17961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effectLst/>
                  </a:rPr>
                  <a:t>Energy density</a:t>
                </a:r>
              </a:p>
              <a:p>
                <a:r>
                  <a:rPr lang="en-US" sz="1400" b="1" dirty="0"/>
                  <a:t>  (</a:t>
                </a:r>
                <a:r>
                  <a:rPr lang="en-US" sz="1400" b="1" dirty="0" err="1"/>
                  <a:t>Wh</a:t>
                </a:r>
                <a:r>
                  <a:rPr lang="en-US" sz="1400" b="1" dirty="0"/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𝒎𝒎</m:t>
                        </m:r>
                      </m:e>
                      <m:sup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400" b="1" dirty="0"/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1D296-5854-9E62-ABEA-F52FD45FC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917" y="3104473"/>
                <a:ext cx="1796143" cy="523220"/>
              </a:xfrm>
              <a:prstGeom prst="rect">
                <a:avLst/>
              </a:prstGeom>
              <a:blipFill>
                <a:blip r:embed="rId5"/>
                <a:stretch>
                  <a:fillRect l="-1017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302973D0-30E0-4B1E-893F-35BBA5ABA9E3}"/>
              </a:ext>
            </a:extLst>
          </p:cNvPr>
          <p:cNvSpPr txBox="1"/>
          <p:nvPr/>
        </p:nvSpPr>
        <p:spPr>
          <a:xfrm>
            <a:off x="51278" y="4407209"/>
            <a:ext cx="7062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C</a:t>
            </a:r>
            <a:r>
              <a:rPr lang="vi-VN" sz="2200" dirty="0"/>
              <a:t>ông suất có thể thu được trên mỗi đơn vị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tích</a:t>
            </a:r>
            <a:r>
              <a:rPr lang="en-US" sz="2200" dirty="0"/>
              <a:t> (</a:t>
            </a:r>
            <a:r>
              <a:rPr lang="en-US" sz="2200" b="1" dirty="0"/>
              <a:t>W/</a:t>
            </a:r>
            <a:r>
              <a:rPr lang="en-US" sz="2200" b="1" dirty="0" err="1"/>
              <a:t>lít</a:t>
            </a:r>
            <a:r>
              <a:rPr lang="en-US" sz="2200" b="1" dirty="0"/>
              <a:t>) </a:t>
            </a:r>
            <a:r>
              <a:rPr lang="en-US" sz="2200" dirty="0"/>
              <a:t>/</a:t>
            </a:r>
            <a:r>
              <a:rPr lang="vi-VN" sz="2200" dirty="0"/>
              <a:t>khối lượng (</a:t>
            </a:r>
            <a:r>
              <a:rPr lang="vi-VN" sz="2200" b="1" dirty="0"/>
              <a:t>W/kg</a:t>
            </a:r>
            <a:r>
              <a:rPr lang="vi-VN" sz="2200" dirty="0"/>
              <a:t>) của pin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350B98-2B0B-72CA-31BE-8E974986A2B7}"/>
                  </a:ext>
                </a:extLst>
              </p:cNvPr>
              <p:cNvSpPr txBox="1"/>
              <p:nvPr/>
            </p:nvSpPr>
            <p:spPr>
              <a:xfrm>
                <a:off x="-248707" y="5080918"/>
                <a:ext cx="7661988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ậ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độ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ượ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í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ậ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độ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350B98-2B0B-72CA-31BE-8E974986A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8707" y="5080918"/>
                <a:ext cx="7661988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0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E1893-4E5F-3E56-DBDE-FB9D19F3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33D95-09D0-C8DB-00F2-8D963631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C2E90-4AD5-E32B-15C4-755C3D48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8DFB9-6C20-0491-0E87-B8E3A744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739057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IV.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vận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hành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tuổi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thọ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A9DCA-259C-578D-5D86-79C019E5C351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Nhiệt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độ</a:t>
            </a:r>
            <a:r>
              <a:rPr lang="en-US" sz="2600" b="1" dirty="0">
                <a:effectLst/>
              </a:rPr>
              <a:t> [4] 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BBDCA-7605-A7BE-E9AE-F59675DEA501}"/>
              </a:ext>
            </a:extLst>
          </p:cNvPr>
          <p:cNvSpPr txBox="1"/>
          <p:nvPr/>
        </p:nvSpPr>
        <p:spPr>
          <a:xfrm>
            <a:off x="-1" y="1516200"/>
            <a:ext cx="7567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 err="1">
                <a:latin typeface="+mj-lt"/>
              </a:rPr>
              <a:t>Ảnh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hưởng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của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nhiệt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độ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thấp</a:t>
            </a:r>
            <a:endParaRPr lang="en-US" sz="22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746CD2-F77D-9D22-2BB6-7DCB752ABAB3}"/>
              </a:ext>
            </a:extLst>
          </p:cNvPr>
          <p:cNvSpPr txBox="1"/>
          <p:nvPr/>
        </p:nvSpPr>
        <p:spPr>
          <a:xfrm>
            <a:off x="51277" y="1112249"/>
            <a:ext cx="86448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/>
              <a:t>Nhiệt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ảnh</a:t>
            </a:r>
            <a:r>
              <a:rPr lang="en-US" sz="2200" dirty="0"/>
              <a:t> </a:t>
            </a:r>
            <a:r>
              <a:rPr lang="en-US" sz="2200" dirty="0" err="1"/>
              <a:t>hưởng</a:t>
            </a:r>
            <a:r>
              <a:rPr lang="en-US" sz="2200" dirty="0"/>
              <a:t> </a:t>
            </a:r>
            <a:r>
              <a:rPr lang="en-US" sz="2200" dirty="0" err="1"/>
              <a:t>đến</a:t>
            </a:r>
            <a:r>
              <a:rPr lang="en-US" sz="2200" dirty="0"/>
              <a:t> </a:t>
            </a:r>
            <a:r>
              <a:rPr lang="en-US" sz="2200" dirty="0" err="1"/>
              <a:t>tốc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phản</a:t>
            </a:r>
            <a:r>
              <a:rPr lang="en-US" sz="2200" dirty="0"/>
              <a:t> </a:t>
            </a:r>
            <a:r>
              <a:rPr lang="en-US" sz="2200" dirty="0" err="1"/>
              <a:t>ứng</a:t>
            </a:r>
            <a:r>
              <a:rPr lang="en-US" sz="2200" dirty="0"/>
              <a:t> </a:t>
            </a:r>
            <a:r>
              <a:rPr lang="en-US" sz="2200" dirty="0" err="1"/>
              <a:t>hóa</a:t>
            </a:r>
            <a:r>
              <a:rPr lang="en-US" sz="2200" dirty="0"/>
              <a:t> </a:t>
            </a:r>
            <a:r>
              <a:rPr lang="en-US" sz="2200" dirty="0" err="1"/>
              <a:t>học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pin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00F4FB-B855-1C07-59BA-3C5C18341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514" y="1467487"/>
            <a:ext cx="4435224" cy="26367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52E80E-11F2-E99D-3207-8C3B8CAD6D68}"/>
              </a:ext>
            </a:extLst>
          </p:cNvPr>
          <p:cNvSpPr txBox="1"/>
          <p:nvPr/>
        </p:nvSpPr>
        <p:spPr>
          <a:xfrm>
            <a:off x="120915" y="1920951"/>
            <a:ext cx="5253134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vi-VN" b="0" i="0" dirty="0">
                <a:solidFill>
                  <a:srgbClr val="404040"/>
                </a:solidFill>
                <a:effectLst/>
              </a:rPr>
              <a:t>Pin Panasonic 18650 giảm 98.75% công suất (từ 800 W/L xuống &lt;10 W/L) và 95% năng lượng (từ 100 Wh/L xuống ~5 Wh/L) ở −40°C (Nagasubramanian, 2001).</a:t>
            </a:r>
            <a:endParaRPr lang="en-US" b="0" i="0" dirty="0">
              <a:solidFill>
                <a:srgbClr val="404040"/>
              </a:solidFill>
              <a:effectLst/>
            </a:endParaRP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404040"/>
                </a:solidFill>
              </a:rPr>
              <a:t>Nguyên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nhân</a:t>
            </a:r>
            <a:r>
              <a:rPr lang="en-US" dirty="0">
                <a:solidFill>
                  <a:srgbClr val="404040"/>
                </a:solidFill>
              </a:rPr>
              <a:t>: </a:t>
            </a:r>
            <a:r>
              <a:rPr lang="en-US" dirty="0" err="1">
                <a:solidFill>
                  <a:srgbClr val="404040"/>
                </a:solidFill>
              </a:rPr>
              <a:t>tốc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độ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phản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ứng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hóa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học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giảm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điện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trở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nội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tăng</a:t>
            </a:r>
            <a:endParaRPr lang="vi-VN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53BCF-EADF-8FED-C4FB-5BFA926CBCA2}"/>
              </a:ext>
            </a:extLst>
          </p:cNvPr>
          <p:cNvSpPr txBox="1"/>
          <p:nvPr/>
        </p:nvSpPr>
        <p:spPr>
          <a:xfrm>
            <a:off x="-10744" y="3750583"/>
            <a:ext cx="7567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 err="1">
                <a:latin typeface="+mj-lt"/>
              </a:rPr>
              <a:t>Ảnh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hưởng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của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nhiệt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độ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cao</a:t>
            </a:r>
            <a:endParaRPr lang="en-US" sz="2200" dirty="0"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950DF4B-816E-647A-36C7-AE5733C63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48" y="4150671"/>
            <a:ext cx="3061996" cy="23736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D2B2209-1C30-5C91-FB78-6949A48F8961}"/>
              </a:ext>
            </a:extLst>
          </p:cNvPr>
          <p:cNvSpPr txBox="1"/>
          <p:nvPr/>
        </p:nvSpPr>
        <p:spPr>
          <a:xfrm>
            <a:off x="0" y="4153020"/>
            <a:ext cx="5253134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vi-VN" b="0" i="0" dirty="0">
                <a:solidFill>
                  <a:srgbClr val="404040"/>
                </a:solidFill>
                <a:effectLst/>
                <a:latin typeface="Inter"/>
              </a:rPr>
              <a:t>Pin LiCoO₂ và LiMn₂O₄ mất 22% dung lượng sau 15 ngày hoạt động ở 120°C (Bodenes et al., 2013)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404040"/>
                </a:solidFill>
              </a:rPr>
              <a:t>Gây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cháy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nổ</a:t>
            </a:r>
            <a:r>
              <a:rPr lang="en-US" dirty="0">
                <a:solidFill>
                  <a:srgbClr val="404040"/>
                </a:solidFill>
              </a:rPr>
              <a:t>,…</a:t>
            </a:r>
            <a:endParaRPr lang="vi-VN" b="0" i="0" dirty="0">
              <a:solidFill>
                <a:srgbClr val="40404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788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9DDC-4E41-2751-A75F-F3411C87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F22D-9452-9540-C79C-A004049878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6E26D-6747-95A4-C0FD-88F35234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53BA5-5DE1-9089-BF38-DEB4ACDF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739057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IV.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vận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hành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tuổi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thọ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3D03B-1009-D959-54C6-4928656BDBAD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Hiện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tượng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tự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xả</a:t>
            </a:r>
            <a:r>
              <a:rPr lang="en-US" sz="2600" b="1" dirty="0">
                <a:effectLst/>
              </a:rPr>
              <a:t>[5][6] 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9C399-53D6-1162-9F68-D41496626C76}"/>
              </a:ext>
            </a:extLst>
          </p:cNvPr>
          <p:cNvSpPr txBox="1"/>
          <p:nvPr/>
        </p:nvSpPr>
        <p:spPr>
          <a:xfrm>
            <a:off x="51278" y="1206038"/>
            <a:ext cx="951722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</a:t>
            </a:r>
            <a:r>
              <a:rPr lang="vi-VN" sz="2400" dirty="0"/>
              <a:t>ự mất dung lượng </a:t>
            </a:r>
            <a:r>
              <a:rPr lang="en-US" sz="2400" dirty="0" err="1"/>
              <a:t>của</a:t>
            </a:r>
            <a:r>
              <a:rPr lang="en-US" sz="2400" dirty="0"/>
              <a:t> pin </a:t>
            </a:r>
            <a:r>
              <a:rPr lang="en-US" sz="2400" dirty="0" err="1"/>
              <a:t>ngay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vi-VN" sz="2400" dirty="0"/>
              <a:t>không được kết nối với tải.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 err="1"/>
              <a:t>Nguyên</a:t>
            </a:r>
            <a:r>
              <a:rPr lang="en-US" sz="2400" b="1" dirty="0"/>
              <a:t> </a:t>
            </a:r>
            <a:r>
              <a:rPr lang="en-US" sz="2400" b="1" dirty="0" err="1"/>
              <a:t>nhân</a:t>
            </a:r>
            <a:r>
              <a:rPr lang="en-US" sz="2400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Khi pin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xúc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nhiệt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cao</a:t>
            </a:r>
            <a:r>
              <a:rPr lang="en-US" sz="2400" dirty="0"/>
              <a:t>, </a:t>
            </a:r>
            <a:r>
              <a:rPr lang="en-US" sz="2400" dirty="0" err="1"/>
              <a:t>dẫn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phản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mong</a:t>
            </a:r>
            <a:r>
              <a:rPr lang="en-US" sz="2400" dirty="0"/>
              <a:t> </a:t>
            </a:r>
            <a:r>
              <a:rPr lang="en-US" sz="2400" dirty="0" err="1"/>
              <a:t>muốn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71A1EE-565C-FFB2-2FA1-74953CC58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7149"/>
            <a:ext cx="4829849" cy="31817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587C3B1-3E4B-5C0E-A940-BF167F227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36" y="2494397"/>
            <a:ext cx="4079524" cy="385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8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90FB-3429-15B2-EB20-E9D4836B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835A4-74DD-11CD-DB58-7CE13ABF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2843E-F4D6-44AC-6A17-BC9B6D56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27DCB-3B35-E1CD-E5E8-7023187B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739057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IV.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vận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hành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tuổi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thọ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161A1-025E-5449-A5AD-1E8A1B960063}"/>
              </a:ext>
            </a:extLst>
          </p:cNvPr>
          <p:cNvSpPr txBox="1"/>
          <p:nvPr/>
        </p:nvSpPr>
        <p:spPr>
          <a:xfrm>
            <a:off x="51278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Chu </a:t>
            </a:r>
            <a:r>
              <a:rPr lang="en-US" sz="2600" b="1" dirty="0" err="1">
                <a:effectLst/>
              </a:rPr>
              <a:t>kỳ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tuổi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thọ</a:t>
            </a:r>
            <a:r>
              <a:rPr lang="en-US" sz="2600" b="1" dirty="0">
                <a:effectLst/>
              </a:rPr>
              <a:t> (Cycle life) (chu </a:t>
            </a:r>
            <a:r>
              <a:rPr lang="en-US" sz="2600" b="1" dirty="0" err="1">
                <a:effectLst/>
              </a:rPr>
              <a:t>kỳ</a:t>
            </a:r>
            <a:r>
              <a:rPr lang="en-US" sz="2600" b="1" dirty="0">
                <a:effectLst/>
              </a:rPr>
              <a:t>)[6]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397041-040B-FF87-F374-5B466081E5E6}"/>
              </a:ext>
            </a:extLst>
          </p:cNvPr>
          <p:cNvSpPr txBox="1"/>
          <p:nvPr/>
        </p:nvSpPr>
        <p:spPr>
          <a:xfrm>
            <a:off x="51278" y="1206038"/>
            <a:ext cx="95172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/>
              <a:t>Số</a:t>
            </a:r>
            <a:r>
              <a:rPr lang="en-US" sz="2400" dirty="0"/>
              <a:t> chu </a:t>
            </a:r>
            <a:r>
              <a:rPr lang="en-US" sz="2400" dirty="0" err="1"/>
              <a:t>kỳ</a:t>
            </a:r>
            <a:r>
              <a:rPr lang="en-US" sz="2400" dirty="0"/>
              <a:t> </a:t>
            </a:r>
            <a:r>
              <a:rPr lang="en-US" sz="2400" dirty="0" err="1"/>
              <a:t>sạc</a:t>
            </a:r>
            <a:r>
              <a:rPr lang="en-US" sz="2400" dirty="0"/>
              <a:t>/</a:t>
            </a:r>
            <a:r>
              <a:rPr lang="en-US" sz="2400" dirty="0" err="1"/>
              <a:t>xả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pin 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SoH</a:t>
            </a:r>
            <a:r>
              <a:rPr lang="en-US" sz="2400" dirty="0"/>
              <a:t> &lt; 80%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026" name="Picture 2" descr="Representation of battery SOH ans SOC metrics: SoH quantifies battery... |  Download Scientific Diagram">
            <a:extLst>
              <a:ext uri="{FF2B5EF4-FFF2-40B4-BE49-F238E27FC236}">
                <a16:creationId xmlns:a16="http://schemas.microsoft.com/office/drawing/2014/main" id="{16BE64E4-F93D-A4B7-DB1E-E8EB0536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615" y="1820083"/>
            <a:ext cx="5595528" cy="183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E4B20E-D2A5-1018-5631-18D012DA77DA}"/>
              </a:ext>
            </a:extLst>
          </p:cNvPr>
          <p:cNvSpPr txBox="1"/>
          <p:nvPr/>
        </p:nvSpPr>
        <p:spPr>
          <a:xfrm>
            <a:off x="0" y="3792926"/>
            <a:ext cx="9517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vi-VN" sz="2400" dirty="0"/>
              <a:t>Một chu kỳ (</a:t>
            </a:r>
            <a:r>
              <a:rPr lang="vi-VN" sz="2400" b="1" dirty="0"/>
              <a:t>1 cycle</a:t>
            </a:r>
            <a:r>
              <a:rPr lang="vi-VN" sz="2400" dirty="0"/>
              <a:t>) được tính khi pin </a:t>
            </a:r>
            <a:r>
              <a:rPr lang="vi-VN" sz="2400" b="1" dirty="0"/>
              <a:t>xả và sạc lại tương đương với 100% dung lượng pin</a:t>
            </a:r>
            <a:r>
              <a:rPr lang="vi-VN" sz="2400" dirty="0"/>
              <a:t>.</a:t>
            </a:r>
            <a:r>
              <a:rPr lang="en-US" sz="2400" dirty="0"/>
              <a:t> [7]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DF3882-06AE-20C5-FF3B-8B8785431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8" y="4876716"/>
            <a:ext cx="8289522" cy="80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39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DFC3-A79E-EC94-0D6A-62EDB383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chematic illustration of solid electrolyte interphase (SEI) in Li‐ion... |  Download Scientific Diagram">
            <a:extLst>
              <a:ext uri="{FF2B5EF4-FFF2-40B4-BE49-F238E27FC236}">
                <a16:creationId xmlns:a16="http://schemas.microsoft.com/office/drawing/2014/main" id="{40485D5F-D51E-9D1A-144C-02A579A8A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237" y="1104954"/>
            <a:ext cx="3961485" cy="227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C66A88-EF44-3A54-05E7-9E4551119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70" y="3679136"/>
            <a:ext cx="3601846" cy="2725721"/>
          </a:xfrm>
          <a:prstGeom prst="rect">
            <a:avLst/>
          </a:prstGeom>
        </p:spPr>
      </p:pic>
      <p:pic>
        <p:nvPicPr>
          <p:cNvPr id="2052" name="Picture 4" descr="What is the depth of discharge and why is it so important?">
            <a:extLst>
              <a:ext uri="{FF2B5EF4-FFF2-40B4-BE49-F238E27FC236}">
                <a16:creationId xmlns:a16="http://schemas.microsoft.com/office/drawing/2014/main" id="{03BA1F43-3D23-6333-CD89-518E0C8B6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53" y="4667057"/>
            <a:ext cx="4965142" cy="173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0A615-9809-ED03-C331-0D3994ED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72DE0-011F-EB05-C8FE-FD13BB7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EEAE6-9ED0-0813-ECE7-C5DC92AC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4" y="739057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IV. Thông </a:t>
            </a:r>
            <a:r>
              <a:rPr lang="en-US" sz="3600" dirty="0" err="1">
                <a:latin typeface="+mj-lt"/>
              </a:rPr>
              <a:t>số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vận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hành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tuổi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thọ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4CFE2-CCC8-BE95-12CC-733E24503CBC}"/>
              </a:ext>
            </a:extLst>
          </p:cNvPr>
          <p:cNvSpPr txBox="1"/>
          <p:nvPr/>
        </p:nvSpPr>
        <p:spPr>
          <a:xfrm>
            <a:off x="51278" y="6749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Chu </a:t>
            </a:r>
            <a:r>
              <a:rPr lang="en-US" sz="2600" b="1" dirty="0" err="1">
                <a:effectLst/>
              </a:rPr>
              <a:t>kỳ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tuổi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thọ</a:t>
            </a:r>
            <a:r>
              <a:rPr lang="en-US" sz="2600" b="1" dirty="0">
                <a:effectLst/>
              </a:rPr>
              <a:t> (Cycle life) (chu </a:t>
            </a:r>
            <a:r>
              <a:rPr lang="en-US" sz="2600" b="1" dirty="0" err="1">
                <a:effectLst/>
              </a:rPr>
              <a:t>kỳ</a:t>
            </a:r>
            <a:r>
              <a:rPr lang="en-US" sz="2600" b="1" dirty="0">
                <a:effectLst/>
              </a:rPr>
              <a:t>)[8]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3C71F6-2D74-FC1D-13EB-F69F68D55316}"/>
              </a:ext>
            </a:extLst>
          </p:cNvPr>
          <p:cNvSpPr txBox="1"/>
          <p:nvPr/>
        </p:nvSpPr>
        <p:spPr>
          <a:xfrm>
            <a:off x="51278" y="1206038"/>
            <a:ext cx="95172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sao</a:t>
            </a:r>
            <a:r>
              <a:rPr lang="en-US" sz="2400" dirty="0"/>
              <a:t> </a:t>
            </a:r>
            <a:r>
              <a:rPr lang="en-US" sz="2400" dirty="0" err="1"/>
              <a:t>SoH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suy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(Aging)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FD1E6-BBB4-40CB-B963-2C33FAB3A015}"/>
              </a:ext>
            </a:extLst>
          </p:cNvPr>
          <p:cNvSpPr txBox="1"/>
          <p:nvPr/>
        </p:nvSpPr>
        <p:spPr>
          <a:xfrm>
            <a:off x="51278" y="1719457"/>
            <a:ext cx="54899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200" dirty="0"/>
              <a:t>SEI</a:t>
            </a:r>
            <a:r>
              <a:rPr lang="en-US" sz="2200" dirty="0"/>
              <a:t> (</a:t>
            </a:r>
            <a:r>
              <a:rPr lang="en-US" sz="2400" dirty="0"/>
              <a:t>Solid Electrolyte Interphase) </a:t>
            </a:r>
            <a:r>
              <a:rPr lang="vi-VN" sz="2200" dirty="0"/>
              <a:t>đóng vai trò như một lớp bảo vệ, ngăn chặn sự ăn mòn điện cực và phân hủy điện giải</a:t>
            </a:r>
            <a:r>
              <a:rPr lang="en-US" sz="2200" dirty="0"/>
              <a:t>, </a:t>
            </a:r>
            <a:r>
              <a:rPr lang="en-US" sz="2200" dirty="0" err="1"/>
              <a:t>nhưng</a:t>
            </a:r>
            <a:r>
              <a:rPr lang="en-US" sz="2200" dirty="0"/>
              <a:t> </a:t>
            </a:r>
            <a:r>
              <a:rPr lang="en-US" sz="2200" dirty="0" err="1"/>
              <a:t>lại</a:t>
            </a:r>
            <a:r>
              <a:rPr lang="en-US" sz="2200" dirty="0"/>
              <a:t> </a:t>
            </a:r>
            <a:r>
              <a:rPr lang="en-US" sz="2200" dirty="0" err="1"/>
              <a:t>dày</a:t>
            </a:r>
            <a:r>
              <a:rPr lang="en-US" sz="2200" dirty="0"/>
              <a:t> </a:t>
            </a:r>
            <a:r>
              <a:rPr lang="en-US" sz="2200" dirty="0" err="1"/>
              <a:t>lên</a:t>
            </a:r>
            <a:r>
              <a:rPr lang="en-US" sz="2200" dirty="0"/>
              <a:t>, </a:t>
            </a:r>
            <a:r>
              <a:rPr lang="en-US" sz="2200" dirty="0" err="1"/>
              <a:t>làm</a:t>
            </a:r>
            <a:r>
              <a:rPr lang="en-US" sz="2200" dirty="0"/>
              <a:t> </a:t>
            </a:r>
            <a:r>
              <a:rPr lang="en-US" sz="2200" dirty="0" err="1"/>
              <a:t>tiêu</a:t>
            </a:r>
            <a:r>
              <a:rPr lang="en-US" sz="2200" dirty="0"/>
              <a:t> hao ion </a:t>
            </a:r>
            <a:r>
              <a:rPr lang="en-US" sz="2200" dirty="0" err="1"/>
              <a:t>sau</a:t>
            </a:r>
            <a:r>
              <a:rPr lang="en-US" sz="2200" dirty="0"/>
              <a:t> </a:t>
            </a:r>
            <a:r>
              <a:rPr lang="en-US" sz="2200" dirty="0" err="1"/>
              <a:t>mỗi</a:t>
            </a:r>
            <a:r>
              <a:rPr lang="en-US" sz="2200" dirty="0"/>
              <a:t> chu </a:t>
            </a:r>
            <a:r>
              <a:rPr lang="en-US" sz="2200" dirty="0" err="1"/>
              <a:t>kỳ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AE7E1-9D84-5CC1-20A9-271888C42819}"/>
              </a:ext>
            </a:extLst>
          </p:cNvPr>
          <p:cNvSpPr txBox="1"/>
          <p:nvPr/>
        </p:nvSpPr>
        <p:spPr>
          <a:xfrm>
            <a:off x="51278" y="3559061"/>
            <a:ext cx="54899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Do </a:t>
            </a:r>
            <a:r>
              <a:rPr lang="en-US" sz="2200" dirty="0" err="1"/>
              <a:t>nhiệt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DoD </a:t>
            </a:r>
            <a:r>
              <a:rPr lang="en-US" sz="2200" dirty="0" err="1"/>
              <a:t>lớn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</a:t>
            </a:r>
            <a:r>
              <a:rPr lang="vi-VN" sz="2200" dirty="0"/>
              <a:t>húc đẩy các phản ứng phụ, làm tăng tốc độ phát triển SEI và suy giảm điện cực​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582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FB8-00C0-CAD3-1DB0-3550AE15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EE74-FCC9-B793-0048-34AF8E1B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23755-3444-3AC4-138E-D1DDEC46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90E-282B-28D2-EC99-55AD18A7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Reference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2CAC6D4-C611-60FD-013A-33DF2F82DBAD}"/>
              </a:ext>
            </a:extLst>
          </p:cNvPr>
          <p:cNvSpPr>
            <a:spLocks noGrp="1"/>
          </p:cNvSpPr>
          <p:nvPr/>
        </p:nvSpPr>
        <p:spPr>
          <a:xfrm>
            <a:off x="292817" y="957537"/>
            <a:ext cx="9355680" cy="54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[1] LIR18650 Datasheet Li-ion Battery Edition: NOV. 2010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[2] A Guide to Understanding Battery Specifications MIT Electric Vehicle Team, December 2008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[3] High Energy Density Lithium Batteries Edited by Katerina E. </a:t>
            </a:r>
            <a:r>
              <a:rPr lang="en-US" sz="2400" dirty="0" err="1"/>
              <a:t>Aifantis</a:t>
            </a:r>
            <a:r>
              <a:rPr lang="en-US" sz="2400" dirty="0"/>
              <a:t>, Stephen A. Hackney, and R. Vasant Kumar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[4] Temperature effect and thermal impact in lithium-ion batteries: A review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[5] Abnormal self-discharge in lithium-ion batteries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[6] Battery Technology Crash Course A Concise Introduction –Book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[7] </a:t>
            </a:r>
            <a:r>
              <a:rPr lang="en-US" sz="2400" dirty="0">
                <a:hlinkClick r:id="rId2"/>
              </a:rPr>
              <a:t>https://www.apple.com/batteries/why-lithium-ion/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[8] A review on lithium-ion battery ageing mechanisms and estimations for automotive application</a:t>
            </a:r>
          </a:p>
        </p:txBody>
      </p:sp>
    </p:spTree>
    <p:extLst>
      <p:ext uri="{BB962C8B-B14F-4D97-AF65-F5344CB8AC3E}">
        <p14:creationId xmlns:p14="http://schemas.microsoft.com/office/powerpoint/2010/main" val="64278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+mj-lt"/>
              </a:rPr>
              <a:t>Công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việc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tiếp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theo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555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C3E56-9554-4523-9A4E-665171C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3760155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85E8D135CD643938305DEC3E1B53E" ma:contentTypeVersion="15" ma:contentTypeDescription="Create a new document." ma:contentTypeScope="" ma:versionID="45de50b7e88deb6083a0dff5ba7ea129">
  <xsd:schema xmlns:xsd="http://www.w3.org/2001/XMLSchema" xmlns:xs="http://www.w3.org/2001/XMLSchema" xmlns:p="http://schemas.microsoft.com/office/2006/metadata/properties" xmlns:ns3="c80d803b-ee30-4cf1-8997-d5dbef288d47" xmlns:ns4="1c1e4822-5b82-4cb4-a39e-28e929ec74cb" targetNamespace="http://schemas.microsoft.com/office/2006/metadata/properties" ma:root="true" ma:fieldsID="38d12aaa13ef255769ffd61df056c248" ns3:_="" ns4:_="">
    <xsd:import namespace="c80d803b-ee30-4cf1-8997-d5dbef288d47"/>
    <xsd:import namespace="1c1e4822-5b82-4cb4-a39e-28e929ec7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d803b-ee30-4cf1-8997-d5dbef288d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4822-5b82-4cb4-a39e-28e929ec74c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d803b-ee30-4cf1-8997-d5dbef288d47" xsi:nil="true"/>
  </documentManagement>
</p:properties>
</file>

<file path=customXml/itemProps1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41CB36-A453-437A-9828-23DF9E5FC86D}">
  <ds:schemaRefs>
    <ds:schemaRef ds:uri="1c1e4822-5b82-4cb4-a39e-28e929ec74cb"/>
    <ds:schemaRef ds:uri="c80d803b-ee30-4cf1-8997-d5dbef288d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A7C5A7-05C0-4FE3-B169-7E865D8495CE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1c1e4822-5b82-4cb4-a39e-28e929ec74cb"/>
    <ds:schemaRef ds:uri="c80d803b-ee30-4cf1-8997-d5dbef288d47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2495</TotalTime>
  <Words>1307</Words>
  <Application>Microsoft Office PowerPoint</Application>
  <PresentationFormat>A4 Paper (210x297 mm)</PresentationFormat>
  <Paragraphs>146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Asana</vt:lpstr>
      <vt:lpstr>Inter</vt:lpstr>
      <vt:lpstr>Aptos</vt:lpstr>
      <vt:lpstr>Arial</vt:lpstr>
      <vt:lpstr>Calibri</vt:lpstr>
      <vt:lpstr>Cambria Math</vt:lpstr>
      <vt:lpstr>Dosis</vt:lpstr>
      <vt:lpstr>Dosis ExtraBold</vt:lpstr>
      <vt:lpstr>Wingdings</vt:lpstr>
      <vt:lpstr>VPEC_theme</vt:lpstr>
      <vt:lpstr>Thông số pin  </vt:lpstr>
      <vt:lpstr>Outline</vt:lpstr>
      <vt:lpstr>I. Motivation </vt:lpstr>
      <vt:lpstr>II. Thông số điện áp và dòng điện  </vt:lpstr>
      <vt:lpstr>II. Thông số điện áp và dòng điện  </vt:lpstr>
      <vt:lpstr>II. Thông số điện áp và dòng điện  </vt:lpstr>
      <vt:lpstr>III. Thông số năng lượng và công suất  </vt:lpstr>
      <vt:lpstr>III. Thông số năng lượng và công suất  </vt:lpstr>
      <vt:lpstr>IV. Thông số vận hành và tuổi thọ   </vt:lpstr>
      <vt:lpstr>IV. Thông số vận hành và tuổi thọ   </vt:lpstr>
      <vt:lpstr>IV. Thông số vận hành và tuổi thọ   </vt:lpstr>
      <vt:lpstr>IV. Thông số vận hành và tuổi thọ   </vt:lpstr>
      <vt:lpstr>Reference   </vt:lpstr>
      <vt:lpstr>Công việc tiếp theo 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Cao Lam Tung 20222709</cp:lastModifiedBy>
  <cp:revision>9</cp:revision>
  <cp:lastPrinted>2024-01-25T03:56:08Z</cp:lastPrinted>
  <dcterms:created xsi:type="dcterms:W3CDTF">2020-11-17T01:54:46Z</dcterms:created>
  <dcterms:modified xsi:type="dcterms:W3CDTF">2025-03-01T17:23:05Z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0x01010091885E8D135CD643938305DEC3E1B53E</vt:lpwstr>
  </property>
</Properties>
</file>