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326" r:id="rId6"/>
    <p:sldId id="413" r:id="rId7"/>
    <p:sldId id="441" r:id="rId8"/>
    <p:sldId id="442" r:id="rId9"/>
    <p:sldId id="432" r:id="rId10"/>
    <p:sldId id="443" r:id="rId11"/>
    <p:sldId id="444" r:id="rId12"/>
    <p:sldId id="445" r:id="rId13"/>
    <p:sldId id="446" r:id="rId14"/>
    <p:sldId id="414" r:id="rId15"/>
    <p:sldId id="266" r:id="rId16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256"/>
            <p14:sldId id="326"/>
            <p14:sldId id="413"/>
            <p14:sldId id="441"/>
            <p14:sldId id="442"/>
            <p14:sldId id="432"/>
            <p14:sldId id="443"/>
            <p14:sldId id="444"/>
            <p14:sldId id="445"/>
            <p14:sldId id="446"/>
            <p14:sldId id="41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EAEFF7"/>
    <a:srgbClr val="262626"/>
    <a:srgbClr val="01204C"/>
    <a:srgbClr val="D2DEEF"/>
    <a:srgbClr val="990134"/>
    <a:srgbClr val="00552B"/>
    <a:srgbClr val="CFAFE7"/>
    <a:srgbClr val="B686DA"/>
    <a:srgbClr val="F5B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2CB90-9A33-45F2-A7D5-15785EFBA177}" v="293" dt="2025-04-04T11:21:12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Lam Tung 20222709" userId="ce9674a6-c058-496c-88bf-33b32ed75606" providerId="ADAL" clId="{5EB2CB90-9A33-45F2-A7D5-15785EFBA177}"/>
    <pc:docChg chg="undo custSel addSld delSld modSld modSection">
      <pc:chgData name="Cao Lam Tung 20222709" userId="ce9674a6-c058-496c-88bf-33b32ed75606" providerId="ADAL" clId="{5EB2CB90-9A33-45F2-A7D5-15785EFBA177}" dt="2025-04-04T11:57:52.621" v="384" actId="1076"/>
      <pc:docMkLst>
        <pc:docMk/>
      </pc:docMkLst>
      <pc:sldChg chg="addSp delSp modSp mod">
        <pc:chgData name="Cao Lam Tung 20222709" userId="ce9674a6-c058-496c-88bf-33b32ed75606" providerId="ADAL" clId="{5EB2CB90-9A33-45F2-A7D5-15785EFBA177}" dt="2025-04-04T04:41:10.328" v="118" actId="14100"/>
        <pc:sldMkLst>
          <pc:docMk/>
          <pc:sldMk cId="3887032254" sldId="413"/>
        </pc:sldMkLst>
        <pc:spChg chg="add mod">
          <ac:chgData name="Cao Lam Tung 20222709" userId="ce9674a6-c058-496c-88bf-33b32ed75606" providerId="ADAL" clId="{5EB2CB90-9A33-45F2-A7D5-15785EFBA177}" dt="2025-04-04T04:40:46.910" v="110" actId="1076"/>
          <ac:spMkLst>
            <pc:docMk/>
            <pc:sldMk cId="3887032254" sldId="413"/>
            <ac:spMk id="3" creationId="{1AC0A304-33B5-A8A5-D1A3-CA66536145DE}"/>
          </ac:spMkLst>
        </pc:spChg>
        <pc:spChg chg="add mod ord">
          <ac:chgData name="Cao Lam Tung 20222709" userId="ce9674a6-c058-496c-88bf-33b32ed75606" providerId="ADAL" clId="{5EB2CB90-9A33-45F2-A7D5-15785EFBA177}" dt="2025-04-04T04:41:10.328" v="118" actId="14100"/>
          <ac:spMkLst>
            <pc:docMk/>
            <pc:sldMk cId="3887032254" sldId="413"/>
            <ac:spMk id="9" creationId="{55414263-ECB0-DDB9-46B1-70996CD261C8}"/>
          </ac:spMkLst>
        </pc:spChg>
        <pc:spChg chg="mod">
          <ac:chgData name="Cao Lam Tung 20222709" userId="ce9674a6-c058-496c-88bf-33b32ed75606" providerId="ADAL" clId="{5EB2CB90-9A33-45F2-A7D5-15785EFBA177}" dt="2025-04-04T04:40:27.446" v="105" actId="14100"/>
          <ac:spMkLst>
            <pc:docMk/>
            <pc:sldMk cId="3887032254" sldId="413"/>
            <ac:spMk id="11" creationId="{0F241291-6EC2-D36D-0574-E91FBEB17D7B}"/>
          </ac:spMkLst>
        </pc:spChg>
        <pc:spChg chg="del mod">
          <ac:chgData name="Cao Lam Tung 20222709" userId="ce9674a6-c058-496c-88bf-33b32ed75606" providerId="ADAL" clId="{5EB2CB90-9A33-45F2-A7D5-15785EFBA177}" dt="2025-04-04T04:40:38.145" v="107" actId="478"/>
          <ac:spMkLst>
            <pc:docMk/>
            <pc:sldMk cId="3887032254" sldId="413"/>
            <ac:spMk id="13" creationId="{60734AA9-A9DA-8D82-914A-1944BF4574D9}"/>
          </ac:spMkLst>
        </pc:spChg>
        <pc:picChg chg="del">
          <ac:chgData name="Cao Lam Tung 20222709" userId="ce9674a6-c058-496c-88bf-33b32ed75606" providerId="ADAL" clId="{5EB2CB90-9A33-45F2-A7D5-15785EFBA177}" dt="2025-04-04T04:40:01.505" v="78" actId="478"/>
          <ac:picMkLst>
            <pc:docMk/>
            <pc:sldMk cId="3887032254" sldId="413"/>
            <ac:picMk id="10" creationId="{F2C2E53B-C7AE-38DF-2E82-BC915C78F4F9}"/>
          </ac:picMkLst>
        </pc:picChg>
      </pc:sldChg>
      <pc:sldChg chg="addSp delSp modSp mod">
        <pc:chgData name="Cao Lam Tung 20222709" userId="ce9674a6-c058-496c-88bf-33b32ed75606" providerId="ADAL" clId="{5EB2CB90-9A33-45F2-A7D5-15785EFBA177}" dt="2025-04-04T04:56:41.970" v="307" actId="1076"/>
        <pc:sldMkLst>
          <pc:docMk/>
          <pc:sldMk cId="735869037" sldId="432"/>
        </pc:sldMkLst>
        <pc:picChg chg="add mod">
          <ac:chgData name="Cao Lam Tung 20222709" userId="ce9674a6-c058-496c-88bf-33b32ed75606" providerId="ADAL" clId="{5EB2CB90-9A33-45F2-A7D5-15785EFBA177}" dt="2025-04-04T04:56:40.443" v="306" actId="1076"/>
          <ac:picMkLst>
            <pc:docMk/>
            <pc:sldMk cId="735869037" sldId="432"/>
            <ac:picMk id="5" creationId="{5800D50B-A089-72B5-6ED9-417DCB8412D7}"/>
          </ac:picMkLst>
        </pc:picChg>
        <pc:picChg chg="del">
          <ac:chgData name="Cao Lam Tung 20222709" userId="ce9674a6-c058-496c-88bf-33b32ed75606" providerId="ADAL" clId="{5EB2CB90-9A33-45F2-A7D5-15785EFBA177}" dt="2025-04-04T04:56:29.057" v="300" actId="478"/>
          <ac:picMkLst>
            <pc:docMk/>
            <pc:sldMk cId="735869037" sldId="432"/>
            <ac:picMk id="8" creationId="{E2B07DB5-254A-D9EF-F157-42B54DD1B427}"/>
          </ac:picMkLst>
        </pc:picChg>
        <pc:picChg chg="mod">
          <ac:chgData name="Cao Lam Tung 20222709" userId="ce9674a6-c058-496c-88bf-33b32ed75606" providerId="ADAL" clId="{5EB2CB90-9A33-45F2-A7D5-15785EFBA177}" dt="2025-04-04T04:56:41.970" v="307" actId="1076"/>
          <ac:picMkLst>
            <pc:docMk/>
            <pc:sldMk cId="735869037" sldId="432"/>
            <ac:picMk id="10" creationId="{A36ABEBD-C028-7002-A372-781C393FACA4}"/>
          </ac:picMkLst>
        </pc:picChg>
      </pc:sldChg>
      <pc:sldChg chg="del">
        <pc:chgData name="Cao Lam Tung 20222709" userId="ce9674a6-c058-496c-88bf-33b32ed75606" providerId="ADAL" clId="{5EB2CB90-9A33-45F2-A7D5-15785EFBA177}" dt="2025-04-04T11:21:01.625" v="308" actId="47"/>
        <pc:sldMkLst>
          <pc:docMk/>
          <pc:sldMk cId="844023514" sldId="433"/>
        </pc:sldMkLst>
      </pc:sldChg>
      <pc:sldChg chg="del">
        <pc:chgData name="Cao Lam Tung 20222709" userId="ce9674a6-c058-496c-88bf-33b32ed75606" providerId="ADAL" clId="{5EB2CB90-9A33-45F2-A7D5-15785EFBA177}" dt="2025-04-04T11:21:02.891" v="310" actId="47"/>
        <pc:sldMkLst>
          <pc:docMk/>
          <pc:sldMk cId="793575920" sldId="434"/>
        </pc:sldMkLst>
      </pc:sldChg>
      <pc:sldChg chg="del">
        <pc:chgData name="Cao Lam Tung 20222709" userId="ce9674a6-c058-496c-88bf-33b32ed75606" providerId="ADAL" clId="{5EB2CB90-9A33-45F2-A7D5-15785EFBA177}" dt="2025-04-04T11:21:02.406" v="309" actId="47"/>
        <pc:sldMkLst>
          <pc:docMk/>
          <pc:sldMk cId="1114471037" sldId="435"/>
        </pc:sldMkLst>
      </pc:sldChg>
      <pc:sldChg chg="del">
        <pc:chgData name="Cao Lam Tung 20222709" userId="ce9674a6-c058-496c-88bf-33b32ed75606" providerId="ADAL" clId="{5EB2CB90-9A33-45F2-A7D5-15785EFBA177}" dt="2025-04-04T11:21:03.906" v="311" actId="47"/>
        <pc:sldMkLst>
          <pc:docMk/>
          <pc:sldMk cId="2354148566" sldId="436"/>
        </pc:sldMkLst>
      </pc:sldChg>
      <pc:sldChg chg="del">
        <pc:chgData name="Cao Lam Tung 20222709" userId="ce9674a6-c058-496c-88bf-33b32ed75606" providerId="ADAL" clId="{5EB2CB90-9A33-45F2-A7D5-15785EFBA177}" dt="2025-04-04T04:12:03.872" v="0" actId="47"/>
        <pc:sldMkLst>
          <pc:docMk/>
          <pc:sldMk cId="3313450496" sldId="437"/>
        </pc:sldMkLst>
      </pc:sldChg>
      <pc:sldChg chg="del">
        <pc:chgData name="Cao Lam Tung 20222709" userId="ce9674a6-c058-496c-88bf-33b32ed75606" providerId="ADAL" clId="{5EB2CB90-9A33-45F2-A7D5-15785EFBA177}" dt="2025-04-04T04:12:07.386" v="1" actId="47"/>
        <pc:sldMkLst>
          <pc:docMk/>
          <pc:sldMk cId="3024774055" sldId="438"/>
        </pc:sldMkLst>
      </pc:sldChg>
      <pc:sldChg chg="del">
        <pc:chgData name="Cao Lam Tung 20222709" userId="ce9674a6-c058-496c-88bf-33b32ed75606" providerId="ADAL" clId="{5EB2CB90-9A33-45F2-A7D5-15785EFBA177}" dt="2025-04-04T04:12:08.811" v="2" actId="47"/>
        <pc:sldMkLst>
          <pc:docMk/>
          <pc:sldMk cId="1896127063" sldId="439"/>
        </pc:sldMkLst>
      </pc:sldChg>
      <pc:sldChg chg="del">
        <pc:chgData name="Cao Lam Tung 20222709" userId="ce9674a6-c058-496c-88bf-33b32ed75606" providerId="ADAL" clId="{5EB2CB90-9A33-45F2-A7D5-15785EFBA177}" dt="2025-04-04T04:12:09.963" v="3" actId="47"/>
        <pc:sldMkLst>
          <pc:docMk/>
          <pc:sldMk cId="2908174157" sldId="440"/>
        </pc:sldMkLst>
      </pc:sldChg>
      <pc:sldChg chg="addSp modSp mod">
        <pc:chgData name="Cao Lam Tung 20222709" userId="ce9674a6-c058-496c-88bf-33b32ed75606" providerId="ADAL" clId="{5EB2CB90-9A33-45F2-A7D5-15785EFBA177}" dt="2025-04-04T04:49:28.782" v="277" actId="20577"/>
        <pc:sldMkLst>
          <pc:docMk/>
          <pc:sldMk cId="3630953736" sldId="441"/>
        </pc:sldMkLst>
        <pc:spChg chg="add mod">
          <ac:chgData name="Cao Lam Tung 20222709" userId="ce9674a6-c058-496c-88bf-33b32ed75606" providerId="ADAL" clId="{5EB2CB90-9A33-45F2-A7D5-15785EFBA177}" dt="2025-04-04T04:49:28.782" v="277" actId="20577"/>
          <ac:spMkLst>
            <pc:docMk/>
            <pc:sldMk cId="3630953736" sldId="441"/>
            <ac:spMk id="5" creationId="{05623F1B-424F-D5FF-624A-3EFE64424EA4}"/>
          </ac:spMkLst>
        </pc:spChg>
        <pc:spChg chg="mod">
          <ac:chgData name="Cao Lam Tung 20222709" userId="ce9674a6-c058-496c-88bf-33b32ed75606" providerId="ADAL" clId="{5EB2CB90-9A33-45F2-A7D5-15785EFBA177}" dt="2025-04-04T04:46:30.504" v="249" actId="1076"/>
          <ac:spMkLst>
            <pc:docMk/>
            <pc:sldMk cId="3630953736" sldId="441"/>
            <ac:spMk id="11" creationId="{3631458B-6698-A874-12DC-896FC33AC10C}"/>
          </ac:spMkLst>
        </pc:spChg>
        <pc:grpChg chg="mod">
          <ac:chgData name="Cao Lam Tung 20222709" userId="ce9674a6-c058-496c-88bf-33b32ed75606" providerId="ADAL" clId="{5EB2CB90-9A33-45F2-A7D5-15785EFBA177}" dt="2025-04-04T04:46:30.504" v="249" actId="1076"/>
          <ac:grpSpMkLst>
            <pc:docMk/>
            <pc:sldMk cId="3630953736" sldId="441"/>
            <ac:grpSpMk id="9" creationId="{C5301D28-32A6-1DA8-0461-2629DB46598F}"/>
          </ac:grpSpMkLst>
        </pc:grpChg>
        <pc:graphicFrameChg chg="mod">
          <ac:chgData name="Cao Lam Tung 20222709" userId="ce9674a6-c058-496c-88bf-33b32ed75606" providerId="ADAL" clId="{5EB2CB90-9A33-45F2-A7D5-15785EFBA177}" dt="2025-04-04T04:46:27.222" v="248" actId="14100"/>
          <ac:graphicFrameMkLst>
            <pc:docMk/>
            <pc:sldMk cId="3630953736" sldId="441"/>
            <ac:graphicFrameMk id="3" creationId="{812AA5F5-A1CF-6E50-896F-608505AC49CD}"/>
          </ac:graphicFrameMkLst>
        </pc:graphicFrameChg>
      </pc:sldChg>
      <pc:sldChg chg="addSp modSp mod">
        <pc:chgData name="Cao Lam Tung 20222709" userId="ce9674a6-c058-496c-88bf-33b32ed75606" providerId="ADAL" clId="{5EB2CB90-9A33-45F2-A7D5-15785EFBA177}" dt="2025-04-04T04:52:41.398" v="299"/>
        <pc:sldMkLst>
          <pc:docMk/>
          <pc:sldMk cId="925827263" sldId="442"/>
        </pc:sldMkLst>
        <pc:spChg chg="add mod">
          <ac:chgData name="Cao Lam Tung 20222709" userId="ce9674a6-c058-496c-88bf-33b32ed75606" providerId="ADAL" clId="{5EB2CB90-9A33-45F2-A7D5-15785EFBA177}" dt="2025-04-04T04:52:41.398" v="299"/>
          <ac:spMkLst>
            <pc:docMk/>
            <pc:sldMk cId="925827263" sldId="442"/>
            <ac:spMk id="3" creationId="{1DC9AD46-7BCD-7AF0-DBEE-F0FFDED18B62}"/>
          </ac:spMkLst>
        </pc:spChg>
        <pc:picChg chg="mod">
          <ac:chgData name="Cao Lam Tung 20222709" userId="ce9674a6-c058-496c-88bf-33b32ed75606" providerId="ADAL" clId="{5EB2CB90-9A33-45F2-A7D5-15785EFBA177}" dt="2025-04-04T04:31:08.898" v="7" actId="1076"/>
          <ac:picMkLst>
            <pc:docMk/>
            <pc:sldMk cId="925827263" sldId="442"/>
            <ac:picMk id="34" creationId="{F1D3EDCC-3879-CE86-5E4B-AA89742B873A}"/>
          </ac:picMkLst>
        </pc:picChg>
      </pc:sldChg>
      <pc:sldChg chg="addSp delSp modSp add mod">
        <pc:chgData name="Cao Lam Tung 20222709" userId="ce9674a6-c058-496c-88bf-33b32ed75606" providerId="ADAL" clId="{5EB2CB90-9A33-45F2-A7D5-15785EFBA177}" dt="2025-04-04T11:57:52.621" v="384" actId="1076"/>
        <pc:sldMkLst>
          <pc:docMk/>
          <pc:sldMk cId="2279802919" sldId="446"/>
        </pc:sldMkLst>
        <pc:spChg chg="mod">
          <ac:chgData name="Cao Lam Tung 20222709" userId="ce9674a6-c058-496c-88bf-33b32ed75606" providerId="ADAL" clId="{5EB2CB90-9A33-45F2-A7D5-15785EFBA177}" dt="2025-04-04T11:21:50.820" v="365" actId="20577"/>
          <ac:spMkLst>
            <pc:docMk/>
            <pc:sldMk cId="2279802919" sldId="446"/>
            <ac:spMk id="2" creationId="{DD04A60D-7F12-AC82-014F-0E5402E43AD6}"/>
          </ac:spMkLst>
        </pc:spChg>
        <pc:spChg chg="del mod">
          <ac:chgData name="Cao Lam Tung 20222709" userId="ce9674a6-c058-496c-88bf-33b32ed75606" providerId="ADAL" clId="{5EB2CB90-9A33-45F2-A7D5-15785EFBA177}" dt="2025-04-04T11:56:55.565" v="369"/>
          <ac:spMkLst>
            <pc:docMk/>
            <pc:sldMk cId="2279802919" sldId="446"/>
            <ac:spMk id="6" creationId="{096E0367-0C06-5764-2E8E-AA697B668D3C}"/>
          </ac:spMkLst>
        </pc:spChg>
        <pc:picChg chg="add mod">
          <ac:chgData name="Cao Lam Tung 20222709" userId="ce9674a6-c058-496c-88bf-33b32ed75606" providerId="ADAL" clId="{5EB2CB90-9A33-45F2-A7D5-15785EFBA177}" dt="2025-04-04T11:57:52.621" v="384" actId="1076"/>
          <ac:picMkLst>
            <pc:docMk/>
            <pc:sldMk cId="2279802919" sldId="446"/>
            <ac:picMk id="5" creationId="{C8A0ACE9-BBA9-D262-E1D7-7F6B97A6BC3C}"/>
          </ac:picMkLst>
        </pc:picChg>
        <pc:picChg chg="del">
          <ac:chgData name="Cao Lam Tung 20222709" userId="ce9674a6-c058-496c-88bf-33b32ed75606" providerId="ADAL" clId="{5EB2CB90-9A33-45F2-A7D5-15785EFBA177}" dt="2025-04-04T11:56:55.565" v="367" actId="478"/>
          <ac:picMkLst>
            <pc:docMk/>
            <pc:sldMk cId="2279802919" sldId="446"/>
            <ac:picMk id="8" creationId="{AA0D5501-9619-1805-F1E5-5FD957E2443B}"/>
          </ac:picMkLst>
        </pc:picChg>
        <pc:picChg chg="add mod">
          <ac:chgData name="Cao Lam Tung 20222709" userId="ce9674a6-c058-496c-88bf-33b32ed75606" providerId="ADAL" clId="{5EB2CB90-9A33-45F2-A7D5-15785EFBA177}" dt="2025-04-04T11:57:51.671" v="383" actId="1076"/>
          <ac:picMkLst>
            <pc:docMk/>
            <pc:sldMk cId="2279802919" sldId="446"/>
            <ac:picMk id="10" creationId="{9669BD9B-91F5-F924-AD34-DABFACEAA2A0}"/>
          </ac:picMkLst>
        </pc:picChg>
        <pc:picChg chg="del">
          <ac:chgData name="Cao Lam Tung 20222709" userId="ce9674a6-c058-496c-88bf-33b32ed75606" providerId="ADAL" clId="{5EB2CB90-9A33-45F2-A7D5-15785EFBA177}" dt="2025-04-04T11:56:56.108" v="370" actId="478"/>
          <ac:picMkLst>
            <pc:docMk/>
            <pc:sldMk cId="2279802919" sldId="446"/>
            <ac:picMk id="12" creationId="{7059C38C-2D71-ACEF-27E1-327DA13A9ED3}"/>
          </ac:picMkLst>
        </pc:picChg>
        <pc:picChg chg="del">
          <ac:chgData name="Cao Lam Tung 20222709" userId="ce9674a6-c058-496c-88bf-33b32ed75606" providerId="ADAL" clId="{5EB2CB90-9A33-45F2-A7D5-15785EFBA177}" dt="2025-04-04T11:56:56.428" v="371" actId="478"/>
          <ac:picMkLst>
            <pc:docMk/>
            <pc:sldMk cId="2279802919" sldId="446"/>
            <ac:picMk id="13" creationId="{4EE43825-4CFE-6B18-AC2D-87D4ABAFD373}"/>
          </ac:picMkLst>
        </pc:picChg>
      </pc:sldChg>
      <pc:sldChg chg="del">
        <pc:chgData name="Cao Lam Tung 20222709" userId="ce9674a6-c058-496c-88bf-33b32ed75606" providerId="ADAL" clId="{5EB2CB90-9A33-45F2-A7D5-15785EFBA177}" dt="2025-04-04T11:21:06.710" v="312" actId="47"/>
        <pc:sldMkLst>
          <pc:docMk/>
          <pc:sldMk cId="3923600014" sldId="4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04/04/2025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2CFF-8087-F60B-BE06-57A62297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79E83-80D3-71BF-AD9C-FC6B07A1C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10F6-E572-CB7D-EC9F-2A80310D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7FF-79C6-7653-B49A-B5E87AC3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2A83-B700-8DAD-B150-2730F712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57B86-75C5-DD0E-2A23-B26405EE6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1D9BF-A2FE-6B72-2ADE-66F1D6853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901EF-93DD-82AD-EEEF-04541FDC3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6B42-31D8-EACB-05FF-6D95E024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35328-75A9-C3AB-4261-D639EB501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F3A3B-5880-D7AE-1362-7FE677B14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9FA9-BAAF-9A2D-09F1-73A549AA5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FEB9-3AD5-45E7-1D09-8C5E33E9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24EB6-A548-BFB3-26D9-5EB8B8D4D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E59B8-D091-BC80-F13F-19C0540B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F7BB3-DAC4-2909-B640-5B3E1C616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457E-CD5E-12A7-4EB6-B53956E5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6A803-C011-1A5A-2AE1-EBA922DFA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D7584-7CD9-6747-BEEE-26EADB9D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CCA74-002E-AECC-B8D4-C30CF6778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96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1D0B-067F-88A9-47CD-6622A42C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C003F-610D-368C-EE04-DB337542A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88FD6-E67D-6729-DABB-D2E9AA94F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AAC17-2CE4-C234-735B-C0A4307FD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63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D7D5-5FD6-CB67-A704-B3ED05BA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D855-A1A2-6BEB-5C84-502102D21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49310-0EF7-3236-59E9-EF2E0690A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B8A02-5AF4-5E05-A0A3-32EC947CE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9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9E8C-A86A-04B1-C9FC-CF891396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A37F6-9412-F9CB-74D4-426B8B8F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3C5CA-E6CD-B584-26EC-8268957C6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34EAC-7CAE-0AAC-D034-9775E1B51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35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.pn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5.emf"/><Relationship Id="rId15" Type="http://schemas.openxmlformats.org/officeDocument/2006/relationships/image" Target="../media/image13.png"/><Relationship Id="rId10" Type="http://schemas.openxmlformats.org/officeDocument/2006/relationships/image" Target="../media/image16.png"/><Relationship Id="rId19" Type="http://schemas.openxmlformats.org/officeDocument/2006/relationships/image" Target="../media/image10.png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90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1.xlsx"/><Relationship Id="rId10" Type="http://schemas.openxmlformats.org/officeDocument/2006/relationships/image" Target="../media/image24.png"/><Relationship Id="rId4" Type="http://schemas.openxmlformats.org/officeDocument/2006/relationships/image" Target="../media/image11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2401221"/>
            <a:ext cx="9496425" cy="293036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Đánh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giá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mô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hình</a:t>
            </a:r>
            <a:br>
              <a:rPr lang="en-US" dirty="0">
                <a:latin typeface="+mj-lt"/>
              </a:rPr>
            </a:br>
            <a:br>
              <a:rPr lang="en-US" dirty="0"/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96" y="5160397"/>
            <a:ext cx="3378314" cy="133740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 ExtraBold"/>
                <a:cs typeface="Lato"/>
              </a:rPr>
              <a:t>Cao Lam Tung, [Member]</a:t>
            </a:r>
          </a:p>
          <a:p>
            <a:pPr algn="l">
              <a:spcBef>
                <a:spcPts val="300"/>
              </a:spcBef>
            </a:pPr>
            <a:r>
              <a:rPr lang="en-US" sz="14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Email: tung.cl222709@sis.hust.edu.vn</a:t>
            </a:r>
            <a:endParaRPr lang="en-US" sz="1400" u="sng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506-3843-4133-A061-4C59624F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643" y="1048837"/>
            <a:ext cx="9766930" cy="5665557"/>
          </a:xfrm>
        </p:spPr>
        <p:txBody>
          <a:bodyPr>
            <a:normAutofit/>
          </a:bodyPr>
          <a:lstStyle/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Thông </a:t>
            </a:r>
            <a:r>
              <a:rPr lang="en-US" sz="3200" dirty="0" err="1">
                <a:latin typeface="+mj-lt"/>
              </a:rPr>
              <a:t>số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của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hình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phỏng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quá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trình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sạc</a:t>
            </a:r>
            <a:r>
              <a:rPr lang="en-US" sz="3200" dirty="0">
                <a:latin typeface="+mj-lt"/>
              </a:rPr>
              <a:t> CCCV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Đánh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giá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sai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số</a:t>
            </a:r>
            <a:endParaRPr lang="en-US" sz="3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DD94-7782-45D4-9A6E-CEF4E1EEEE1C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B66B-E483-4C8D-8F44-DFE1840F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8" y="69598"/>
            <a:ext cx="9766931" cy="548731"/>
          </a:xfrm>
        </p:spPr>
        <p:txBody>
          <a:bodyPr/>
          <a:lstStyle/>
          <a:p>
            <a:r>
              <a:rPr lang="en-US">
                <a:latin typeface="+mj-lt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268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9FAE-83B5-C5B6-F497-93DB9DCC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414263-ECB0-DDB9-46B1-70996CD261C8}"/>
              </a:ext>
            </a:extLst>
          </p:cNvPr>
          <p:cNvSpPr/>
          <p:nvPr/>
        </p:nvSpPr>
        <p:spPr>
          <a:xfrm>
            <a:off x="3303037" y="4438042"/>
            <a:ext cx="6188890" cy="81159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AD54-66A0-5A65-ABD4-C56B59DD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33C9-B293-AC95-DCBC-C0360300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D003-8B85-73CE-F08A-EBE3060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24" y="54386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của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1B958-2112-7B31-B34A-EE9D8EBC646C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</a:t>
            </a:r>
            <a:r>
              <a:rPr lang="en-US" sz="2600" b="1" dirty="0" err="1"/>
              <a:t>Rint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CFB64-5249-9558-9950-F74FD33C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73" y="1251278"/>
            <a:ext cx="2585657" cy="5038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A71ABA-C686-AE5B-C590-759E3F6AC1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707"/>
          <a:stretch/>
        </p:blipFill>
        <p:spPr>
          <a:xfrm>
            <a:off x="4635888" y="898615"/>
            <a:ext cx="3253983" cy="23736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241291-6EC2-D36D-0574-E91FBEB17D7B}"/>
                  </a:ext>
                </a:extLst>
              </p:cNvPr>
              <p:cNvSpPr txBox="1"/>
              <p:nvPr/>
            </p:nvSpPr>
            <p:spPr>
              <a:xfrm>
                <a:off x="3557833" y="4012474"/>
                <a:ext cx="5418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Hàm</a:t>
                </a:r>
                <a:r>
                  <a:rPr lang="en-US" dirty="0"/>
                  <a:t> Tremblay2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𝑂𝐶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𝑆𝑂𝐶</m:t>
                        </m:r>
                      </m:e>
                    </m:d>
                  </m:oMath>
                </a14:m>
                <a:r>
                  <a:rPr lang="en-US" dirty="0"/>
                  <a:t> 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241291-6EC2-D36D-0574-E91FBEB17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833" y="4012474"/>
                <a:ext cx="5418216" cy="369332"/>
              </a:xfrm>
              <a:prstGeom prst="rect">
                <a:avLst/>
              </a:prstGeom>
              <a:blipFill>
                <a:blip r:embed="rId5"/>
                <a:stretch>
                  <a:fillRect l="-788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0A304-33B5-A8A5-D1A3-CA66536145DE}"/>
                  </a:ext>
                </a:extLst>
              </p:cNvPr>
              <p:cNvSpPr txBox="1"/>
              <p:nvPr/>
            </p:nvSpPr>
            <p:spPr>
              <a:xfrm>
                <a:off x="3124543" y="4603373"/>
                <a:ext cx="6367384" cy="13560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=3.9892+0.24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−12.5814×(1−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𝑆𝑂𝐶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0.0198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𝑆𝑂𝐶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0A304-33B5-A8A5-D1A3-CA6653614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543" y="4603373"/>
                <a:ext cx="6367384" cy="13560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03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4762-F369-3C2D-C1D8-EABEBACB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6A923-C058-3B0E-596E-8552D434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233B-961F-B177-F28C-B70E4EDE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D5909-E50C-AA50-44EB-94D4CAC1B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24" y="54386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của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BCF35-97C1-21C2-2A6A-6F3729105100}"/>
              </a:ext>
            </a:extLst>
          </p:cNvPr>
          <p:cNvSpPr txBox="1"/>
          <p:nvPr/>
        </p:nvSpPr>
        <p:spPr>
          <a:xfrm>
            <a:off x="28044" y="702166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Thevenin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1458B-6698-A874-12DC-896FC33AC10C}"/>
                  </a:ext>
                </a:extLst>
              </p:cNvPr>
              <p:cNvSpPr txBox="1"/>
              <p:nvPr/>
            </p:nvSpPr>
            <p:spPr>
              <a:xfrm>
                <a:off x="5974771" y="3100524"/>
                <a:ext cx="2871942" cy="948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b="1" dirty="0" err="1"/>
                  <a:t>Hàm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836967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SoC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7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1458B-6698-A874-12DC-896FC33A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771" y="3100524"/>
                <a:ext cx="2871942" cy="948208"/>
              </a:xfrm>
              <a:prstGeom prst="rect">
                <a:avLst/>
              </a:prstGeom>
              <a:blipFill>
                <a:blip r:embed="rId3"/>
                <a:stretch>
                  <a:fillRect l="-1274" t="-516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12AA5F5-A1CF-6E50-896F-608505AC4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426149"/>
              </p:ext>
            </p:extLst>
          </p:nvPr>
        </p:nvGraphicFramePr>
        <p:xfrm>
          <a:off x="252913" y="1187932"/>
          <a:ext cx="4924382" cy="3373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616117" imgH="3847974" progId="Excel.Sheet.12">
                  <p:embed/>
                </p:oleObj>
              </mc:Choice>
              <mc:Fallback>
                <p:oleObj name="Worksheet" r:id="rId4" imgW="5616117" imgH="3847974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12AA5F5-A1CF-6E50-896F-608505AC4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913" y="1187932"/>
                        <a:ext cx="4924382" cy="3373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5301D28-32A6-1DA8-0461-2629DB46598F}"/>
              </a:ext>
            </a:extLst>
          </p:cNvPr>
          <p:cNvGrpSpPr/>
          <p:nvPr/>
        </p:nvGrpSpPr>
        <p:grpSpPr>
          <a:xfrm>
            <a:off x="5930547" y="755323"/>
            <a:ext cx="3080792" cy="2070836"/>
            <a:chOff x="449958" y="1521185"/>
            <a:chExt cx="3492642" cy="22385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885311-1BD2-BAD9-EF9A-82BFCFE514EF}"/>
                </a:ext>
              </a:extLst>
            </p:cNvPr>
            <p:cNvGrpSpPr/>
            <p:nvPr/>
          </p:nvGrpSpPr>
          <p:grpSpPr>
            <a:xfrm>
              <a:off x="449958" y="1521185"/>
              <a:ext cx="3492642" cy="2238501"/>
              <a:chOff x="180870" y="1208951"/>
              <a:chExt cx="3492642" cy="2238501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0F62383-3576-0AE3-FA29-10FDD3F0B876}"/>
                  </a:ext>
                </a:extLst>
              </p:cNvPr>
              <p:cNvGrpSpPr/>
              <p:nvPr/>
            </p:nvGrpSpPr>
            <p:grpSpPr>
              <a:xfrm>
                <a:off x="180870" y="1208951"/>
                <a:ext cx="3492642" cy="2238501"/>
                <a:chOff x="180870" y="1208951"/>
                <a:chExt cx="3492642" cy="2238501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56DA02A-FC5C-CB5D-00A0-B441B402C8A6}"/>
                    </a:ext>
                  </a:extLst>
                </p:cNvPr>
                <p:cNvGrpSpPr/>
                <p:nvPr/>
              </p:nvGrpSpPr>
              <p:grpSpPr>
                <a:xfrm>
                  <a:off x="180870" y="1208951"/>
                  <a:ext cx="3485393" cy="2238501"/>
                  <a:chOff x="1788705" y="1381017"/>
                  <a:chExt cx="3485393" cy="2238501"/>
                </a:xfrm>
              </p:grpSpPr>
              <p:pic>
                <p:nvPicPr>
                  <p:cNvPr id="24" name="Picture 23" descr="A diagram of a circuit&#10;&#10;Description automatically generated">
                    <a:extLst>
                      <a:ext uri="{FF2B5EF4-FFF2-40B4-BE49-F238E27FC236}">
                        <a16:creationId xmlns:a16="http://schemas.microsoft.com/office/drawing/2014/main" id="{6DB3AF31-5748-5055-5664-0D14223041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74311" r="24757"/>
                  <a:stretch/>
                </p:blipFill>
                <p:spPr>
                  <a:xfrm>
                    <a:off x="1941503" y="1381017"/>
                    <a:ext cx="3324648" cy="2238501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48A8CBD5-D79C-6103-3213-F11DDBE0D4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BE40A0CB-7415-5095-6755-BDDA1465B2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6667" r="-2381" b="-184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63B20C49-A7B2-5B97-7AB8-AE84CD800A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9C04BA74-28FB-5460-1BBC-7822F65F10B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7949" r="-5128" b="-179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63685AFA-9953-BE22-89B4-5F44F5648C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0222" y="2006087"/>
                        <a:ext cx="288296" cy="23288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63685AFA-9953-BE22-89B4-5F44F5648CE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80222" y="2006087"/>
                        <a:ext cx="288296" cy="232887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4634" r="-7317" b="-2285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45611ADA-C659-51B1-6F57-7DB128F69C8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𝒐𝒄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327ABF9-F1A7-433B-7044-992C86E48C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000"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8703768C-8C3F-E04B-63DC-4355690F13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FB97CB16-E5E7-2DB0-BDBD-91208609AA3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9444" r="-5556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87FE887B-4621-6FF7-0AEF-EEABB44ECF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US" b="1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F6D711FA-3865-564A-4103-AF99D15E278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20000" r="-24000" b="-645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8E489FA0-C806-0967-03BC-C7BE8A2B5A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US" sz="1200" b="1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12A88B13-836F-BC11-DFBF-F92A439064D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4000" r="-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F69B36DE-CB8C-6363-6823-E83C6561E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1431" y="2049465"/>
                  <a:ext cx="442081" cy="0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737D5B6F-0E23-A9A8-CA86-34195BF733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B6B94882-796E-E3BD-580D-7751C530BB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6B51F29-DF53-F302-29B7-1704CD9097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38090" y="1663797"/>
                <a:ext cx="393341" cy="81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ADAC5EE-21AD-4166-6BBB-EA20015380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9761" y="2311171"/>
                <a:ext cx="39665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CA87DD6-FEAC-1F2D-B968-AD0193EAD97E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38E891-0528-A669-5550-7A70992DBD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217" r="-8696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C085F9A-2B4B-0FBD-F3E5-1B071973008D}"/>
                      </a:ext>
                    </a:extLst>
                  </p:cNvPr>
                  <p:cNvSpPr txBox="1"/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9EA620C-3FD2-BF95-7FF0-3184AB22B4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583" r="-8333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E1AAC6F-FFDD-E05F-5A02-C3A6BE9D188D}"/>
                    </a:ext>
                  </a:extLst>
                </p:cNvPr>
                <p:cNvSpPr txBox="1"/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2D23CA-21A2-9198-9B18-05902C4E6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blipFill>
                  <a:blip r:embed="rId17"/>
                  <a:stretch>
                    <a:fillRect l="-22727" r="-1363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1523127-EDF6-8BB9-95CC-F48218678DDB}"/>
                    </a:ext>
                  </a:extLst>
                </p:cNvPr>
                <p:cNvSpPr txBox="1"/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DDBE17C-AA48-58BA-9817-B84BEAC23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blipFill>
                  <a:blip r:embed="rId18"/>
                  <a:stretch>
                    <a:fillRect l="-9524" r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23F1B-424F-D5FF-624A-3EFE64424EA4}"/>
                  </a:ext>
                </a:extLst>
              </p:cNvPr>
              <p:cNvSpPr txBox="1"/>
              <p:nvPr/>
            </p:nvSpPr>
            <p:spPr>
              <a:xfrm>
                <a:off x="14907" y="4653299"/>
                <a:ext cx="9891093" cy="2264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=0.0043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0.0117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0.2011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SOC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1.5449×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−5.2581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+9.0585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−7.6792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+2.5635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=3.9333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−5.1095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+15.5529×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SOC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−73.1474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180.9128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240.9101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163.3745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+2.5635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23F1B-424F-D5FF-624A-3EFE64424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" y="4653299"/>
                <a:ext cx="9891093" cy="226497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95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FD02-8710-E722-5E75-97505983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F1D3EDCC-3879-CE86-5E4B-AA89742B8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7" y="982807"/>
            <a:ext cx="3780720" cy="20654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6321D-C081-8512-E033-4AC66742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0F290-3DF4-D15C-5950-81576541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0B02D-19D6-EBD2-A465-927B326E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24" y="54386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của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4B894-3BA9-696F-C622-D5A8E11BAAA4}"/>
              </a:ext>
            </a:extLst>
          </p:cNvPr>
          <p:cNvSpPr txBox="1"/>
          <p:nvPr/>
        </p:nvSpPr>
        <p:spPr>
          <a:xfrm>
            <a:off x="28044" y="702166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DP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8CA2E7-53E5-043A-BC74-307AA03DE5BC}"/>
                  </a:ext>
                </a:extLst>
              </p:cNvPr>
              <p:cNvSpPr txBox="1"/>
              <p:nvPr/>
            </p:nvSpPr>
            <p:spPr>
              <a:xfrm>
                <a:off x="6674567" y="3163429"/>
                <a:ext cx="2871942" cy="948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b="1" dirty="0"/>
                  <a:t>Hàm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836967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836967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SoC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7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8CA2E7-53E5-043A-BC74-307AA03DE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567" y="3163429"/>
                <a:ext cx="2871942" cy="948208"/>
              </a:xfrm>
              <a:prstGeom prst="rect">
                <a:avLst/>
              </a:prstGeom>
              <a:blipFill>
                <a:blip r:embed="rId4"/>
                <a:stretch>
                  <a:fillRect l="-1486" t="-4516" b="-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2957D44D-D8FF-8174-7545-5F3154916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343048"/>
              </p:ext>
            </p:extLst>
          </p:nvPr>
        </p:nvGraphicFramePr>
        <p:xfrm>
          <a:off x="37201" y="1250897"/>
          <a:ext cx="6335607" cy="3015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060215" imgH="4030807" progId="Excel.Sheet.12">
                  <p:embed/>
                </p:oleObj>
              </mc:Choice>
              <mc:Fallback>
                <p:oleObj name="Worksheet" r:id="rId5" imgW="9060215" imgH="4030807" progId="Excel.Sheet.12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2957D44D-D8FF-8174-7545-5F3154916B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201" y="1250897"/>
                        <a:ext cx="6335607" cy="3015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943565-E698-CCC0-0297-1931C74ED70F}"/>
              </a:ext>
            </a:extLst>
          </p:cNvPr>
          <p:cNvCxnSpPr>
            <a:cxnSpLocks/>
          </p:cNvCxnSpPr>
          <p:nvPr/>
        </p:nvCxnSpPr>
        <p:spPr>
          <a:xfrm flipV="1">
            <a:off x="6888973" y="1406855"/>
            <a:ext cx="65722" cy="31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D5880E-0B7E-D034-E6F0-7953F95DF159}"/>
              </a:ext>
            </a:extLst>
          </p:cNvPr>
          <p:cNvCxnSpPr>
            <a:cxnSpLocks/>
          </p:cNvCxnSpPr>
          <p:nvPr/>
        </p:nvCxnSpPr>
        <p:spPr>
          <a:xfrm>
            <a:off x="6888973" y="1448731"/>
            <a:ext cx="65722" cy="441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867F6F-D219-6005-B211-285F0FD50C18}"/>
                  </a:ext>
                </a:extLst>
              </p:cNvPr>
              <p:cNvSpPr txBox="1"/>
              <p:nvPr/>
            </p:nvSpPr>
            <p:spPr>
              <a:xfrm>
                <a:off x="8044728" y="1614849"/>
                <a:ext cx="13144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867F6F-D219-6005-B211-285F0FD5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728" y="1614849"/>
                <a:ext cx="131446" cy="161583"/>
              </a:xfrm>
              <a:prstGeom prst="rect">
                <a:avLst/>
              </a:prstGeom>
              <a:blipFill>
                <a:blip r:embed="rId7"/>
                <a:stretch>
                  <a:fillRect l="-23810" r="-1904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C8E54F-BB5F-1342-5317-5ED144E59A5E}"/>
                  </a:ext>
                </a:extLst>
              </p:cNvPr>
              <p:cNvSpPr txBox="1"/>
              <p:nvPr/>
            </p:nvSpPr>
            <p:spPr>
              <a:xfrm>
                <a:off x="9021967" y="1614849"/>
                <a:ext cx="13144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C8E54F-BB5F-1342-5317-5ED144E59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967" y="1614849"/>
                <a:ext cx="131446" cy="161583"/>
              </a:xfrm>
              <a:prstGeom prst="rect">
                <a:avLst/>
              </a:prstGeom>
              <a:blipFill>
                <a:blip r:embed="rId7"/>
                <a:stretch>
                  <a:fillRect l="-22727" r="-1363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110BE39-D7FB-7B61-A3F0-E5CF76F4E77B}"/>
                  </a:ext>
                </a:extLst>
              </p:cNvPr>
              <p:cNvSpPr txBox="1"/>
              <p:nvPr/>
            </p:nvSpPr>
            <p:spPr>
              <a:xfrm>
                <a:off x="7800547" y="1606433"/>
                <a:ext cx="13144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110BE39-D7FB-7B61-A3F0-E5CF76F4E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547" y="1606433"/>
                <a:ext cx="131446" cy="161583"/>
              </a:xfrm>
              <a:prstGeom prst="rect">
                <a:avLst/>
              </a:prstGeom>
              <a:blipFill>
                <a:blip r:embed="rId8"/>
                <a:stretch>
                  <a:fillRect l="-9524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1595F52-B029-0AC1-8AA4-64D64E822BF4}"/>
                  </a:ext>
                </a:extLst>
              </p:cNvPr>
              <p:cNvSpPr txBox="1"/>
              <p:nvPr/>
            </p:nvSpPr>
            <p:spPr>
              <a:xfrm>
                <a:off x="8777786" y="1612311"/>
                <a:ext cx="13144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1595F52-B029-0AC1-8AA4-64D64E822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786" y="1612311"/>
                <a:ext cx="131446" cy="161583"/>
              </a:xfrm>
              <a:prstGeom prst="rect">
                <a:avLst/>
              </a:prstGeom>
              <a:blipFill>
                <a:blip r:embed="rId9"/>
                <a:stretch>
                  <a:fillRect l="-9524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C9AD46-7BCD-7AF0-DBEE-F0FFDED18B62}"/>
                  </a:ext>
                </a:extLst>
              </p:cNvPr>
              <p:cNvSpPr txBox="1"/>
              <p:nvPr/>
            </p:nvSpPr>
            <p:spPr>
              <a:xfrm>
                <a:off x="37201" y="4424589"/>
                <a:ext cx="9891093" cy="2264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=0.0032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0.0275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0.3812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SOC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2.4196×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−7.4570×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+12.0042×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−9.6662×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+3.0886×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=4.5004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9.2253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SOC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58.0669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SOC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277.4098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677.9682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887.5461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592.4562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+158.4105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C9AD46-7BCD-7AF0-DBEE-F0FFDED18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1" y="4424589"/>
                <a:ext cx="9891093" cy="22649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82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898E-890B-8863-3E1C-02FA28E2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2953-D0A3-B2FB-5308-D8620346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D67F-531B-808F-D2DC-1BF7A2C7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7194-8C79-5FD8-7FF4-80C9F828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47" y="548195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phỏng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quá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trình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sạc</a:t>
            </a:r>
            <a:r>
              <a:rPr lang="en-US" sz="3600" dirty="0">
                <a:latin typeface="+mj-lt"/>
              </a:rPr>
              <a:t> CCCV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51342-828B-DADD-4A6F-53781D1B1B98}"/>
              </a:ext>
            </a:extLst>
          </p:cNvPr>
          <p:cNvSpPr txBox="1"/>
          <p:nvPr/>
        </p:nvSpPr>
        <p:spPr>
          <a:xfrm>
            <a:off x="0" y="56161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Sơ</a:t>
            </a:r>
            <a:r>
              <a:rPr lang="en-US" sz="2600" b="1" dirty="0"/>
              <a:t> </a:t>
            </a:r>
            <a:r>
              <a:rPr lang="en-US" sz="2600" b="1" dirty="0" err="1"/>
              <a:t>đồ</a:t>
            </a:r>
            <a:r>
              <a:rPr lang="en-US" sz="2600" b="1" dirty="0"/>
              <a:t> </a:t>
            </a:r>
            <a:r>
              <a:rPr lang="en-US" sz="2600" b="1" dirty="0" err="1"/>
              <a:t>của</a:t>
            </a:r>
            <a:r>
              <a:rPr lang="en-US" sz="2600" b="1" dirty="0"/>
              <a:t> PSIM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6ABEBD-C028-7002-A372-781C393F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874" y="3898787"/>
            <a:ext cx="6663321" cy="2599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0D50B-A089-72B5-6ED9-417DCB841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88" y="819752"/>
            <a:ext cx="4897294" cy="307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6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607B-42B5-877E-A855-52DF8421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0FE10-366E-73D2-3A01-63A0142C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343F8-7F43-341B-8B82-07556A62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6F99C-1232-866D-1D1A-8B9F49EC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47" y="548195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phỏng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quá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trình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sạc</a:t>
            </a:r>
            <a:r>
              <a:rPr lang="en-US" sz="3600" dirty="0">
                <a:latin typeface="+mj-lt"/>
              </a:rPr>
              <a:t> CCCV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AD9B5-F533-8D7D-2A55-37D484D2997C}"/>
              </a:ext>
            </a:extLst>
          </p:cNvPr>
          <p:cNvSpPr txBox="1"/>
          <p:nvPr/>
        </p:nvSpPr>
        <p:spPr>
          <a:xfrm>
            <a:off x="0" y="56161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Sơ</a:t>
            </a:r>
            <a:r>
              <a:rPr lang="en-US" sz="2600" b="1" dirty="0"/>
              <a:t> </a:t>
            </a:r>
            <a:r>
              <a:rPr lang="en-US" sz="2600" b="1" dirty="0" err="1"/>
              <a:t>đồ</a:t>
            </a:r>
            <a:r>
              <a:rPr lang="en-US" sz="2600" b="1" dirty="0"/>
              <a:t> </a:t>
            </a: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</a:t>
            </a:r>
            <a:r>
              <a:rPr lang="en-US" sz="2600" b="1" dirty="0" err="1"/>
              <a:t>Rint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89DEB-7DCB-6F32-69E0-7B5C1C48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1" y="1271356"/>
            <a:ext cx="5732934" cy="4168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958842-DC45-78EA-54FD-DEF125C99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355" y="2243808"/>
            <a:ext cx="4042534" cy="23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C9CF-5725-09BC-61EB-7FE15798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31C3A-E266-9250-9DA0-8C393AA5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DA21-DCFC-FBC0-5DB8-0D5B76C8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36D73-A690-1538-761C-362C04FD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47" y="548195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phỏng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quá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trình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sạc</a:t>
            </a:r>
            <a:r>
              <a:rPr lang="en-US" sz="3600" dirty="0">
                <a:latin typeface="+mj-lt"/>
              </a:rPr>
              <a:t> CCCV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7D80A-940F-410C-98C2-5FA0CF91103D}"/>
              </a:ext>
            </a:extLst>
          </p:cNvPr>
          <p:cNvSpPr txBox="1"/>
          <p:nvPr/>
        </p:nvSpPr>
        <p:spPr>
          <a:xfrm>
            <a:off x="0" y="56161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Sơ</a:t>
            </a:r>
            <a:r>
              <a:rPr lang="en-US" sz="2600" b="1" dirty="0"/>
              <a:t> </a:t>
            </a:r>
            <a:r>
              <a:rPr lang="en-US" sz="2600" b="1" dirty="0" err="1"/>
              <a:t>đồ</a:t>
            </a:r>
            <a:r>
              <a:rPr lang="en-US" sz="2600" b="1" dirty="0"/>
              <a:t> </a:t>
            </a: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Thevenin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9F7DB3-021E-30F3-1ADB-D3944B829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7893"/>
            <a:ext cx="4833293" cy="3320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C13EDC-C651-0AB5-850E-17431FBBF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44" y="1007893"/>
            <a:ext cx="5161156" cy="45079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4AAF40-195F-B63B-24CB-8719765DD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90" y="4327905"/>
            <a:ext cx="5663682" cy="21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3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FABF-CFA0-F01A-4820-9EE3933C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A75D-337D-8B96-0639-B71CFB00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4547C-A8C5-A707-1B24-4969457C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29FCB-019C-53C5-06CB-D6E44BF4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47" y="548195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phỏng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quá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trình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sạc</a:t>
            </a:r>
            <a:r>
              <a:rPr lang="en-US" sz="3600" dirty="0">
                <a:latin typeface="+mj-lt"/>
              </a:rPr>
              <a:t> CCCV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8DBEE-2536-1303-D812-94ACE682398A}"/>
              </a:ext>
            </a:extLst>
          </p:cNvPr>
          <p:cNvSpPr txBox="1"/>
          <p:nvPr/>
        </p:nvSpPr>
        <p:spPr>
          <a:xfrm>
            <a:off x="0" y="56161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Sơ</a:t>
            </a:r>
            <a:r>
              <a:rPr lang="en-US" sz="2600" b="1" dirty="0"/>
              <a:t> </a:t>
            </a:r>
            <a:r>
              <a:rPr lang="en-US" sz="2600" b="1" dirty="0" err="1"/>
              <a:t>đồ</a:t>
            </a:r>
            <a:r>
              <a:rPr lang="en-US" sz="2600" b="1" dirty="0"/>
              <a:t> </a:t>
            </a: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DP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3F847-9350-60B5-6E4F-21C2CA343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17" y="1357869"/>
            <a:ext cx="5093470" cy="31922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9C1567-775A-FFF5-475C-2FDAE9E48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853" y="1007894"/>
            <a:ext cx="4717148" cy="5323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7B543A-3EA6-78DC-B3F3-9872B6F8D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81" y="4443119"/>
            <a:ext cx="5211852" cy="200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9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E034-C8A0-FF68-6780-C51CD5E8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530F-1C29-12C8-5ECC-F423BA64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8C870-6A90-08A5-0DFA-F8810219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4A60D-7F12-AC82-014F-0E5402E4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47" y="548195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</a:t>
            </a:r>
            <a:r>
              <a:rPr lang="en-US" sz="3600" dirty="0" err="1">
                <a:latin typeface="+mj-lt"/>
              </a:rPr>
              <a:t>Đánh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giá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sai</a:t>
            </a:r>
            <a:r>
              <a:rPr lang="en-US" sz="3600" dirty="0">
                <a:latin typeface="+mj-lt"/>
              </a:rPr>
              <a:t> </a:t>
            </a:r>
            <a:r>
              <a:rPr lang="en-US" sz="3600">
                <a:latin typeface="+mj-lt"/>
              </a:rPr>
              <a:t>số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0ACE9-BBA9-D262-E1D7-7F6B97A6B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524" y="1528035"/>
            <a:ext cx="4968936" cy="3968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69BD9B-91F5-F924-AD34-DABFACEAA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412" y="1528035"/>
            <a:ext cx="4959081" cy="39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FB8-00C0-CAD3-1DB0-3550AE1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E74-FCC9-B793-0048-34AF8E1B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4/4/2025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3755-3444-3AC4-138E-D1DDEC46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90E-282B-28D2-EC99-55AD18A7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Reference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6D8192F-9D1D-8B21-AEF1-598E91CF5453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[1] Modeling and Simulation of Lithium-ion </a:t>
            </a:r>
            <a:r>
              <a:rPr lang="en-US" sz="2400" dirty="0" err="1"/>
              <a:t>BatteryConsidering</a:t>
            </a:r>
            <a:r>
              <a:rPr lang="en-US" sz="2400" dirty="0"/>
              <a:t> the Effect of Charge-Discharge Yin Jin et al 2021 J. Phys.: Conf. Ser. 1907 012003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[2] Parameters identification using experimental measurements for equivalent circuit Lithium-Ion cell models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[3] Battery Models for Battery Powered </a:t>
            </a:r>
            <a:r>
              <a:rPr lang="en-US" sz="2400" dirty="0" err="1"/>
              <a:t>Applications:AComparative</a:t>
            </a:r>
            <a:r>
              <a:rPr lang="en-US" sz="2400" dirty="0"/>
              <a:t> </a:t>
            </a:r>
            <a:r>
              <a:rPr lang="en-US" sz="2400" dirty="0" err="1"/>
              <a:t>StudyNicola</a:t>
            </a:r>
            <a:r>
              <a:rPr lang="en-US" sz="2400" dirty="0"/>
              <a:t> Campagna 1, Vincenzo Castiglia 1 , Rosario Miceli 1Ciro Spataro 1, Marco Trapanese 1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[4] PSO-Based Identification of the Li-Ion Battery Cell Parameters Tadeusz </a:t>
            </a:r>
            <a:r>
              <a:rPr lang="en-US" sz="2400" dirty="0" err="1"/>
              <a:t>Biało´n</a:t>
            </a:r>
            <a:r>
              <a:rPr lang="en-US" sz="2400" dirty="0"/>
              <a:t> 1,2,* , Roman </a:t>
            </a:r>
            <a:r>
              <a:rPr lang="en-US" sz="2400" dirty="0" err="1"/>
              <a:t>Niestrój</a:t>
            </a:r>
            <a:r>
              <a:rPr lang="en-US" sz="2400" dirty="0"/>
              <a:t> 1,2 1andWojciechKorski2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[5] </a:t>
            </a:r>
            <a:r>
              <a:rPr lang="en-US" sz="2400" dirty="0" err="1"/>
              <a:t>HPPCTest</a:t>
            </a:r>
            <a:r>
              <a:rPr lang="en-US" sz="2400" dirty="0"/>
              <a:t> Methodology Using LFP Battery Cell </a:t>
            </a:r>
            <a:r>
              <a:rPr lang="en-US" sz="2400" dirty="0" err="1"/>
              <a:t>IdentificationTests</a:t>
            </a:r>
            <a:r>
              <a:rPr lang="en-US" sz="2400" dirty="0"/>
              <a:t> as an </a:t>
            </a:r>
            <a:r>
              <a:rPr lang="en-US" sz="2400" dirty="0" err="1"/>
              <a:t>ExampleTadeusz</a:t>
            </a:r>
            <a:r>
              <a:rPr lang="en-US" sz="2400" dirty="0"/>
              <a:t> </a:t>
            </a:r>
            <a:r>
              <a:rPr lang="en-US" sz="2400" dirty="0" err="1"/>
              <a:t>Biało´n</a:t>
            </a:r>
            <a:r>
              <a:rPr lang="en-US" sz="2400" dirty="0"/>
              <a:t> 1,2 , Roman </a:t>
            </a:r>
            <a:r>
              <a:rPr lang="en-US" sz="2400" dirty="0" err="1"/>
              <a:t>Niestrój</a:t>
            </a:r>
            <a:r>
              <a:rPr lang="en-US" sz="2400" dirty="0"/>
              <a:t> 1,21 , Wojciech Skarka 3,4,* andWojciechKorski2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2788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6" ma:contentTypeDescription="Create a new document." ma:contentTypeScope="" ma:versionID="b1f579dfd658a6bba9ed56424d5581e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f6d186f3f363fa246145cf56e2617969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A7C5A7-05C0-4FE3-B169-7E865D8495C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1c1e4822-5b82-4cb4-a39e-28e929ec74cb"/>
    <ds:schemaRef ds:uri="http://www.w3.org/XML/1998/namespace"/>
    <ds:schemaRef ds:uri="http://purl.org/dc/elements/1.1/"/>
    <ds:schemaRef ds:uri="c80d803b-ee30-4cf1-8997-d5dbef288d4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BA7685C-1A0C-4B11-AD59-BABC01EC7A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0d803b-ee30-4cf1-8997-d5dbef288d47"/>
    <ds:schemaRef ds:uri="1c1e4822-5b82-4cb4-a39e-28e929ec7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4295</TotalTime>
  <Words>536</Words>
  <Application>Microsoft Office PowerPoint</Application>
  <PresentationFormat>A4 Paper (210x297 mm)</PresentationFormat>
  <Paragraphs>87</Paragraphs>
  <Slides>12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Asana</vt:lpstr>
      <vt:lpstr>Aptos</vt:lpstr>
      <vt:lpstr>Arial</vt:lpstr>
      <vt:lpstr>Calibri</vt:lpstr>
      <vt:lpstr>Cambria Math</vt:lpstr>
      <vt:lpstr>Dosis</vt:lpstr>
      <vt:lpstr>Dosis ExtraBold</vt:lpstr>
      <vt:lpstr>Wingdings</vt:lpstr>
      <vt:lpstr>VPEC_theme</vt:lpstr>
      <vt:lpstr>Worksheet</vt:lpstr>
      <vt:lpstr>Đánh giá mô hình  </vt:lpstr>
      <vt:lpstr>Outline</vt:lpstr>
      <vt:lpstr>Thông số của các mô hình  </vt:lpstr>
      <vt:lpstr>Thông số của các mô hình  </vt:lpstr>
      <vt:lpstr>Thông số của các mô hình  </vt:lpstr>
      <vt:lpstr>II. Mô phỏng quá trình sạc CCCV  </vt:lpstr>
      <vt:lpstr>II. Mô phỏng quá trình sạc CCCV  </vt:lpstr>
      <vt:lpstr>II. Mô phỏng quá trình sạc CCCV  </vt:lpstr>
      <vt:lpstr>II. Mô phỏng quá trình sạc CCCV  </vt:lpstr>
      <vt:lpstr>III. Đánh giá sai số  </vt:lpstr>
      <vt:lpstr>Reference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Cao Lam Tung 20222709</cp:lastModifiedBy>
  <cp:revision>18</cp:revision>
  <cp:lastPrinted>2024-01-25T03:56:08Z</cp:lastPrinted>
  <dcterms:created xsi:type="dcterms:W3CDTF">2020-11-17T01:54:46Z</dcterms:created>
  <dcterms:modified xsi:type="dcterms:W3CDTF">2025-04-04T11:57:53Z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