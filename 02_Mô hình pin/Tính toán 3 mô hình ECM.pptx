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3.xml" ContentType="application/inkml+xml"/>
  <Override PartName="/ppt/notesSlides/notesSlide10.xml" ContentType="application/vnd.openxmlformats-officedocument.presentationml.notesSlide+xml"/>
  <Override PartName="/ppt/ink/ink4.xml" ContentType="application/inkml+xml"/>
  <Override PartName="/ppt/notesSlides/notesSlide11.xml" ContentType="application/vnd.openxmlformats-officedocument.presentationml.notesSlide+xml"/>
  <Override PartName="/ppt/ink/ink5.xml" ContentType="application/inkml+xml"/>
  <Override PartName="/ppt/notesSlides/notesSlide12.xml" ContentType="application/vnd.openxmlformats-officedocument.presentationml.notesSlide+xml"/>
  <Override PartName="/ppt/ink/ink6.xml" ContentType="application/inkml+xml"/>
  <Override PartName="/ppt/notesSlides/notesSlide13.xml" ContentType="application/vnd.openxmlformats-officedocument.presentationml.notesSlide+xml"/>
  <Override PartName="/ppt/ink/ink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2"/>
  </p:notesMasterIdLst>
  <p:handoutMasterIdLst>
    <p:handoutMasterId r:id="rId23"/>
  </p:handoutMasterIdLst>
  <p:sldIdLst>
    <p:sldId id="256" r:id="rId5"/>
    <p:sldId id="326" r:id="rId6"/>
    <p:sldId id="435" r:id="rId7"/>
    <p:sldId id="413" r:id="rId8"/>
    <p:sldId id="431" r:id="rId9"/>
    <p:sldId id="436" r:id="rId10"/>
    <p:sldId id="437" r:id="rId11"/>
    <p:sldId id="438" r:id="rId12"/>
    <p:sldId id="439" r:id="rId13"/>
    <p:sldId id="440" r:id="rId14"/>
    <p:sldId id="441" r:id="rId15"/>
    <p:sldId id="443" r:id="rId16"/>
    <p:sldId id="442" r:id="rId17"/>
    <p:sldId id="444" r:id="rId18"/>
    <p:sldId id="445" r:id="rId19"/>
    <p:sldId id="414" r:id="rId20"/>
    <p:sldId id="266" r:id="rId21"/>
  </p:sldIdLst>
  <p:sldSz cx="9906000" cy="6858000" type="A4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4977022-D1D5-448D-82D9-5A3E09766F0B}">
          <p14:sldIdLst>
            <p14:sldId id="256"/>
            <p14:sldId id="326"/>
            <p14:sldId id="435"/>
            <p14:sldId id="413"/>
            <p14:sldId id="431"/>
            <p14:sldId id="436"/>
            <p14:sldId id="437"/>
            <p14:sldId id="438"/>
            <p14:sldId id="439"/>
            <p14:sldId id="440"/>
            <p14:sldId id="441"/>
            <p14:sldId id="443"/>
            <p14:sldId id="442"/>
            <p14:sldId id="444"/>
            <p14:sldId id="445"/>
            <p14:sldId id="414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F06DBCD-D208-D3A7-2849-057023EC31D8}" name="Guest User" initials="GU" userId="S::urn:spo:anon#23c2c3b25906e6ff3256d0b4399699bbf3aabb54eab21a455bfe91ec7cd74648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FF7"/>
    <a:srgbClr val="262626"/>
    <a:srgbClr val="01204C"/>
    <a:srgbClr val="D2DEEF"/>
    <a:srgbClr val="990134"/>
    <a:srgbClr val="00552B"/>
    <a:srgbClr val="CFAFE7"/>
    <a:srgbClr val="B686DA"/>
    <a:srgbClr val="F5B68B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3B4278-420A-4063-9B53-55031550D6F1}" v="8" dt="2025-03-25T16:01:08.6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850" autoAdjust="0"/>
  </p:normalViewPr>
  <p:slideViewPr>
    <p:cSldViewPr snapToGrid="0">
      <p:cViewPr varScale="1">
        <p:scale>
          <a:sx n="75" d="100"/>
          <a:sy n="75" d="100"/>
        </p:scale>
        <p:origin x="148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o Lam Tung 20222709" userId="ce9674a6-c058-496c-88bf-33b32ed75606" providerId="ADAL" clId="{4BE5D495-D1B2-4E35-BC6A-CFBD2A3E57D1}"/>
    <pc:docChg chg="undo custSel addSld delSld modSld sldOrd modSection">
      <pc:chgData name="Cao Lam Tung 20222709" userId="ce9674a6-c058-496c-88bf-33b32ed75606" providerId="ADAL" clId="{4BE5D495-D1B2-4E35-BC6A-CFBD2A3E57D1}" dt="2024-10-17T06:57:25.165" v="8110" actId="478"/>
      <pc:docMkLst>
        <pc:docMk/>
      </pc:docMkLst>
      <pc:sldChg chg="modSp mod">
        <pc:chgData name="Cao Lam Tung 20222709" userId="ce9674a6-c058-496c-88bf-33b32ed75606" providerId="ADAL" clId="{4BE5D495-D1B2-4E35-BC6A-CFBD2A3E57D1}" dt="2024-10-13T04:43:14.870" v="7205" actId="20577"/>
        <pc:sldMkLst>
          <pc:docMk/>
          <pc:sldMk cId="425079733" sldId="256"/>
        </pc:sldMkLst>
      </pc:sldChg>
      <pc:sldChg chg="modSp mod">
        <pc:chgData name="Cao Lam Tung 20222709" userId="ce9674a6-c058-496c-88bf-33b32ed75606" providerId="ADAL" clId="{4BE5D495-D1B2-4E35-BC6A-CFBD2A3E57D1}" dt="2024-10-09T02:21:20.422" v="2903" actId="20577"/>
        <pc:sldMkLst>
          <pc:docMk/>
          <pc:sldMk cId="3526839302" sldId="326"/>
        </pc:sldMkLst>
      </pc:sldChg>
      <pc:sldChg chg="modSp mod">
        <pc:chgData name="Cao Lam Tung 20222709" userId="ce9674a6-c058-496c-88bf-33b32ed75606" providerId="ADAL" clId="{4BE5D495-D1B2-4E35-BC6A-CFBD2A3E57D1}" dt="2024-10-06T10:18:06.954" v="2146" actId="20577"/>
        <pc:sldMkLst>
          <pc:docMk/>
          <pc:sldMk cId="3551375587" sldId="356"/>
        </pc:sldMkLst>
      </pc:sldChg>
      <pc:sldChg chg="addSp delSp modSp mod">
        <pc:chgData name="Cao Lam Tung 20222709" userId="ce9674a6-c058-496c-88bf-33b32ed75606" providerId="ADAL" clId="{4BE5D495-D1B2-4E35-BC6A-CFBD2A3E57D1}" dt="2024-10-16T03:17:07.316" v="8033"/>
        <pc:sldMkLst>
          <pc:docMk/>
          <pc:sldMk cId="587138075" sldId="358"/>
        </pc:sldMkLst>
      </pc:sldChg>
      <pc:sldChg chg="modSp mod">
        <pc:chgData name="Cao Lam Tung 20222709" userId="ce9674a6-c058-496c-88bf-33b32ed75606" providerId="ADAL" clId="{4BE5D495-D1B2-4E35-BC6A-CFBD2A3E57D1}" dt="2024-10-08T13:23:38.882" v="2687" actId="2711"/>
        <pc:sldMkLst>
          <pc:docMk/>
          <pc:sldMk cId="2191029587" sldId="360"/>
        </pc:sldMkLst>
      </pc:sldChg>
      <pc:sldChg chg="add">
        <pc:chgData name="Cao Lam Tung 20222709" userId="ce9674a6-c058-496c-88bf-33b32ed75606" providerId="ADAL" clId="{4BE5D495-D1B2-4E35-BC6A-CFBD2A3E57D1}" dt="2024-10-05T12:57:13.895" v="0"/>
        <pc:sldMkLst>
          <pc:docMk/>
          <pc:sldMk cId="2816176213" sldId="363"/>
        </pc:sldMkLst>
      </pc:sldChg>
      <pc:sldChg chg="addSp delSp modSp add mod">
        <pc:chgData name="Cao Lam Tung 20222709" userId="ce9674a6-c058-496c-88bf-33b32ed75606" providerId="ADAL" clId="{4BE5D495-D1B2-4E35-BC6A-CFBD2A3E57D1}" dt="2024-10-06T13:13:02.150" v="2684" actId="113"/>
        <pc:sldMkLst>
          <pc:docMk/>
          <pc:sldMk cId="254701598" sldId="364"/>
        </pc:sldMkLst>
      </pc:sldChg>
      <pc:sldChg chg="addSp delSp modSp add mod">
        <pc:chgData name="Cao Lam Tung 20222709" userId="ce9674a6-c058-496c-88bf-33b32ed75606" providerId="ADAL" clId="{4BE5D495-D1B2-4E35-BC6A-CFBD2A3E57D1}" dt="2024-10-06T09:54:52.570" v="2103" actId="1076"/>
        <pc:sldMkLst>
          <pc:docMk/>
          <pc:sldMk cId="102370313" sldId="365"/>
        </pc:sldMkLst>
      </pc:sldChg>
      <pc:sldChg chg="addSp delSp modSp add del mod">
        <pc:chgData name="Cao Lam Tung 20222709" userId="ce9674a6-c058-496c-88bf-33b32ed75606" providerId="ADAL" clId="{4BE5D495-D1B2-4E35-BC6A-CFBD2A3E57D1}" dt="2024-10-06T09:55:05.111" v="2104" actId="47"/>
        <pc:sldMkLst>
          <pc:docMk/>
          <pc:sldMk cId="1540358898" sldId="366"/>
        </pc:sldMkLst>
      </pc:sldChg>
      <pc:sldChg chg="add del">
        <pc:chgData name="Cao Lam Tung 20222709" userId="ce9674a6-c058-496c-88bf-33b32ed75606" providerId="ADAL" clId="{4BE5D495-D1B2-4E35-BC6A-CFBD2A3E57D1}" dt="2024-10-06T09:42:18.334" v="885"/>
        <pc:sldMkLst>
          <pc:docMk/>
          <pc:sldMk cId="1789308317" sldId="366"/>
        </pc:sldMkLst>
      </pc:sldChg>
      <pc:sldChg chg="addSp delSp modSp add mod">
        <pc:chgData name="Cao Lam Tung 20222709" userId="ce9674a6-c058-496c-88bf-33b32ed75606" providerId="ADAL" clId="{4BE5D495-D1B2-4E35-BC6A-CFBD2A3E57D1}" dt="2024-10-06T10:41:19.685" v="2681" actId="255"/>
        <pc:sldMkLst>
          <pc:docMk/>
          <pc:sldMk cId="4036185631" sldId="366"/>
        </pc:sldMkLst>
      </pc:sldChg>
      <pc:sldChg chg="addSp delSp modSp add del mod">
        <pc:chgData name="Cao Lam Tung 20222709" userId="ce9674a6-c058-496c-88bf-33b32ed75606" providerId="ADAL" clId="{4BE5D495-D1B2-4E35-BC6A-CFBD2A3E57D1}" dt="2024-10-08T13:32:02.593" v="2726" actId="47"/>
        <pc:sldMkLst>
          <pc:docMk/>
          <pc:sldMk cId="2692109009" sldId="367"/>
        </pc:sldMkLst>
      </pc:sldChg>
      <pc:sldChg chg="addSp modSp add mod">
        <pc:chgData name="Cao Lam Tung 20222709" userId="ce9674a6-c058-496c-88bf-33b32ed75606" providerId="ADAL" clId="{4BE5D495-D1B2-4E35-BC6A-CFBD2A3E57D1}" dt="2024-10-12T03:31:23.724" v="5172" actId="20577"/>
        <pc:sldMkLst>
          <pc:docMk/>
          <pc:sldMk cId="3802251741" sldId="367"/>
        </pc:sldMkLst>
      </pc:sldChg>
      <pc:sldChg chg="modSp add mod">
        <pc:chgData name="Cao Lam Tung 20222709" userId="ce9674a6-c058-496c-88bf-33b32ed75606" providerId="ADAL" clId="{4BE5D495-D1B2-4E35-BC6A-CFBD2A3E57D1}" dt="2024-10-13T04:43:21.420" v="7211" actId="20577"/>
        <pc:sldMkLst>
          <pc:docMk/>
          <pc:sldMk cId="3890700654" sldId="368"/>
        </pc:sldMkLst>
      </pc:sldChg>
      <pc:sldChg chg="modSp add mod">
        <pc:chgData name="Cao Lam Tung 20222709" userId="ce9674a6-c058-496c-88bf-33b32ed75606" providerId="ADAL" clId="{4BE5D495-D1B2-4E35-BC6A-CFBD2A3E57D1}" dt="2024-10-16T01:54:46.745" v="7367" actId="20577"/>
        <pc:sldMkLst>
          <pc:docMk/>
          <pc:sldMk cId="180464731" sldId="369"/>
        </pc:sldMkLst>
      </pc:sldChg>
      <pc:sldChg chg="addSp delSp modSp add mod">
        <pc:chgData name="Cao Lam Tung 20222709" userId="ce9674a6-c058-496c-88bf-33b32ed75606" providerId="ADAL" clId="{4BE5D495-D1B2-4E35-BC6A-CFBD2A3E57D1}" dt="2024-10-12T01:58:22.875" v="4128" actId="113"/>
        <pc:sldMkLst>
          <pc:docMk/>
          <pc:sldMk cId="2439579174" sldId="370"/>
        </pc:sldMkLst>
      </pc:sldChg>
      <pc:sldChg chg="addSp delSp modSp add del mod">
        <pc:chgData name="Cao Lam Tung 20222709" userId="ce9674a6-c058-496c-88bf-33b32ed75606" providerId="ADAL" clId="{4BE5D495-D1B2-4E35-BC6A-CFBD2A3E57D1}" dt="2024-10-12T02:35:46.400" v="4653" actId="113"/>
        <pc:sldMkLst>
          <pc:docMk/>
          <pc:sldMk cId="2584602691" sldId="371"/>
        </pc:sldMkLst>
      </pc:sldChg>
      <pc:sldChg chg="delSp new del mod">
        <pc:chgData name="Cao Lam Tung 20222709" userId="ce9674a6-c058-496c-88bf-33b32ed75606" providerId="ADAL" clId="{4BE5D495-D1B2-4E35-BC6A-CFBD2A3E57D1}" dt="2024-10-12T02:16:21.239" v="4376" actId="47"/>
        <pc:sldMkLst>
          <pc:docMk/>
          <pc:sldMk cId="831912484" sldId="372"/>
        </pc:sldMkLst>
      </pc:sldChg>
      <pc:sldChg chg="addSp delSp modSp add mod">
        <pc:chgData name="Cao Lam Tung 20222709" userId="ce9674a6-c058-496c-88bf-33b32ed75606" providerId="ADAL" clId="{4BE5D495-D1B2-4E35-BC6A-CFBD2A3E57D1}" dt="2024-10-13T12:53:34.543" v="7261" actId="113"/>
        <pc:sldMkLst>
          <pc:docMk/>
          <pc:sldMk cId="2644952547" sldId="372"/>
        </pc:sldMkLst>
      </pc:sldChg>
      <pc:sldChg chg="addSp delSp modSp add del mod">
        <pc:chgData name="Cao Lam Tung 20222709" userId="ce9674a6-c058-496c-88bf-33b32ed75606" providerId="ADAL" clId="{4BE5D495-D1B2-4E35-BC6A-CFBD2A3E57D1}" dt="2024-10-12T08:45:46.393" v="5671" actId="47"/>
        <pc:sldMkLst>
          <pc:docMk/>
          <pc:sldMk cId="1641559556" sldId="373"/>
        </pc:sldMkLst>
      </pc:sldChg>
      <pc:sldChg chg="add">
        <pc:chgData name="Cao Lam Tung 20222709" userId="ce9674a6-c058-496c-88bf-33b32ed75606" providerId="ADAL" clId="{4BE5D495-D1B2-4E35-BC6A-CFBD2A3E57D1}" dt="2024-10-12T04:24:07.409" v="5495"/>
        <pc:sldMkLst>
          <pc:docMk/>
          <pc:sldMk cId="984456682" sldId="374"/>
        </pc:sldMkLst>
      </pc:sldChg>
      <pc:sldChg chg="addSp delSp modSp add mod">
        <pc:chgData name="Cao Lam Tung 20222709" userId="ce9674a6-c058-496c-88bf-33b32ed75606" providerId="ADAL" clId="{4BE5D495-D1B2-4E35-BC6A-CFBD2A3E57D1}" dt="2024-10-12T09:12:42.310" v="6103" actId="20577"/>
        <pc:sldMkLst>
          <pc:docMk/>
          <pc:sldMk cId="903395411" sldId="375"/>
        </pc:sldMkLst>
      </pc:sldChg>
      <pc:sldChg chg="addSp delSp modSp add mod">
        <pc:chgData name="Cao Lam Tung 20222709" userId="ce9674a6-c058-496c-88bf-33b32ed75606" providerId="ADAL" clId="{4BE5D495-D1B2-4E35-BC6A-CFBD2A3E57D1}" dt="2024-10-12T09:22:02.590" v="6158"/>
        <pc:sldMkLst>
          <pc:docMk/>
          <pc:sldMk cId="4099831669" sldId="376"/>
        </pc:sldMkLst>
      </pc:sldChg>
      <pc:sldChg chg="addSp delSp modSp add mod">
        <pc:chgData name="Cao Lam Tung 20222709" userId="ce9674a6-c058-496c-88bf-33b32ed75606" providerId="ADAL" clId="{4BE5D495-D1B2-4E35-BC6A-CFBD2A3E57D1}" dt="2024-10-12T09:25:49.634" v="6220" actId="1076"/>
        <pc:sldMkLst>
          <pc:docMk/>
          <pc:sldMk cId="351165591" sldId="377"/>
        </pc:sldMkLst>
      </pc:sldChg>
      <pc:sldChg chg="addSp delSp modSp add mod">
        <pc:chgData name="Cao Lam Tung 20222709" userId="ce9674a6-c058-496c-88bf-33b32ed75606" providerId="ADAL" clId="{4BE5D495-D1B2-4E35-BC6A-CFBD2A3E57D1}" dt="2024-10-13T12:58:11.695" v="7263" actId="113"/>
        <pc:sldMkLst>
          <pc:docMk/>
          <pc:sldMk cId="384454289" sldId="378"/>
        </pc:sldMkLst>
      </pc:sldChg>
      <pc:sldChg chg="addSp delSp modSp add mod">
        <pc:chgData name="Cao Lam Tung 20222709" userId="ce9674a6-c058-496c-88bf-33b32ed75606" providerId="ADAL" clId="{4BE5D495-D1B2-4E35-BC6A-CFBD2A3E57D1}" dt="2024-10-13T00:48:55.258" v="6916" actId="1076"/>
        <pc:sldMkLst>
          <pc:docMk/>
          <pc:sldMk cId="644541385" sldId="379"/>
        </pc:sldMkLst>
      </pc:sldChg>
      <pc:sldChg chg="addSp delSp modSp add mod">
        <pc:chgData name="Cao Lam Tung 20222709" userId="ce9674a6-c058-496c-88bf-33b32ed75606" providerId="ADAL" clId="{4BE5D495-D1B2-4E35-BC6A-CFBD2A3E57D1}" dt="2024-10-12T16:25:56.203" v="6858" actId="1076"/>
        <pc:sldMkLst>
          <pc:docMk/>
          <pc:sldMk cId="2426564679" sldId="380"/>
        </pc:sldMkLst>
      </pc:sldChg>
      <pc:sldChg chg="addSp delSp modSp add mod">
        <pc:chgData name="Cao Lam Tung 20222709" userId="ce9674a6-c058-496c-88bf-33b32ed75606" providerId="ADAL" clId="{4BE5D495-D1B2-4E35-BC6A-CFBD2A3E57D1}" dt="2024-10-12T16:27:38.231" v="6914" actId="20577"/>
        <pc:sldMkLst>
          <pc:docMk/>
          <pc:sldMk cId="3535750256" sldId="381"/>
        </pc:sldMkLst>
      </pc:sldChg>
      <pc:sldChg chg="modSp add mod">
        <pc:chgData name="Cao Lam Tung 20222709" userId="ce9674a6-c058-496c-88bf-33b32ed75606" providerId="ADAL" clId="{4BE5D495-D1B2-4E35-BC6A-CFBD2A3E57D1}" dt="2024-10-16T03:29:57.524" v="8108" actId="20577"/>
        <pc:sldMkLst>
          <pc:docMk/>
          <pc:sldMk cId="3405558723" sldId="382"/>
        </pc:sldMkLst>
      </pc:sldChg>
      <pc:sldChg chg="addSp delSp modSp add mod">
        <pc:chgData name="Cao Lam Tung 20222709" userId="ce9674a6-c058-496c-88bf-33b32ed75606" providerId="ADAL" clId="{4BE5D495-D1B2-4E35-BC6A-CFBD2A3E57D1}" dt="2024-10-16T03:27:58.314" v="8086" actId="1076"/>
        <pc:sldMkLst>
          <pc:docMk/>
          <pc:sldMk cId="1399248863" sldId="383"/>
        </pc:sldMkLst>
      </pc:sldChg>
      <pc:sldChg chg="addSp delSp modSp add mod ord modNotesTx">
        <pc:chgData name="Cao Lam Tung 20222709" userId="ce9674a6-c058-496c-88bf-33b32ed75606" providerId="ADAL" clId="{4BE5D495-D1B2-4E35-BC6A-CFBD2A3E57D1}" dt="2024-10-16T03:13:12.184" v="7988" actId="20577"/>
        <pc:sldMkLst>
          <pc:docMk/>
          <pc:sldMk cId="3932301265" sldId="384"/>
        </pc:sldMkLst>
      </pc:sldChg>
      <pc:sldChg chg="addSp delSp modSp add mod modNotesTx">
        <pc:chgData name="Cao Lam Tung 20222709" userId="ce9674a6-c058-496c-88bf-33b32ed75606" providerId="ADAL" clId="{4BE5D495-D1B2-4E35-BC6A-CFBD2A3E57D1}" dt="2024-10-17T06:57:25.165" v="8110" actId="478"/>
        <pc:sldMkLst>
          <pc:docMk/>
          <pc:sldMk cId="242707907" sldId="385"/>
        </pc:sldMkLst>
      </pc:sldChg>
      <pc:sldChg chg="addSp delSp modSp add mod modNotesTx">
        <pc:chgData name="Cao Lam Tung 20222709" userId="ce9674a6-c058-496c-88bf-33b32ed75606" providerId="ADAL" clId="{4BE5D495-D1B2-4E35-BC6A-CFBD2A3E57D1}" dt="2024-10-16T03:16:29.194" v="8032" actId="1076"/>
        <pc:sldMkLst>
          <pc:docMk/>
          <pc:sldMk cId="3418504531" sldId="386"/>
        </pc:sldMkLst>
      </pc:sldChg>
      <pc:sldChg chg="addSp delSp modSp add mod modNotesTx">
        <pc:chgData name="Cao Lam Tung 20222709" userId="ce9674a6-c058-496c-88bf-33b32ed75606" providerId="ADAL" clId="{4BE5D495-D1B2-4E35-BC6A-CFBD2A3E57D1}" dt="2024-10-16T03:22:19.050" v="8071" actId="1076"/>
        <pc:sldMkLst>
          <pc:docMk/>
          <pc:sldMk cId="3338775315" sldId="387"/>
        </pc:sldMkLst>
      </pc:sldChg>
      <pc:sldChg chg="delSp add del mod">
        <pc:chgData name="Cao Lam Tung 20222709" userId="ce9674a6-c058-496c-88bf-33b32ed75606" providerId="ADAL" clId="{4BE5D495-D1B2-4E35-BC6A-CFBD2A3E57D1}" dt="2024-10-16T15:03:20.176" v="8109" actId="47"/>
        <pc:sldMkLst>
          <pc:docMk/>
          <pc:sldMk cId="1213566329" sldId="388"/>
        </pc:sldMkLst>
      </pc:sldChg>
      <pc:sldChg chg="addSp delSp modSp add mod">
        <pc:chgData name="Cao Lam Tung 20222709" userId="ce9674a6-c058-496c-88bf-33b32ed75606" providerId="ADAL" clId="{4BE5D495-D1B2-4E35-BC6A-CFBD2A3E57D1}" dt="2024-10-16T03:28:34.196" v="8094" actId="1076"/>
        <pc:sldMkLst>
          <pc:docMk/>
          <pc:sldMk cId="1492810559" sldId="389"/>
        </pc:sldMkLst>
      </pc:sldChg>
      <pc:sldChg chg="addSp delSp modSp add mod">
        <pc:chgData name="Cao Lam Tung 20222709" userId="ce9674a6-c058-496c-88bf-33b32ed75606" providerId="ADAL" clId="{4BE5D495-D1B2-4E35-BC6A-CFBD2A3E57D1}" dt="2024-10-16T03:29:09.580" v="8100" actId="1076"/>
        <pc:sldMkLst>
          <pc:docMk/>
          <pc:sldMk cId="4035217822" sldId="390"/>
        </pc:sldMkLst>
      </pc:sldChg>
      <pc:sldChg chg="addSp delSp modSp add mod">
        <pc:chgData name="Cao Lam Tung 20222709" userId="ce9674a6-c058-496c-88bf-33b32ed75606" providerId="ADAL" clId="{4BE5D495-D1B2-4E35-BC6A-CFBD2A3E57D1}" dt="2024-10-16T03:29:37.711" v="8107" actId="1076"/>
        <pc:sldMkLst>
          <pc:docMk/>
          <pc:sldMk cId="1348791252" sldId="391"/>
        </pc:sldMkLst>
      </pc:sldChg>
    </pc:docChg>
  </pc:docChgLst>
  <pc:docChgLst>
    <pc:chgData name="Cao Lam Tung 20222709" userId="ce9674a6-c058-496c-88bf-33b32ed75606" providerId="ADAL" clId="{260F9685-9558-4209-8D92-CF31852B8AE7}"/>
    <pc:docChg chg="modSld">
      <pc:chgData name="Cao Lam Tung 20222709" userId="ce9674a6-c058-496c-88bf-33b32ed75606" providerId="ADAL" clId="{260F9685-9558-4209-8D92-CF31852B8AE7}" dt="2024-04-17T14:23:29.342" v="0"/>
      <pc:docMkLst>
        <pc:docMk/>
      </pc:docMkLst>
      <pc:sldChg chg="modSp mod">
        <pc:chgData name="Cao Lam Tung 20222709" userId="ce9674a6-c058-496c-88bf-33b32ed75606" providerId="ADAL" clId="{260F9685-9558-4209-8D92-CF31852B8AE7}" dt="2024-04-17T14:23:29.342" v="0"/>
        <pc:sldMkLst>
          <pc:docMk/>
          <pc:sldMk cId="425079733" sldId="256"/>
        </pc:sldMkLst>
      </pc:sldChg>
    </pc:docChg>
  </pc:docChgLst>
  <pc:docChgLst>
    <pc:chgData name="Cao Lam Tung 20222709" userId="ce9674a6-c058-496c-88bf-33b32ed75606" providerId="ADAL" clId="{7BEC58D4-8E2B-4C81-A519-91013BC190C1}"/>
    <pc:docChg chg="custSel modSld">
      <pc:chgData name="Cao Lam Tung 20222709" userId="ce9674a6-c058-496c-88bf-33b32ed75606" providerId="ADAL" clId="{7BEC58D4-8E2B-4C81-A519-91013BC190C1}" dt="2025-02-06T02:11:41.298" v="66" actId="113"/>
      <pc:docMkLst>
        <pc:docMk/>
      </pc:docMkLst>
      <pc:sldChg chg="modSp modNotesTx">
        <pc:chgData name="Cao Lam Tung 20222709" userId="ce9674a6-c058-496c-88bf-33b32ed75606" providerId="ADAL" clId="{7BEC58D4-8E2B-4C81-A519-91013BC190C1}" dt="2025-02-05T16:23:26.588" v="48" actId="20577"/>
        <pc:sldMkLst>
          <pc:docMk/>
          <pc:sldMk cId="1512609409" sldId="383"/>
        </pc:sldMkLst>
      </pc:sldChg>
      <pc:sldChg chg="modSp modNotesTx">
        <pc:chgData name="Cao Lam Tung 20222709" userId="ce9674a6-c058-496c-88bf-33b32ed75606" providerId="ADAL" clId="{7BEC58D4-8E2B-4C81-A519-91013BC190C1}" dt="2025-02-06T02:11:41.298" v="66" actId="113"/>
        <pc:sldMkLst>
          <pc:docMk/>
          <pc:sldMk cId="973910400" sldId="387"/>
        </pc:sldMkLst>
      </pc:sldChg>
      <pc:sldChg chg="delSp modSp mod">
        <pc:chgData name="Cao Lam Tung 20222709" userId="ce9674a6-c058-496c-88bf-33b32ed75606" providerId="ADAL" clId="{7BEC58D4-8E2B-4C81-A519-91013BC190C1}" dt="2025-02-05T16:23:56.327" v="52" actId="478"/>
        <pc:sldMkLst>
          <pc:docMk/>
          <pc:sldMk cId="1934133307" sldId="399"/>
        </pc:sldMkLst>
      </pc:sldChg>
      <pc:sldChg chg="modSp">
        <pc:chgData name="Cao Lam Tung 20222709" userId="ce9674a6-c058-496c-88bf-33b32ed75606" providerId="ADAL" clId="{7BEC58D4-8E2B-4C81-A519-91013BC190C1}" dt="2025-02-05T16:25:30.438" v="61" actId="20577"/>
        <pc:sldMkLst>
          <pc:docMk/>
          <pc:sldMk cId="2861518484" sldId="400"/>
        </pc:sldMkLst>
      </pc:sldChg>
    </pc:docChg>
  </pc:docChgLst>
  <pc:docChgLst>
    <pc:chgData name="Cao Lam Tung 20222709" userId="ce9674a6-c058-496c-88bf-33b32ed75606" providerId="ADAL" clId="{713115DA-3C35-4034-938B-A4A1C55AA9E1}"/>
    <pc:docChg chg="undo redo custSel addSld delSld modSld sldOrd modSection">
      <pc:chgData name="Cao Lam Tung 20222709" userId="ce9674a6-c058-496c-88bf-33b32ed75606" providerId="ADAL" clId="{713115DA-3C35-4034-938B-A4A1C55AA9E1}" dt="2025-03-08T14:36:19.173" v="1823" actId="20577"/>
      <pc:docMkLst>
        <pc:docMk/>
      </pc:docMkLst>
      <pc:sldChg chg="modSp mod">
        <pc:chgData name="Cao Lam Tung 20222709" userId="ce9674a6-c058-496c-88bf-33b32ed75606" providerId="ADAL" clId="{713115DA-3C35-4034-938B-A4A1C55AA9E1}" dt="2025-03-08T14:18:47.994" v="1762" actId="20577"/>
        <pc:sldMkLst>
          <pc:docMk/>
          <pc:sldMk cId="425079733" sldId="256"/>
        </pc:sldMkLst>
        <pc:spChg chg="mod">
          <ac:chgData name="Cao Lam Tung 20222709" userId="ce9674a6-c058-496c-88bf-33b32ed75606" providerId="ADAL" clId="{713115DA-3C35-4034-938B-A4A1C55AA9E1}" dt="2025-03-08T14:18:47.994" v="1762" actId="20577"/>
          <ac:spMkLst>
            <pc:docMk/>
            <pc:sldMk cId="425079733" sldId="256"/>
            <ac:spMk id="16" creationId="{54FAB818-6B30-A7C5-7D4E-1D98E2B32425}"/>
          </ac:spMkLst>
        </pc:spChg>
      </pc:sldChg>
      <pc:sldChg chg="modSp mod">
        <pc:chgData name="Cao Lam Tung 20222709" userId="ce9674a6-c058-496c-88bf-33b32ed75606" providerId="ADAL" clId="{713115DA-3C35-4034-938B-A4A1C55AA9E1}" dt="2025-03-08T14:16:09.625" v="1719" actId="20577"/>
        <pc:sldMkLst>
          <pc:docMk/>
          <pc:sldMk cId="3526839302" sldId="326"/>
        </pc:sldMkLst>
        <pc:spChg chg="mod">
          <ac:chgData name="Cao Lam Tung 20222709" userId="ce9674a6-c058-496c-88bf-33b32ed75606" providerId="ADAL" clId="{713115DA-3C35-4034-938B-A4A1C55AA9E1}" dt="2025-03-08T14:16:09.625" v="1719" actId="20577"/>
          <ac:spMkLst>
            <pc:docMk/>
            <pc:sldMk cId="3526839302" sldId="326"/>
            <ac:spMk id="3" creationId="{0895A506-3843-4133-A061-4C59624F0C7D}"/>
          </ac:spMkLst>
        </pc:spChg>
      </pc:sldChg>
      <pc:sldChg chg="del">
        <pc:chgData name="Cao Lam Tung 20222709" userId="ce9674a6-c058-496c-88bf-33b32ed75606" providerId="ADAL" clId="{713115DA-3C35-4034-938B-A4A1C55AA9E1}" dt="2025-03-08T14:07:53.448" v="1510" actId="47"/>
        <pc:sldMkLst>
          <pc:docMk/>
          <pc:sldMk cId="3405558723" sldId="382"/>
        </pc:sldMkLst>
      </pc:sldChg>
      <pc:sldChg chg="del">
        <pc:chgData name="Cao Lam Tung 20222709" userId="ce9674a6-c058-496c-88bf-33b32ed75606" providerId="ADAL" clId="{713115DA-3C35-4034-938B-A4A1C55AA9E1}" dt="2025-03-08T08:54:41.730" v="725" actId="47"/>
        <pc:sldMkLst>
          <pc:docMk/>
          <pc:sldMk cId="1512609409" sldId="383"/>
        </pc:sldMkLst>
      </pc:sldChg>
      <pc:sldChg chg="addSp delSp modSp mod modNotesTx">
        <pc:chgData name="Cao Lam Tung 20222709" userId="ce9674a6-c058-496c-88bf-33b32ed75606" providerId="ADAL" clId="{713115DA-3C35-4034-938B-A4A1C55AA9E1}" dt="2025-03-08T14:21:46.094" v="1802" actId="20577"/>
        <pc:sldMkLst>
          <pc:docMk/>
          <pc:sldMk cId="3887032254" sldId="413"/>
        </pc:sldMkLst>
        <pc:spChg chg="mod">
          <ac:chgData name="Cao Lam Tung 20222709" userId="ce9674a6-c058-496c-88bf-33b32ed75606" providerId="ADAL" clId="{713115DA-3C35-4034-938B-A4A1C55AA9E1}" dt="2025-03-08T03:58:51.663" v="36" actId="20577"/>
          <ac:spMkLst>
            <pc:docMk/>
            <pc:sldMk cId="3887032254" sldId="413"/>
            <ac:spMk id="6" creationId="{F5B1B958-2112-7B31-B34A-EE9D8EBC646C}"/>
          </ac:spMkLst>
        </pc:spChg>
      </pc:sldChg>
      <pc:sldChg chg="modSp mod">
        <pc:chgData name="Cao Lam Tung 20222709" userId="ce9674a6-c058-496c-88bf-33b32ed75606" providerId="ADAL" clId="{713115DA-3C35-4034-938B-A4A1C55AA9E1}" dt="2025-03-08T14:12:50.166" v="1577" actId="20577"/>
        <pc:sldMkLst>
          <pc:docMk/>
          <pc:sldMk cId="642788118" sldId="414"/>
        </pc:sldMkLst>
        <pc:spChg chg="mod">
          <ac:chgData name="Cao Lam Tung 20222709" userId="ce9674a6-c058-496c-88bf-33b32ed75606" providerId="ADAL" clId="{713115DA-3C35-4034-938B-A4A1C55AA9E1}" dt="2025-03-08T14:12:50.166" v="1577" actId="20577"/>
          <ac:spMkLst>
            <pc:docMk/>
            <pc:sldMk cId="642788118" sldId="414"/>
            <ac:spMk id="3" creationId="{22CAC6D4-C611-60FD-013A-33DF2F82DBAD}"/>
          </ac:spMkLst>
        </pc:spChg>
      </pc:sldChg>
      <pc:sldChg chg="del">
        <pc:chgData name="Cao Lam Tung 20222709" userId="ce9674a6-c058-496c-88bf-33b32ed75606" providerId="ADAL" clId="{713115DA-3C35-4034-938B-A4A1C55AA9E1}" dt="2025-03-08T08:54:40.430" v="722" actId="47"/>
        <pc:sldMkLst>
          <pc:docMk/>
          <pc:sldMk cId="1274460451" sldId="416"/>
        </pc:sldMkLst>
      </pc:sldChg>
      <pc:sldChg chg="delSp modSp del mod">
        <pc:chgData name="Cao Lam Tung 20222709" userId="ce9674a6-c058-496c-88bf-33b32ed75606" providerId="ADAL" clId="{713115DA-3C35-4034-938B-A4A1C55AA9E1}" dt="2025-03-08T08:54:39.989" v="721" actId="47"/>
        <pc:sldMkLst>
          <pc:docMk/>
          <pc:sldMk cId="3644625469" sldId="417"/>
        </pc:sldMkLst>
      </pc:sldChg>
      <pc:sldChg chg="del">
        <pc:chgData name="Cao Lam Tung 20222709" userId="ce9674a6-c058-496c-88bf-33b32ed75606" providerId="ADAL" clId="{713115DA-3C35-4034-938B-A4A1C55AA9E1}" dt="2025-03-08T08:54:40.960" v="724" actId="47"/>
        <pc:sldMkLst>
          <pc:docMk/>
          <pc:sldMk cId="2808913251" sldId="418"/>
        </pc:sldMkLst>
      </pc:sldChg>
      <pc:sldChg chg="del">
        <pc:chgData name="Cao Lam Tung 20222709" userId="ce9674a6-c058-496c-88bf-33b32ed75606" providerId="ADAL" clId="{713115DA-3C35-4034-938B-A4A1C55AA9E1}" dt="2025-03-08T08:54:42.908" v="727" actId="47"/>
        <pc:sldMkLst>
          <pc:docMk/>
          <pc:sldMk cId="2747384583" sldId="419"/>
        </pc:sldMkLst>
      </pc:sldChg>
      <pc:sldChg chg="del">
        <pc:chgData name="Cao Lam Tung 20222709" userId="ce9674a6-c058-496c-88bf-33b32ed75606" providerId="ADAL" clId="{713115DA-3C35-4034-938B-A4A1C55AA9E1}" dt="2025-03-08T08:54:42.639" v="726" actId="47"/>
        <pc:sldMkLst>
          <pc:docMk/>
          <pc:sldMk cId="3627886200" sldId="420"/>
        </pc:sldMkLst>
      </pc:sldChg>
      <pc:sldChg chg="del">
        <pc:chgData name="Cao Lam Tung 20222709" userId="ce9674a6-c058-496c-88bf-33b32ed75606" providerId="ADAL" clId="{713115DA-3C35-4034-938B-A4A1C55AA9E1}" dt="2025-03-08T08:54:43.748" v="728" actId="47"/>
        <pc:sldMkLst>
          <pc:docMk/>
          <pc:sldMk cId="3303339954" sldId="421"/>
        </pc:sldMkLst>
      </pc:sldChg>
      <pc:sldChg chg="del">
        <pc:chgData name="Cao Lam Tung 20222709" userId="ce9674a6-c058-496c-88bf-33b32ed75606" providerId="ADAL" clId="{713115DA-3C35-4034-938B-A4A1C55AA9E1}" dt="2025-03-08T10:20:42.644" v="819" actId="47"/>
        <pc:sldMkLst>
          <pc:docMk/>
          <pc:sldMk cId="225828607" sldId="422"/>
        </pc:sldMkLst>
      </pc:sldChg>
      <pc:sldChg chg="del">
        <pc:chgData name="Cao Lam Tung 20222709" userId="ce9674a6-c058-496c-88bf-33b32ed75606" providerId="ADAL" clId="{713115DA-3C35-4034-938B-A4A1C55AA9E1}" dt="2025-03-08T08:54:40.728" v="723" actId="47"/>
        <pc:sldMkLst>
          <pc:docMk/>
          <pc:sldMk cId="1048968366" sldId="423"/>
        </pc:sldMkLst>
      </pc:sldChg>
      <pc:sldChg chg="addSp delSp modSp add mod modNotesTx">
        <pc:chgData name="Cao Lam Tung 20222709" userId="ce9674a6-c058-496c-88bf-33b32ed75606" providerId="ADAL" clId="{713115DA-3C35-4034-938B-A4A1C55AA9E1}" dt="2025-03-08T04:29:25.789" v="562" actId="20577"/>
        <pc:sldMkLst>
          <pc:docMk/>
          <pc:sldMk cId="1986084853" sldId="424"/>
        </pc:sldMkLst>
      </pc:sldChg>
      <pc:sldChg chg="addSp delSp modSp add mod modNotesTx">
        <pc:chgData name="Cao Lam Tung 20222709" userId="ce9674a6-c058-496c-88bf-33b32ed75606" providerId="ADAL" clId="{713115DA-3C35-4034-938B-A4A1C55AA9E1}" dt="2025-03-08T14:27:08.390" v="1807" actId="14100"/>
        <pc:sldMkLst>
          <pc:docMk/>
          <pc:sldMk cId="69793235" sldId="425"/>
        </pc:sldMkLst>
      </pc:sldChg>
      <pc:sldChg chg="delSp modSp add del mod">
        <pc:chgData name="Cao Lam Tung 20222709" userId="ce9674a6-c058-496c-88bf-33b32ed75606" providerId="ADAL" clId="{713115DA-3C35-4034-938B-A4A1C55AA9E1}" dt="2025-03-08T08:54:37.539" v="720" actId="47"/>
        <pc:sldMkLst>
          <pc:docMk/>
          <pc:sldMk cId="1278033607" sldId="426"/>
        </pc:sldMkLst>
      </pc:sldChg>
      <pc:sldChg chg="addSp delSp modSp add mod modNotesTx">
        <pc:chgData name="Cao Lam Tung 20222709" userId="ce9674a6-c058-496c-88bf-33b32ed75606" providerId="ADAL" clId="{713115DA-3C35-4034-938B-A4A1C55AA9E1}" dt="2025-03-08T14:36:19.173" v="1823" actId="20577"/>
        <pc:sldMkLst>
          <pc:docMk/>
          <pc:sldMk cId="1631311814" sldId="427"/>
        </pc:sldMkLst>
      </pc:sldChg>
      <pc:sldChg chg="addSp delSp modSp add mod ord">
        <pc:chgData name="Cao Lam Tung 20222709" userId="ce9674a6-c058-496c-88bf-33b32ed75606" providerId="ADAL" clId="{713115DA-3C35-4034-938B-A4A1C55AA9E1}" dt="2025-03-08T10:34:04.750" v="1016" actId="12"/>
        <pc:sldMkLst>
          <pc:docMk/>
          <pc:sldMk cId="1666929767" sldId="428"/>
        </pc:sldMkLst>
      </pc:sldChg>
      <pc:sldChg chg="addSp delSp modSp add mod modNotesTx">
        <pc:chgData name="Cao Lam Tung 20222709" userId="ce9674a6-c058-496c-88bf-33b32ed75606" providerId="ADAL" clId="{713115DA-3C35-4034-938B-A4A1C55AA9E1}" dt="2025-03-08T11:47:28.731" v="1503" actId="1582"/>
        <pc:sldMkLst>
          <pc:docMk/>
          <pc:sldMk cId="575922933" sldId="429"/>
        </pc:sldMkLst>
      </pc:sldChg>
      <pc:sldChg chg="addSp delSp modSp add mod">
        <pc:chgData name="Cao Lam Tung 20222709" userId="ce9674a6-c058-496c-88bf-33b32ed75606" providerId="ADAL" clId="{713115DA-3C35-4034-938B-A4A1C55AA9E1}" dt="2025-03-08T14:36:13.679" v="1817" actId="20577"/>
        <pc:sldMkLst>
          <pc:docMk/>
          <pc:sldMk cId="2723113355" sldId="430"/>
        </pc:sldMkLst>
      </pc:sldChg>
    </pc:docChg>
  </pc:docChgLst>
  <pc:docChgLst>
    <pc:chgData name="Cao Lam Tung 20222709" userId="ce9674a6-c058-496c-88bf-33b32ed75606" providerId="ADAL" clId="{183B4278-420A-4063-9B53-55031550D6F1}"/>
    <pc:docChg chg="undo redo custSel modSld">
      <pc:chgData name="Cao Lam Tung 20222709" userId="ce9674a6-c058-496c-88bf-33b32ed75606" providerId="ADAL" clId="{183B4278-420A-4063-9B53-55031550D6F1}" dt="2025-03-29T11:17:27.704" v="56" actId="1076"/>
      <pc:docMkLst>
        <pc:docMk/>
      </pc:docMkLst>
      <pc:sldChg chg="modSp mod">
        <pc:chgData name="Cao Lam Tung 20222709" userId="ce9674a6-c058-496c-88bf-33b32ed75606" providerId="ADAL" clId="{183B4278-420A-4063-9B53-55031550D6F1}" dt="2025-03-22T14:40:38.517" v="37" actId="20577"/>
        <pc:sldMkLst>
          <pc:docMk/>
          <pc:sldMk cId="642788118" sldId="414"/>
        </pc:sldMkLst>
        <pc:spChg chg="mod">
          <ac:chgData name="Cao Lam Tung 20222709" userId="ce9674a6-c058-496c-88bf-33b32ed75606" providerId="ADAL" clId="{183B4278-420A-4063-9B53-55031550D6F1}" dt="2025-03-22T14:40:38.517" v="37" actId="20577"/>
          <ac:spMkLst>
            <pc:docMk/>
            <pc:sldMk cId="642788118" sldId="414"/>
            <ac:spMk id="3" creationId="{22CAC6D4-C611-60FD-013A-33DF2F82DBAD}"/>
          </ac:spMkLst>
        </pc:spChg>
      </pc:sldChg>
      <pc:sldChg chg="addSp modSp">
        <pc:chgData name="Cao Lam Tung 20222709" userId="ce9674a6-c058-496c-88bf-33b32ed75606" providerId="ADAL" clId="{183B4278-420A-4063-9B53-55031550D6F1}" dt="2025-03-22T16:57:10.954" v="41" actId="20577"/>
        <pc:sldMkLst>
          <pc:docMk/>
          <pc:sldMk cId="3980210583" sldId="431"/>
        </pc:sldMkLst>
        <pc:spChg chg="mod">
          <ac:chgData name="Cao Lam Tung 20222709" userId="ce9674a6-c058-496c-88bf-33b32ed75606" providerId="ADAL" clId="{183B4278-420A-4063-9B53-55031550D6F1}" dt="2025-03-22T16:57:10.954" v="41" actId="20577"/>
          <ac:spMkLst>
            <pc:docMk/>
            <pc:sldMk cId="3980210583" sldId="431"/>
            <ac:spMk id="42" creationId="{B74F9559-4AB7-EB21-9663-512E7BB9E166}"/>
          </ac:spMkLst>
        </pc:spChg>
        <pc:inkChg chg="add">
          <ac:chgData name="Cao Lam Tung 20222709" userId="ce9674a6-c058-496c-88bf-33b32ed75606" providerId="ADAL" clId="{183B4278-420A-4063-9B53-55031550D6F1}" dt="2025-03-22T15:23:05.464" v="38"/>
          <ac:inkMkLst>
            <pc:docMk/>
            <pc:sldMk cId="3980210583" sldId="431"/>
            <ac:inkMk id="5" creationId="{4D01CB9F-4D70-797B-A0C6-DF5C9B268BD6}"/>
          </ac:inkMkLst>
        </pc:inkChg>
      </pc:sldChg>
      <pc:sldChg chg="addSp delSp mod">
        <pc:chgData name="Cao Lam Tung 20222709" userId="ce9674a6-c058-496c-88bf-33b32ed75606" providerId="ADAL" clId="{183B4278-420A-4063-9B53-55031550D6F1}" dt="2025-03-22T16:57:05.407" v="40" actId="478"/>
        <pc:sldMkLst>
          <pc:docMk/>
          <pc:sldMk cId="3779005306" sldId="436"/>
        </pc:sldMkLst>
        <pc:inkChg chg="add">
          <ac:chgData name="Cao Lam Tung 20222709" userId="ce9674a6-c058-496c-88bf-33b32ed75606" providerId="ADAL" clId="{183B4278-420A-4063-9B53-55031550D6F1}" dt="2025-03-22T15:23:05.464" v="38"/>
          <ac:inkMkLst>
            <pc:docMk/>
            <pc:sldMk cId="3779005306" sldId="436"/>
            <ac:inkMk id="8" creationId="{76929F10-6DB4-E0D9-079C-F6CB7C2AA7A3}"/>
          </ac:inkMkLst>
        </pc:inkChg>
      </pc:sldChg>
      <pc:sldChg chg="addSp delSp mod">
        <pc:chgData name="Cao Lam Tung 20222709" userId="ce9674a6-c058-496c-88bf-33b32ed75606" providerId="ADAL" clId="{183B4278-420A-4063-9B53-55031550D6F1}" dt="2025-03-29T11:05:09.890" v="49" actId="478"/>
        <pc:sldMkLst>
          <pc:docMk/>
          <pc:sldMk cId="4242072680" sldId="437"/>
        </pc:sldMkLst>
        <pc:inkChg chg="add del">
          <ac:chgData name="Cao Lam Tung 20222709" userId="ce9674a6-c058-496c-88bf-33b32ed75606" providerId="ADAL" clId="{183B4278-420A-4063-9B53-55031550D6F1}" dt="2025-03-29T11:05:09.890" v="49" actId="478"/>
          <ac:inkMkLst>
            <pc:docMk/>
            <pc:sldMk cId="4242072680" sldId="437"/>
            <ac:inkMk id="3" creationId="{DB7FC50E-B384-AB62-FB1F-F247CB82AFCE}"/>
          </ac:inkMkLst>
        </pc:inkChg>
      </pc:sldChg>
      <pc:sldChg chg="addSp delSp modSp mod">
        <pc:chgData name="Cao Lam Tung 20222709" userId="ce9674a6-c058-496c-88bf-33b32ed75606" providerId="ADAL" clId="{183B4278-420A-4063-9B53-55031550D6F1}" dt="2025-03-29T11:17:27.704" v="56" actId="1076"/>
        <pc:sldMkLst>
          <pc:docMk/>
          <pc:sldMk cId="2848370004" sldId="438"/>
        </pc:sldMkLst>
        <pc:picChg chg="mod">
          <ac:chgData name="Cao Lam Tung 20222709" userId="ce9674a6-c058-496c-88bf-33b32ed75606" providerId="ADAL" clId="{183B4278-420A-4063-9B53-55031550D6F1}" dt="2025-03-29T11:17:27.704" v="56" actId="1076"/>
          <ac:picMkLst>
            <pc:docMk/>
            <pc:sldMk cId="2848370004" sldId="438"/>
            <ac:picMk id="20" creationId="{0924E711-48AB-78A4-939B-07F2B509B4F7}"/>
          </ac:picMkLst>
        </pc:picChg>
        <pc:picChg chg="mod">
          <ac:chgData name="Cao Lam Tung 20222709" userId="ce9674a6-c058-496c-88bf-33b32ed75606" providerId="ADAL" clId="{183B4278-420A-4063-9B53-55031550D6F1}" dt="2025-03-29T11:17:26.039" v="54" actId="1076"/>
          <ac:picMkLst>
            <pc:docMk/>
            <pc:sldMk cId="2848370004" sldId="438"/>
            <ac:picMk id="31" creationId="{598AFB40-66E4-CF6A-CAA0-E18DE684666B}"/>
          </ac:picMkLst>
        </pc:picChg>
        <pc:inkChg chg="add del">
          <ac:chgData name="Cao Lam Tung 20222709" userId="ce9674a6-c058-496c-88bf-33b32ed75606" providerId="ADAL" clId="{183B4278-420A-4063-9B53-55031550D6F1}" dt="2025-03-29T11:17:24.013" v="52" actId="478"/>
          <ac:inkMkLst>
            <pc:docMk/>
            <pc:sldMk cId="2848370004" sldId="438"/>
            <ac:inkMk id="3" creationId="{7FCDE278-01EA-2453-A3EC-25710E277D81}"/>
          </ac:inkMkLst>
        </pc:inkChg>
      </pc:sldChg>
      <pc:sldChg chg="addSp delSp modSp mod">
        <pc:chgData name="Cao Lam Tung 20222709" userId="ce9674a6-c058-496c-88bf-33b32ed75606" providerId="ADAL" clId="{183B4278-420A-4063-9B53-55031550D6F1}" dt="2025-03-25T15:20:37.138" v="45" actId="20577"/>
        <pc:sldMkLst>
          <pc:docMk/>
          <pc:sldMk cId="1174603208" sldId="439"/>
        </pc:sldMkLst>
        <pc:spChg chg="mod">
          <ac:chgData name="Cao Lam Tung 20222709" userId="ce9674a6-c058-496c-88bf-33b32ed75606" providerId="ADAL" clId="{183B4278-420A-4063-9B53-55031550D6F1}" dt="2025-03-25T15:20:37.138" v="45" actId="20577"/>
          <ac:spMkLst>
            <pc:docMk/>
            <pc:sldMk cId="1174603208" sldId="439"/>
            <ac:spMk id="9" creationId="{E3CA8956-0574-BA2C-BD20-C979CF4A41E7}"/>
          </ac:spMkLst>
        </pc:spChg>
      </pc:sldChg>
      <pc:sldChg chg="modSp mod">
        <pc:chgData name="Cao Lam Tung 20222709" userId="ce9674a6-c058-496c-88bf-33b32ed75606" providerId="ADAL" clId="{183B4278-420A-4063-9B53-55031550D6F1}" dt="2025-03-22T15:25:38.868" v="39" actId="1076"/>
        <pc:sldMkLst>
          <pc:docMk/>
          <pc:sldMk cId="965518359" sldId="440"/>
        </pc:sldMkLst>
        <pc:picChg chg="mod">
          <ac:chgData name="Cao Lam Tung 20222709" userId="ce9674a6-c058-496c-88bf-33b32ed75606" providerId="ADAL" clId="{183B4278-420A-4063-9B53-55031550D6F1}" dt="2025-03-22T15:25:38.868" v="39" actId="1076"/>
          <ac:picMkLst>
            <pc:docMk/>
            <pc:sldMk cId="965518359" sldId="440"/>
            <ac:picMk id="16" creationId="{4EFC13C1-A32B-FBF3-08A1-3D5FC5BA9E1C}"/>
          </ac:picMkLst>
        </pc:picChg>
      </pc:sldChg>
      <pc:sldChg chg="addSp">
        <pc:chgData name="Cao Lam Tung 20222709" userId="ce9674a6-c058-496c-88bf-33b32ed75606" providerId="ADAL" clId="{183B4278-420A-4063-9B53-55031550D6F1}" dt="2025-03-22T15:23:05.464" v="38"/>
        <pc:sldMkLst>
          <pc:docMk/>
          <pc:sldMk cId="751214667" sldId="441"/>
        </pc:sldMkLst>
        <pc:inkChg chg="add">
          <ac:chgData name="Cao Lam Tung 20222709" userId="ce9674a6-c058-496c-88bf-33b32ed75606" providerId="ADAL" clId="{183B4278-420A-4063-9B53-55031550D6F1}" dt="2025-03-22T15:23:05.464" v="38"/>
          <ac:inkMkLst>
            <pc:docMk/>
            <pc:sldMk cId="751214667" sldId="441"/>
            <ac:inkMk id="5" creationId="{71B077E6-5D43-13BD-4E0A-536C9E14B4AA}"/>
          </ac:inkMkLst>
        </pc:inkChg>
      </pc:sldChg>
      <pc:sldChg chg="addSp">
        <pc:chgData name="Cao Lam Tung 20222709" userId="ce9674a6-c058-496c-88bf-33b32ed75606" providerId="ADAL" clId="{183B4278-420A-4063-9B53-55031550D6F1}" dt="2025-03-22T15:23:05.464" v="38"/>
        <pc:sldMkLst>
          <pc:docMk/>
          <pc:sldMk cId="1017032740" sldId="442"/>
        </pc:sldMkLst>
        <pc:inkChg chg="add">
          <ac:chgData name="Cao Lam Tung 20222709" userId="ce9674a6-c058-496c-88bf-33b32ed75606" providerId="ADAL" clId="{183B4278-420A-4063-9B53-55031550D6F1}" dt="2025-03-22T15:23:05.464" v="38"/>
          <ac:inkMkLst>
            <pc:docMk/>
            <pc:sldMk cId="1017032740" sldId="442"/>
            <ac:inkMk id="5" creationId="{FCB785E2-AB54-0756-0D51-AECF2520640E}"/>
          </ac:inkMkLst>
        </pc:inkChg>
      </pc:sldChg>
      <pc:sldChg chg="addSp modSp">
        <pc:chgData name="Cao Lam Tung 20222709" userId="ce9674a6-c058-496c-88bf-33b32ed75606" providerId="ADAL" clId="{183B4278-420A-4063-9B53-55031550D6F1}" dt="2025-03-25T16:01:08.645" v="48" actId="20577"/>
        <pc:sldMkLst>
          <pc:docMk/>
          <pc:sldMk cId="1371984671" sldId="443"/>
        </pc:sldMkLst>
        <pc:spChg chg="mod">
          <ac:chgData name="Cao Lam Tung 20222709" userId="ce9674a6-c058-496c-88bf-33b32ed75606" providerId="ADAL" clId="{183B4278-420A-4063-9B53-55031550D6F1}" dt="2025-03-25T16:01:08.645" v="48" actId="20577"/>
          <ac:spMkLst>
            <pc:docMk/>
            <pc:sldMk cId="1371984671" sldId="443"/>
            <ac:spMk id="12" creationId="{44C6CBD5-B2E6-723E-E210-B309FE69851F}"/>
          </ac:spMkLst>
        </pc:spChg>
        <pc:inkChg chg="add">
          <ac:chgData name="Cao Lam Tung 20222709" userId="ce9674a6-c058-496c-88bf-33b32ed75606" providerId="ADAL" clId="{183B4278-420A-4063-9B53-55031550D6F1}" dt="2025-03-22T15:23:05.464" v="38"/>
          <ac:inkMkLst>
            <pc:docMk/>
            <pc:sldMk cId="1371984671" sldId="443"/>
            <ac:inkMk id="5" creationId="{D9BBB1E4-C986-5085-B27E-4B06C6E89778}"/>
          </ac:inkMkLst>
        </pc:inkChg>
      </pc:sldChg>
      <pc:sldChg chg="addSp">
        <pc:chgData name="Cao Lam Tung 20222709" userId="ce9674a6-c058-496c-88bf-33b32ed75606" providerId="ADAL" clId="{183B4278-420A-4063-9B53-55031550D6F1}" dt="2025-03-22T15:23:05.464" v="38"/>
        <pc:sldMkLst>
          <pc:docMk/>
          <pc:sldMk cId="730624260" sldId="444"/>
        </pc:sldMkLst>
        <pc:inkChg chg="add">
          <ac:chgData name="Cao Lam Tung 20222709" userId="ce9674a6-c058-496c-88bf-33b32ed75606" providerId="ADAL" clId="{183B4278-420A-4063-9B53-55031550D6F1}" dt="2025-03-22T15:23:05.464" v="38"/>
          <ac:inkMkLst>
            <pc:docMk/>
            <pc:sldMk cId="730624260" sldId="444"/>
            <ac:inkMk id="3" creationId="{9FDB0822-7C3A-BCD8-1E55-987B7A320E75}"/>
          </ac:inkMkLst>
        </pc:inkChg>
      </pc:sldChg>
      <pc:sldChg chg="addSp">
        <pc:chgData name="Cao Lam Tung 20222709" userId="ce9674a6-c058-496c-88bf-33b32ed75606" providerId="ADAL" clId="{183B4278-420A-4063-9B53-55031550D6F1}" dt="2025-03-22T15:23:05.464" v="38"/>
        <pc:sldMkLst>
          <pc:docMk/>
          <pc:sldMk cId="1359940535" sldId="445"/>
        </pc:sldMkLst>
        <pc:inkChg chg="add">
          <ac:chgData name="Cao Lam Tung 20222709" userId="ce9674a6-c058-496c-88bf-33b32ed75606" providerId="ADAL" clId="{183B4278-420A-4063-9B53-55031550D6F1}" dt="2025-03-22T15:23:05.464" v="38"/>
          <ac:inkMkLst>
            <pc:docMk/>
            <pc:sldMk cId="1359940535" sldId="445"/>
            <ac:inkMk id="3" creationId="{20D0CF63-4D90-5E35-39FC-45C7B41ABF85}"/>
          </ac:inkMkLst>
        </pc:inkChg>
      </pc:sldChg>
    </pc:docChg>
  </pc:docChgLst>
  <pc:docChgLst>
    <pc:chgData name="Cao Lam Tung 20222709" userId="ce9674a6-c058-496c-88bf-33b32ed75606" providerId="ADAL" clId="{D55E4134-4533-4B33-A121-23ECB8AB8F30}"/>
    <pc:docChg chg="undo redo custSel addSld delSld modSld modSection">
      <pc:chgData name="Cao Lam Tung 20222709" userId="ce9674a6-c058-496c-88bf-33b32ed75606" providerId="ADAL" clId="{D55E4134-4533-4B33-A121-23ECB8AB8F30}" dt="2024-12-27T09:28:46.660" v="1019" actId="20577"/>
      <pc:docMkLst>
        <pc:docMk/>
      </pc:docMkLst>
      <pc:sldChg chg="modSp mod">
        <pc:chgData name="Cao Lam Tung 20222709" userId="ce9674a6-c058-496c-88bf-33b32ed75606" providerId="ADAL" clId="{D55E4134-4533-4B33-A121-23ECB8AB8F30}" dt="2024-12-25T15:13:45.052" v="22" actId="20577"/>
        <pc:sldMkLst>
          <pc:docMk/>
          <pc:sldMk cId="425079733" sldId="256"/>
        </pc:sldMkLst>
      </pc:sldChg>
      <pc:sldChg chg="modSp mod">
        <pc:chgData name="Cao Lam Tung 20222709" userId="ce9674a6-c058-496c-88bf-33b32ed75606" providerId="ADAL" clId="{D55E4134-4533-4B33-A121-23ECB8AB8F30}" dt="2024-12-27T09:28:46.660" v="1019" actId="20577"/>
        <pc:sldMkLst>
          <pc:docMk/>
          <pc:sldMk cId="3405558723" sldId="382"/>
        </pc:sldMkLst>
      </pc:sldChg>
      <pc:sldChg chg="addSp delSp modSp mod">
        <pc:chgData name="Cao Lam Tung 20222709" userId="ce9674a6-c058-496c-88bf-33b32ed75606" providerId="ADAL" clId="{D55E4134-4533-4B33-A121-23ECB8AB8F30}" dt="2024-12-27T08:27:18.850" v="562" actId="1076"/>
        <pc:sldMkLst>
          <pc:docMk/>
          <pc:sldMk cId="1512609409" sldId="383"/>
        </pc:sldMkLst>
      </pc:sldChg>
      <pc:sldChg chg="modNotesTx">
        <pc:chgData name="Cao Lam Tung 20222709" userId="ce9674a6-c058-496c-88bf-33b32ed75606" providerId="ADAL" clId="{D55E4134-4533-4B33-A121-23ECB8AB8F30}" dt="2024-12-27T08:18:48.901" v="250"/>
        <pc:sldMkLst>
          <pc:docMk/>
          <pc:sldMk cId="973910400" sldId="387"/>
        </pc:sldMkLst>
      </pc:sldChg>
      <pc:sldChg chg="modSp mod">
        <pc:chgData name="Cao Lam Tung 20222709" userId="ce9674a6-c058-496c-88bf-33b32ed75606" providerId="ADAL" clId="{D55E4134-4533-4B33-A121-23ECB8AB8F30}" dt="2024-12-27T04:21:13.097" v="45" actId="1076"/>
        <pc:sldMkLst>
          <pc:docMk/>
          <pc:sldMk cId="1705887883" sldId="396"/>
        </pc:sldMkLst>
      </pc:sldChg>
      <pc:sldChg chg="modSp mod modNotesTx">
        <pc:chgData name="Cao Lam Tung 20222709" userId="ce9674a6-c058-496c-88bf-33b32ed75606" providerId="ADAL" clId="{D55E4134-4533-4B33-A121-23ECB8AB8F30}" dt="2024-12-27T04:21:48.991" v="53" actId="1076"/>
        <pc:sldMkLst>
          <pc:docMk/>
          <pc:sldMk cId="3490198815" sldId="397"/>
        </pc:sldMkLst>
      </pc:sldChg>
      <pc:sldChg chg="modSp mod modNotesTx">
        <pc:chgData name="Cao Lam Tung 20222709" userId="ce9674a6-c058-496c-88bf-33b32ed75606" providerId="ADAL" clId="{D55E4134-4533-4B33-A121-23ECB8AB8F30}" dt="2024-12-27T04:29:06.232" v="232" actId="20577"/>
        <pc:sldMkLst>
          <pc:docMk/>
          <pc:sldMk cId="3618849856" sldId="398"/>
        </pc:sldMkLst>
      </pc:sldChg>
      <pc:sldChg chg="addSp delSp modSp add mod modNotesTx">
        <pc:chgData name="Cao Lam Tung 20222709" userId="ce9674a6-c058-496c-88bf-33b32ed75606" providerId="ADAL" clId="{D55E4134-4533-4B33-A121-23ECB8AB8F30}" dt="2024-12-27T08:52:42.707" v="796" actId="20577"/>
        <pc:sldMkLst>
          <pc:docMk/>
          <pc:sldMk cId="2861518484" sldId="400"/>
        </pc:sldMkLst>
      </pc:sldChg>
      <pc:sldChg chg="add del">
        <pc:chgData name="Cao Lam Tung 20222709" userId="ce9674a6-c058-496c-88bf-33b32ed75606" providerId="ADAL" clId="{D55E4134-4533-4B33-A121-23ECB8AB8F30}" dt="2024-12-27T04:22:01.763" v="56" actId="47"/>
        <pc:sldMkLst>
          <pc:docMk/>
          <pc:sldMk cId="3575042794" sldId="400"/>
        </pc:sldMkLst>
      </pc:sldChg>
      <pc:sldChg chg="addSp delSp modSp add mod">
        <pc:chgData name="Cao Lam Tung 20222709" userId="ce9674a6-c058-496c-88bf-33b32ed75606" providerId="ADAL" clId="{D55E4134-4533-4B33-A121-23ECB8AB8F30}" dt="2024-12-27T08:55:30.451" v="818" actId="478"/>
        <pc:sldMkLst>
          <pc:docMk/>
          <pc:sldMk cId="513666704" sldId="401"/>
        </pc:sldMkLst>
      </pc:sldChg>
      <pc:sldChg chg="add del">
        <pc:chgData name="Cao Lam Tung 20222709" userId="ce9674a6-c058-496c-88bf-33b32ed75606" providerId="ADAL" clId="{D55E4134-4533-4B33-A121-23ECB8AB8F30}" dt="2024-12-27T08:51:14.388" v="787"/>
        <pc:sldMkLst>
          <pc:docMk/>
          <pc:sldMk cId="2806087674" sldId="402"/>
        </pc:sldMkLst>
      </pc:sldChg>
      <pc:sldChg chg="addSp delSp modSp add mod modNotesTx">
        <pc:chgData name="Cao Lam Tung 20222709" userId="ce9674a6-c058-496c-88bf-33b32ed75606" providerId="ADAL" clId="{D55E4134-4533-4B33-A121-23ECB8AB8F30}" dt="2024-12-27T09:25:25.508" v="988"/>
        <pc:sldMkLst>
          <pc:docMk/>
          <pc:sldMk cId="4265039605" sldId="402"/>
        </pc:sldMkLst>
      </pc:sldChg>
      <pc:sldChg chg="addSp delSp modSp add mod modNotesTx">
        <pc:chgData name="Cao Lam Tung 20222709" userId="ce9674a6-c058-496c-88bf-33b32ed75606" providerId="ADAL" clId="{D55E4134-4533-4B33-A121-23ECB8AB8F30}" dt="2024-12-27T09:26:56.086" v="1016"/>
        <pc:sldMkLst>
          <pc:docMk/>
          <pc:sldMk cId="3866274425" sldId="403"/>
        </pc:sldMkLst>
      </pc:sldChg>
    </pc:docChg>
  </pc:docChgLst>
  <pc:docChgLst>
    <pc:chgData name="Cao Lam Tung 20222709" userId="S::tung.cl222709@sis.hust.edu.vn::ce9674a6-c058-496c-88bf-33b32ed75606" providerId="AD" clId="Web-{102C6164-87FE-B9B7-3BCD-C2150E9708D8}"/>
    <pc:docChg chg="modSld">
      <pc:chgData name="Cao Lam Tung 20222709" userId="S::tung.cl222709@sis.hust.edu.vn::ce9674a6-c058-496c-88bf-33b32ed75606" providerId="AD" clId="Web-{102C6164-87FE-B9B7-3BCD-C2150E9708D8}" dt="2024-12-21T11:53:55.089" v="18" actId="20577"/>
      <pc:docMkLst>
        <pc:docMk/>
      </pc:docMkLst>
      <pc:sldChg chg="modSp">
        <pc:chgData name="Cao Lam Tung 20222709" userId="S::tung.cl222709@sis.hust.edu.vn::ce9674a6-c058-496c-88bf-33b32ed75606" providerId="AD" clId="Web-{102C6164-87FE-B9B7-3BCD-C2150E9708D8}" dt="2024-12-21T11:53:55.089" v="18" actId="20577"/>
        <pc:sldMkLst>
          <pc:docMk/>
          <pc:sldMk cId="425079733" sldId="256"/>
        </pc:sldMkLst>
      </pc:sldChg>
    </pc:docChg>
  </pc:docChgLst>
  <pc:docChgLst>
    <pc:chgData name="Cao Lam Tung 20222709" userId="ce9674a6-c058-496c-88bf-33b32ed75606" providerId="ADAL" clId="{600EA3E8-7A88-4898-BA5D-3D768744E8FE}"/>
    <pc:docChg chg="undo custSel modSld sldOrd">
      <pc:chgData name="Cao Lam Tung 20222709" userId="ce9674a6-c058-496c-88bf-33b32ed75606" providerId="ADAL" clId="{600EA3E8-7A88-4898-BA5D-3D768744E8FE}" dt="2024-09-11T09:29:54.079" v="793"/>
      <pc:docMkLst>
        <pc:docMk/>
      </pc:docMkLst>
      <pc:sldChg chg="modSp mod">
        <pc:chgData name="Cao Lam Tung 20222709" userId="ce9674a6-c058-496c-88bf-33b32ed75606" providerId="ADAL" clId="{600EA3E8-7A88-4898-BA5D-3D768744E8FE}" dt="2024-08-20T01:47:12.781" v="1" actId="14100"/>
        <pc:sldMkLst>
          <pc:docMk/>
          <pc:sldMk cId="3643748511" sldId="258"/>
        </pc:sldMkLst>
      </pc:sldChg>
      <pc:sldChg chg="ord">
        <pc:chgData name="Cao Lam Tung 20222709" userId="ce9674a6-c058-496c-88bf-33b32ed75606" providerId="ADAL" clId="{600EA3E8-7A88-4898-BA5D-3D768744E8FE}" dt="2024-09-11T09:29:54.079" v="793"/>
        <pc:sldMkLst>
          <pc:docMk/>
          <pc:sldMk cId="463760155" sldId="266"/>
        </pc:sldMkLst>
      </pc:sldChg>
      <pc:sldChg chg="modSp mod">
        <pc:chgData name="Cao Lam Tung 20222709" userId="ce9674a6-c058-496c-88bf-33b32ed75606" providerId="ADAL" clId="{600EA3E8-7A88-4898-BA5D-3D768744E8FE}" dt="2024-08-20T02:39:43.819" v="5" actId="1076"/>
        <pc:sldMkLst>
          <pc:docMk/>
          <pc:sldMk cId="290600735" sldId="328"/>
        </pc:sldMkLst>
      </pc:sldChg>
      <pc:sldChg chg="modSp mod">
        <pc:chgData name="Cao Lam Tung 20222709" userId="ce9674a6-c058-496c-88bf-33b32ed75606" providerId="ADAL" clId="{600EA3E8-7A88-4898-BA5D-3D768744E8FE}" dt="2024-08-25T15:51:53.048" v="290" actId="1076"/>
        <pc:sldMkLst>
          <pc:docMk/>
          <pc:sldMk cId="3209251382" sldId="331"/>
        </pc:sldMkLst>
      </pc:sldChg>
      <pc:sldChg chg="addSp modSp mod">
        <pc:chgData name="Cao Lam Tung 20222709" userId="ce9674a6-c058-496c-88bf-33b32ed75606" providerId="ADAL" clId="{600EA3E8-7A88-4898-BA5D-3D768744E8FE}" dt="2024-09-01T02:48:03.078" v="428" actId="1076"/>
        <pc:sldMkLst>
          <pc:docMk/>
          <pc:sldMk cId="959314624" sldId="332"/>
        </pc:sldMkLst>
      </pc:sldChg>
      <pc:sldChg chg="modSp mod">
        <pc:chgData name="Cao Lam Tung 20222709" userId="ce9674a6-c058-496c-88bf-33b32ed75606" providerId="ADAL" clId="{600EA3E8-7A88-4898-BA5D-3D768744E8FE}" dt="2024-08-20T12:58:45.203" v="192" actId="20577"/>
        <pc:sldMkLst>
          <pc:docMk/>
          <pc:sldMk cId="563296614" sldId="334"/>
        </pc:sldMkLst>
      </pc:sldChg>
      <pc:sldChg chg="modSp mod">
        <pc:chgData name="Cao Lam Tung 20222709" userId="ce9674a6-c058-496c-88bf-33b32ed75606" providerId="ADAL" clId="{600EA3E8-7A88-4898-BA5D-3D768744E8FE}" dt="2024-08-20T03:18:19.974" v="182" actId="1076"/>
        <pc:sldMkLst>
          <pc:docMk/>
          <pc:sldMk cId="2749988275" sldId="335"/>
        </pc:sldMkLst>
      </pc:sldChg>
      <pc:sldChg chg="addSp delSp modSp mod">
        <pc:chgData name="Cao Lam Tung 20222709" userId="ce9674a6-c058-496c-88bf-33b32ed75606" providerId="ADAL" clId="{600EA3E8-7A88-4898-BA5D-3D768744E8FE}" dt="2024-09-11T09:08:54.613" v="716" actId="20577"/>
        <pc:sldMkLst>
          <pc:docMk/>
          <pc:sldMk cId="2379758615" sldId="337"/>
        </pc:sldMkLst>
      </pc:sldChg>
      <pc:sldChg chg="addSp delSp modSp mod">
        <pc:chgData name="Cao Lam Tung 20222709" userId="ce9674a6-c058-496c-88bf-33b32ed75606" providerId="ADAL" clId="{600EA3E8-7A88-4898-BA5D-3D768744E8FE}" dt="2024-09-11T09:10:33.167" v="747" actId="478"/>
        <pc:sldMkLst>
          <pc:docMk/>
          <pc:sldMk cId="629533612" sldId="338"/>
        </pc:sldMkLst>
      </pc:sldChg>
      <pc:sldChg chg="addSp delSp modSp mod">
        <pc:chgData name="Cao Lam Tung 20222709" userId="ce9674a6-c058-496c-88bf-33b32ed75606" providerId="ADAL" clId="{600EA3E8-7A88-4898-BA5D-3D768744E8FE}" dt="2024-09-11T09:19:29.738" v="780" actId="20577"/>
        <pc:sldMkLst>
          <pc:docMk/>
          <pc:sldMk cId="3803284696" sldId="339"/>
        </pc:sldMkLst>
      </pc:sldChg>
      <pc:sldChg chg="modSp mod">
        <pc:chgData name="Cao Lam Tung 20222709" userId="ce9674a6-c058-496c-88bf-33b32ed75606" providerId="ADAL" clId="{600EA3E8-7A88-4898-BA5D-3D768744E8FE}" dt="2024-09-11T09:29:28.867" v="782" actId="20577"/>
        <pc:sldMkLst>
          <pc:docMk/>
          <pc:sldMk cId="3904980597" sldId="340"/>
        </pc:sldMkLst>
      </pc:sldChg>
      <pc:sldChg chg="modSp mod">
        <pc:chgData name="Cao Lam Tung 20222709" userId="ce9674a6-c058-496c-88bf-33b32ed75606" providerId="ADAL" clId="{600EA3E8-7A88-4898-BA5D-3D768744E8FE}" dt="2024-09-11T09:29:32.105" v="784" actId="20577"/>
        <pc:sldMkLst>
          <pc:docMk/>
          <pc:sldMk cId="3158382041" sldId="341"/>
        </pc:sldMkLst>
      </pc:sldChg>
      <pc:sldChg chg="modSp">
        <pc:chgData name="Cao Lam Tung 20222709" userId="ce9674a6-c058-496c-88bf-33b32ed75606" providerId="ADAL" clId="{600EA3E8-7A88-4898-BA5D-3D768744E8FE}" dt="2024-09-01T03:10:37.292" v="429" actId="20577"/>
        <pc:sldMkLst>
          <pc:docMk/>
          <pc:sldMk cId="2416454450" sldId="342"/>
        </pc:sldMkLst>
      </pc:sldChg>
      <pc:sldChg chg="modSp mod">
        <pc:chgData name="Cao Lam Tung 20222709" userId="ce9674a6-c058-496c-88bf-33b32ed75606" providerId="ADAL" clId="{600EA3E8-7A88-4898-BA5D-3D768744E8FE}" dt="2024-09-11T09:29:46.710" v="789" actId="20577"/>
        <pc:sldMkLst>
          <pc:docMk/>
          <pc:sldMk cId="18072324" sldId="343"/>
        </pc:sldMkLst>
      </pc:sldChg>
      <pc:sldChg chg="modSp mod">
        <pc:chgData name="Cao Lam Tung 20222709" userId="ce9674a6-c058-496c-88bf-33b32ed75606" providerId="ADAL" clId="{600EA3E8-7A88-4898-BA5D-3D768744E8FE}" dt="2024-09-11T09:29:49.296" v="791" actId="20577"/>
        <pc:sldMkLst>
          <pc:docMk/>
          <pc:sldMk cId="958536204" sldId="344"/>
        </pc:sldMkLst>
      </pc:sldChg>
    </pc:docChg>
  </pc:docChgLst>
  <pc:docChgLst>
    <pc:chgData name="Cao Lam Tung 20222709" userId="ce9674a6-c058-496c-88bf-33b32ed75606" providerId="ADAL" clId="{59C245AA-3E57-4BD3-8E2D-0701251E041C}"/>
    <pc:docChg chg="undo custSel addSld modSld sldOrd">
      <pc:chgData name="Cao Lam Tung 20222709" userId="ce9674a6-c058-496c-88bf-33b32ed75606" providerId="ADAL" clId="{59C245AA-3E57-4BD3-8E2D-0701251E041C}" dt="2024-04-10T14:27:09.552" v="1905" actId="20577"/>
      <pc:docMkLst>
        <pc:docMk/>
      </pc:docMkLst>
      <pc:sldChg chg="addSp delSp modSp mod">
        <pc:chgData name="Cao Lam Tung 20222709" userId="ce9674a6-c058-496c-88bf-33b32ed75606" providerId="ADAL" clId="{59C245AA-3E57-4BD3-8E2D-0701251E041C}" dt="2024-04-02T13:57:11.298" v="51" actId="478"/>
        <pc:sldMkLst>
          <pc:docMk/>
          <pc:sldMk cId="425079733" sldId="256"/>
        </pc:sldMkLst>
      </pc:sldChg>
      <pc:sldChg chg="modSp mod">
        <pc:chgData name="Cao Lam Tung 20222709" userId="ce9674a6-c058-496c-88bf-33b32ed75606" providerId="ADAL" clId="{59C245AA-3E57-4BD3-8E2D-0701251E041C}" dt="2024-04-10T14:01:45.579" v="1895" actId="20577"/>
        <pc:sldMkLst>
          <pc:docMk/>
          <pc:sldMk cId="3629502066" sldId="327"/>
        </pc:sldMkLst>
      </pc:sldChg>
      <pc:sldChg chg="modSp mod">
        <pc:chgData name="Cao Lam Tung 20222709" userId="ce9674a6-c058-496c-88bf-33b32ed75606" providerId="ADAL" clId="{59C245AA-3E57-4BD3-8E2D-0701251E041C}" dt="2024-04-06T03:50:43.762" v="186" actId="14100"/>
        <pc:sldMkLst>
          <pc:docMk/>
          <pc:sldMk cId="960568514" sldId="329"/>
        </pc:sldMkLst>
      </pc:sldChg>
      <pc:sldChg chg="modSp mod">
        <pc:chgData name="Cao Lam Tung 20222709" userId="ce9674a6-c058-496c-88bf-33b32ed75606" providerId="ADAL" clId="{59C245AA-3E57-4BD3-8E2D-0701251E041C}" dt="2024-04-10T14:11:27.784" v="1897" actId="1076"/>
        <pc:sldMkLst>
          <pc:docMk/>
          <pc:sldMk cId="2374838604" sldId="330"/>
        </pc:sldMkLst>
      </pc:sldChg>
      <pc:sldChg chg="ord">
        <pc:chgData name="Cao Lam Tung 20222709" userId="ce9674a6-c058-496c-88bf-33b32ed75606" providerId="ADAL" clId="{59C245AA-3E57-4BD3-8E2D-0701251E041C}" dt="2024-04-10T09:52:50.596" v="1508"/>
        <pc:sldMkLst>
          <pc:docMk/>
          <pc:sldMk cId="3277081014" sldId="331"/>
        </pc:sldMkLst>
      </pc:sldChg>
      <pc:sldChg chg="modSp mod">
        <pc:chgData name="Cao Lam Tung 20222709" userId="ce9674a6-c058-496c-88bf-33b32ed75606" providerId="ADAL" clId="{59C245AA-3E57-4BD3-8E2D-0701251E041C}" dt="2024-04-10T14:12:18.291" v="1898" actId="14100"/>
        <pc:sldMkLst>
          <pc:docMk/>
          <pc:sldMk cId="1778810197" sldId="332"/>
        </pc:sldMkLst>
      </pc:sldChg>
      <pc:sldChg chg="addSp delSp modSp mod">
        <pc:chgData name="Cao Lam Tung 20222709" userId="ce9674a6-c058-496c-88bf-33b32ed75606" providerId="ADAL" clId="{59C245AA-3E57-4BD3-8E2D-0701251E041C}" dt="2024-04-10T13:43:30.660" v="1861" actId="20577"/>
        <pc:sldMkLst>
          <pc:docMk/>
          <pc:sldMk cId="2994529451" sldId="334"/>
        </pc:sldMkLst>
      </pc:sldChg>
      <pc:sldChg chg="modSp">
        <pc:chgData name="Cao Lam Tung 20222709" userId="ce9674a6-c058-496c-88bf-33b32ed75606" providerId="ADAL" clId="{59C245AA-3E57-4BD3-8E2D-0701251E041C}" dt="2024-04-01T14:56:14.318" v="42" actId="20577"/>
        <pc:sldMkLst>
          <pc:docMk/>
          <pc:sldMk cId="154274497" sldId="335"/>
        </pc:sldMkLst>
      </pc:sldChg>
      <pc:sldChg chg="modSp mod">
        <pc:chgData name="Cao Lam Tung 20222709" userId="ce9674a6-c058-496c-88bf-33b32ed75606" providerId="ADAL" clId="{59C245AA-3E57-4BD3-8E2D-0701251E041C}" dt="2024-04-08T14:50:48.468" v="1227" actId="14100"/>
        <pc:sldMkLst>
          <pc:docMk/>
          <pc:sldMk cId="3620825576" sldId="336"/>
        </pc:sldMkLst>
      </pc:sldChg>
      <pc:sldChg chg="modSp mod">
        <pc:chgData name="Cao Lam Tung 20222709" userId="ce9674a6-c058-496c-88bf-33b32ed75606" providerId="ADAL" clId="{59C245AA-3E57-4BD3-8E2D-0701251E041C}" dt="2024-04-01T14:59:40.805" v="45" actId="5793"/>
        <pc:sldMkLst>
          <pc:docMk/>
          <pc:sldMk cId="3520922490" sldId="337"/>
        </pc:sldMkLst>
      </pc:sldChg>
      <pc:sldChg chg="modSp mod">
        <pc:chgData name="Cao Lam Tung 20222709" userId="ce9674a6-c058-496c-88bf-33b32ed75606" providerId="ADAL" clId="{59C245AA-3E57-4BD3-8E2D-0701251E041C}" dt="2024-04-10T14:25:14.371" v="1900" actId="20577"/>
        <pc:sldMkLst>
          <pc:docMk/>
          <pc:sldMk cId="3055845051" sldId="338"/>
        </pc:sldMkLst>
      </pc:sldChg>
      <pc:sldChg chg="modSp mod modNotesTx">
        <pc:chgData name="Cao Lam Tung 20222709" userId="ce9674a6-c058-496c-88bf-33b32ed75606" providerId="ADAL" clId="{59C245AA-3E57-4BD3-8E2D-0701251E041C}" dt="2024-04-10T14:23:26.622" v="1899" actId="20577"/>
        <pc:sldMkLst>
          <pc:docMk/>
          <pc:sldMk cId="3331722372" sldId="340"/>
        </pc:sldMkLst>
      </pc:sldChg>
      <pc:sldChg chg="modSp mod">
        <pc:chgData name="Cao Lam Tung 20222709" userId="ce9674a6-c058-496c-88bf-33b32ed75606" providerId="ADAL" clId="{59C245AA-3E57-4BD3-8E2D-0701251E041C}" dt="2024-04-08T15:05:49.187" v="1299" actId="20577"/>
        <pc:sldMkLst>
          <pc:docMk/>
          <pc:sldMk cId="2381576624" sldId="341"/>
        </pc:sldMkLst>
      </pc:sldChg>
      <pc:sldChg chg="modSp mod">
        <pc:chgData name="Cao Lam Tung 20222709" userId="ce9674a6-c058-496c-88bf-33b32ed75606" providerId="ADAL" clId="{59C245AA-3E57-4BD3-8E2D-0701251E041C}" dt="2024-04-10T14:27:09.552" v="1905" actId="20577"/>
        <pc:sldMkLst>
          <pc:docMk/>
          <pc:sldMk cId="705244559" sldId="344"/>
        </pc:sldMkLst>
      </pc:sldChg>
      <pc:sldChg chg="delSp modSp mod">
        <pc:chgData name="Cao Lam Tung 20222709" userId="ce9674a6-c058-496c-88bf-33b32ed75606" providerId="ADAL" clId="{59C245AA-3E57-4BD3-8E2D-0701251E041C}" dt="2024-04-10T14:26:55.398" v="1904" actId="1076"/>
        <pc:sldMkLst>
          <pc:docMk/>
          <pc:sldMk cId="1478040463" sldId="345"/>
        </pc:sldMkLst>
      </pc:sldChg>
      <pc:sldChg chg="addSp delSp modSp mod">
        <pc:chgData name="Cao Lam Tung 20222709" userId="ce9674a6-c058-496c-88bf-33b32ed75606" providerId="ADAL" clId="{59C245AA-3E57-4BD3-8E2D-0701251E041C}" dt="2024-04-01T14:30:35.444" v="25" actId="1076"/>
        <pc:sldMkLst>
          <pc:docMk/>
          <pc:sldMk cId="960387769" sldId="346"/>
        </pc:sldMkLst>
      </pc:sldChg>
      <pc:sldChg chg="addSp delSp modSp mod">
        <pc:chgData name="Cao Lam Tung 20222709" userId="ce9674a6-c058-496c-88bf-33b32ed75606" providerId="ADAL" clId="{59C245AA-3E57-4BD3-8E2D-0701251E041C}" dt="2024-04-01T14:32:30.889" v="36" actId="1076"/>
        <pc:sldMkLst>
          <pc:docMk/>
          <pc:sldMk cId="395672225" sldId="347"/>
        </pc:sldMkLst>
      </pc:sldChg>
      <pc:sldChg chg="addSp delSp modSp add mod modNotesTx">
        <pc:chgData name="Cao Lam Tung 20222709" userId="ce9674a6-c058-496c-88bf-33b32ed75606" providerId="ADAL" clId="{59C245AA-3E57-4BD3-8E2D-0701251E041C}" dt="2024-04-08T14:44:36.766" v="1226" actId="20577"/>
        <pc:sldMkLst>
          <pc:docMk/>
          <pc:sldMk cId="3366579801" sldId="348"/>
        </pc:sldMkLst>
      </pc:sldChg>
      <pc:sldChg chg="addSp delSp modSp add mod">
        <pc:chgData name="Cao Lam Tung 20222709" userId="ce9674a6-c058-496c-88bf-33b32ed75606" providerId="ADAL" clId="{59C245AA-3E57-4BD3-8E2D-0701251E041C}" dt="2024-04-10T13:59:44.825" v="1891" actId="20577"/>
        <pc:sldMkLst>
          <pc:docMk/>
          <pc:sldMk cId="3961883896" sldId="349"/>
        </pc:sldMkLst>
      </pc:sldChg>
      <pc:sldChg chg="addSp delSp modSp add mod">
        <pc:chgData name="Cao Lam Tung 20222709" userId="ce9674a6-c058-496c-88bf-33b32ed75606" providerId="ADAL" clId="{59C245AA-3E57-4BD3-8E2D-0701251E041C}" dt="2024-04-10T13:45:33.147" v="1887" actId="20577"/>
        <pc:sldMkLst>
          <pc:docMk/>
          <pc:sldMk cId="222181308" sldId="35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5F609B-B55F-A07D-10CA-7D2972295C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A43B17-FA46-C125-D20C-5A4DAAE398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69803-8E01-439A-8EF2-8343EF927035}" type="datetimeFigureOut">
              <a:rPr lang="en-GB" smtClean="0"/>
              <a:t>29/03/2025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5C246-29ED-77E0-BDDB-7AA6805E7E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BDD5A-91D2-0765-6DD2-25C29598C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57474-0C81-451B-9A7B-CFBB443387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00711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03-22T15:08:41.3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5786 11659 0,'0'36'93,"0"-1"-77,0-18 0,0 89-1,0-35 16,0-36-15,0-17-16,0-1 16,0 54-1,0-53-15,0 52 32,17-35-17,-17-17-15,0 53 31,0-18-15,0 17 15,0-35-15,0-17-16,0 53 31,0-18-15,0-36-16,0 1 15,0 52 1,0-52-16,0 35 31,0-35-15,0-1-16,0 18 31,0-17-15,0 0-16,0 17 31,0-17-15,0 52 15,0-35-15,0-17 15</inkml:trace>
  <inkml:trace contextRef="#ctx0" brushRef="#br0" timeOffset="858.31">5627 12912 0,'0'17'78,"17"36"-63,1-35-15,0 35 32,-18-36-1,17 1-16,-17 0-15,18 17 32,0-35-17,-1 0 142,36-88-126,-35 88-31,-18-18 0,53-52 31,-53 52-15,0 0-1,17 18 17,1-17-17,-18-1 1,0 0 15,0-17-31</inkml:trace>
  <inkml:trace contextRef="#ctx0" brushRef="#br0" timeOffset="2400.01">5627 11765 0,'0'-18'94,"17"18"-79,19-35 17,-19 18-17,1-1 63,0 18 63,-1 0-125,1 35-1,0 0 17,-1 1-17,1-1 16,-1-17 1,-17-1 77</inkml:trace>
  <inkml:trace contextRef="#ctx0" brushRef="#br0" timeOffset="34031.18">25171 16933 0</inkml:trace>
  <inkml:trace contextRef="#ctx0" brushRef="#br0" timeOffset="34889.67">25453 17057 0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03-22T15:09:25.2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6738 14570 0,'18'0'78,"35"-18"-62,-36 18-16,1 0 16,0 0-16,-18-18 0,229 1 15,-35 17 1,-177 0-16,1 0 0,0 0 0,-1 0 16,1 0-16,0 0 0,-1 0 0,1 0 0,0 0 0,-1 0 0,1 0 0,0-18 0,246 18 15,-246 0-15,-1 0 0,1 0 0,0 0 16,-1 0-16,1 0 0,0 0 0,-1 0 0,1 0 0,282 0 15,-283 0-15,1 0 0,0 0 0,-1 0 0,1 0 16,0 0-16,211 18 16,-212-18-16,1 17 15,106-17 1,-36 0 0,-71 0-16,1 0 15,17 0 1,-17 0 15,0 0 0,17 0-15,0 0 15,-17-17-15</inkml:trace>
  <inkml:trace contextRef="#ctx0" brushRef="#br0" timeOffset="10280.35">6809 5680 0,'35'0'110,"18"0"-95,-36 0-15,89 35 32,-88-17-17,0 17 16,-1 0-15,1 0 0,-1 1-1,-17-19 17,18 1-17,-18 0 16,0 17-15,0 18 15,-70 0-15,70-36 0,-106 19-1,70-19 16,19 1 1,-71 0-1,52-1-15,19-17-16,17 18 0,-71 0 31,53-18-16,-34 17 17,-19 1-17,-70-18 17,88 0-17,35 0-15,-52 0 31,35 0-15,-1 0 0,-70 0 15,53-35-15,36 35-16,17-18 0,-18 18 0,1-18 15,-54-52 1,53 70-16,-87-71 31,87 36-15,0 35-16,-17-53 31,17 18-15,1-36 15,17 36-16,17-36 17,19 54-17,-36-1-15,53 18 32,35-18-1,-35 18-16,0-17 17,-18 17-1,0 0-15,-17 0 15</inkml:trace>
  <inkml:trace contextRef="#ctx0" brushRef="#br0" timeOffset="35344.68">18927 7479 0,'17'0'31,"54"-18"-15,-54 18-16,1 0 0,0-17 15,-1 17-15,1 0 0,0 0 0,246-36 16,-229 36-16,-17 0 0,17 0 15,-17 0-15,0 0 0,-1 0 0,1 0 0,352-17 16,-334 17-16,-19 0 0,1 0 0,-1 0 16,1 0-16,0 0 0,-1 0 0,1 0 0,0 0 0,-1 0 0,1 0 0,0-18 0,-1 18 0,19 0 0,246-18 15,-247 18-15,-17 0 0,-1 0 0,1 0 16,0 0-16,-1 0 0,1-17 0,-1 17 0,1 0 0,0 0 0,317-18 16,-141 0-1,-176 18-15,-1 0 0,1 0 0,-1 0 16,1 0-16,0 0 0,-1 0 0,177 0 15,-176 0-15,0 0 0,229 0 32,-89 0-1,-87 0-15,35 36 15,0-19-16,-89-17-15,-17 18 0,18-18 0,17 0 16,89 18 0,-107-18 15</inkml:trace>
  <inkml:trace contextRef="#ctx0" brushRef="#br0" timeOffset="64371.68">6703 13229 0,'17'0'109,"-17"-17"-93,18 17-1,0-18 1,-18 0 0,-18 18 124,-35 0-124,35 0 15</inkml:trace>
  <inkml:trace contextRef="#ctx0" brushRef="#br0" timeOffset="65548.82">8043 13935 0,'18'0'234,"0"0"-140</inkml:trace>
  <inkml:trace contextRef="#ctx0" brushRef="#br0" timeOffset="92279.34">12400 11853 0,'53'0'16,"18"0"-1,-54 0-15,1 0 0,0 0 0,299-17 31,-299 17-31,35 0 0,-18-18 0,0 18 0,-17 0 0,17 0 0,-17 0 0,-1 0 0,19 0 0,-19 0 0,1-18 0,17 18 16,-17 0-16,35 0 0,-36 0 0,19 0 0,-19 0 0,19 0 0,-19 0 0,18 0 0,1-17 0,581 17 31,-564 0-31,-35 0 0,17 0 0,-17 0 0,-1 0 0,18 0 0,-17 0 0,17 0 0,-17 0 0,0 0 0,17 0 0,-17 0 0,17 0 0,-17 0 16,17 0-16,-18 0 0,1 0 0,35 0 0,-35 0 0,17 0 0,-17 0 0,-1 0 0,18 0 0,459 17 31,-458-17-31,-19 0 0,1 0 0,0 0 0,-1 0 0,1 0 0,-1 0 0,1 0 0,0 0 0,-1 0 0,1 0 0,335 18 31,-318 0-31,-17-18 0,-1 0 0,1 0 0,0 0 0,-1 0 0,1 0 0,0 0 0,-1 0 0,1 0 0,264 17 32,-264-17-32,-1 0 0,1 0 0,194 0 31,-195 0-31,1 0 0,176 0 16,-176 0-1,-1 0-15,160 0 16,-160 0-1,1 0-15,0 0 0,140-17 32,-158-1-32,18 18 0,0 0 0,140 0 15,-140 0 1,0 0-16,105-18 16,-105 18-1,-1 0-15,107-35 16,-18 0-1,-89 35-15,1-18 16,0 18-16,123-17 16,-124 17-16,1-18 15,70 18 1,-70 0 0,52 0-1,-17-18 1,18 18-1,-54 0 1,89-17 0,-88 17-1,70 0 1,71 0 15,-89 0-15,-52 0-16,0 0 15,17 0 1,-17 0-16,35 0 31,35 0-15,106 0 15,-159 0-15,-35 17-16,35-17 203,36 0-187,-54 0-16,1 0 0</inkml:trace>
  <inkml:trace contextRef="#ctx0" brushRef="#br0" timeOffset="103106.65">6650 11836 0</inkml:trace>
  <inkml:trace contextRef="#ctx0" brushRef="#br0" timeOffset="109327.57">20937 11712 0,'18'0'78,"53"0"-62,-54 0-16,1 0 16,-1 0-16,230 0 15,-229 0 1,0 0-16,-1 0 0,1 0 0,0 0 0,-1 0 0,1 0 0,0 0 0,-1 0 0,1 0 0,52 0 15,283 0 1,-335 0-16,-1 0 16,1 0-16,141 0 15,-142 0 1,1 0-16,106 0 16,-107 0-1,1 0-15,70 0 16,-70 0-1,17 0 1,0 0 15,18 0-15,-35 0 0,70 0-1,-70 0 1,17 0-1,-17 0 32,-1 0-31,1 0 0,-1 0-1,1 0-15,17 0 31,1 0-15,17 0 15,-36 0-15,18-17 15,-17 17-15,17 0 15,1 0-15,-19 0 15</inkml:trace>
  <inkml:trace contextRef="#ctx0" brushRef="#br0" timeOffset="120427.01">5009 7426 0,'0'-18'375,"36"1"-360,34-1 17,-17 0-17,88 1 16,-70-1-15,-54 18-16,125 0 31,34 0 1,-53 18-17,-105-1-15,0-17 0,105 89 31,-70-54-15,-53-17-16,124 87 31,-1-34-15,-17-1 0,-18 19-1,-88-72-15,18 107 31,-18-54-15,0-52-16,-18 105 31,-17-34-15,17-89-16,18 17 0,-88 107 31,70-124-31,-87 123 31,52-70-15,-18-18 0,-52 18-1,123-35-15,-177 17 32,160-35-32,-107 18 31,36-18-16,70 0-15,-193 18 32,193-18-32,-70 0 15,70 0-15,-141-18 32,1-35-1,158 35-31,-18 18 0,0 0 0,-123-70 31,124 52-31,-1 18 0,-141-141 16,142 123-1,-36-123 1,53 124 0,0-1-16,0-88 15,0 71 16</inkml:trace>
  <inkml:trace contextRef="#ctx0" brushRef="#br0" timeOffset="121533.83">4410 8361 0,'-18'0'47,"0"-35"-16,18-1-15,0 19-16,18-54 31,17 18-15,-17 18-1,-18 17 1,18 18 62,17 18-31,0 0-31,-17-1-16,52 36 31,-17-35-15,-35-18-1,0 0 32,17 0-31</inkml:trace>
  <inkml:trace contextRef="#ctx0" brushRef="#br0" timeOffset="127691.73">8079 13935 0</inkml:trace>
  <inkml:trace contextRef="#ctx0" brushRef="#br0" timeOffset="139668.79">22278 12700 0,'70'0'141,"-17"0"-126,-35 0-15,0 0 16,105-35 0,54 17 15,-54 18-16,-105 0 17</inkml:trace>
  <inkml:trace contextRef="#ctx0" brushRef="#br0" timeOffset="140848.6">21167 13617 0,'53'0'47,"-36"0"-31,142 0-1,-141 0 1,-1 0-16,1 0 0,246 0 16,-246 0-1,0 0-15,-1 0 0,1 0 0,105 0 16,-158 0 62,-18 0-62</inkml:trace>
  <inkml:trace contextRef="#ctx0" brushRef="#br0" timeOffset="150294.21">20108 12682 0,'0'-35'62,"71"0"-46,-53 17-16,-1 18 15,1 0-15,-18-17 0,17 17 0,1 0 0,176-106 16,-176 106-16,-1 0 0,-17-18 16,18 18-16,0 0 0,-1-18 0,195-52 15,-194 70-15,-1 0 16,71-35 0,-88 17-16,18 18 15,17-35 32,-17 17-31,17-17 15,-17 17-15,17-17 15,-35 17-16,18 1 17,-18-1-17,17 18 1,1-18 0,-18 1-1,0-1 1,18 0 249,-1 18-249</inkml:trace>
  <inkml:trace contextRef="#ctx0" brushRef="#br0" timeOffset="160903.13">11553 13564 0,'0'36'31,"0"-1"-16,0-18-15,-17 125 32,-1-37-17,18-87-15,0 0 0,-35 282 32,17-300-32,18 17 0,0 1 0,0-1 0,-53 142 31,36-71-16,17 36 17,0-106-17,17-18 17,1-71-32</inkml:trace>
  <inkml:trace contextRef="#ctx0" brushRef="#br0" timeOffset="162264.54">11747 13494 0,'18'17'47,"17"-17"-32,-17 0-15,176 0 31,35 0-15,-193 0-16,-19 0 0,1 0 0,17 0 0,-17 0 0,-1 0 0,1 0 0,0 0 0,17 0 0,-17 0 0,-1 0 0,442 0 31,-406 0-31,-36 0 0,19 0 0,-19 0 0,1 0 0,17 0 0,442-17 32,-460 17-32,18 0 0,-17 0 0,0 0 0,-1 0 0,1 0 0,0 0 0,-1 0 0,424 0 31,-423 0-31,17 0 0,0 0 0,-17 0 0,0 0 0,-1 0 0,565 0 31,-546 0-31,-1 0 0,0 0 0,18 0 0,423 0 16,-440 0-1,-19 0-15,1 0 0,0 0 0,-1 0 0,1 0 0,0 0 0,-1 0 0,1 0 0,17 0 0,-17 0 0,-1 0 0,1 0 0,0 0 0,-1 0 0,1 0 16,0 0-16,-1 0 0,1 0 0,0 0 0,-1 0 0,18 0 0,-17 0 0,0 0 0,-1 0 0,1 0 0,17 0 0,-17 0 0,0 0 0,-1 0 0,1 0 0,-1 0 16,19 0-16,-19 0 0,36 0 0,-35 0 0,0 0 0,475 0 15,-457 0 1,-19 0-16,1 0 0,0-18 0,17 18 0,-17 0 0,-1 0 0,1 0 0,0 0 0,-1 0 0,1 0 0,-1 0 0,1 0 0,0 0 0,-1 0 0,1 0 15,0 0-15,317-35 16,-300 35 0,-17 0-16,299-18 15,-299 18 1,17 0-16,-17-17 0,229 17 16,-230 0-16,1 0 15,0 0-15,158-18 16,-158 18-1,158-18 1,-158 18-16,-1 0 16,1 0-16,0 0 0,281 0 15,-105-17 1,-176 17-16,0 0 0,-1 0 16,1 0-16,158-18 15,-158 18 1,123 0-1,-123 0-15,-1 0 0,72 0 32,-54 0-17,0 0 17,-17 0-32,-1 0 15,107 18 1,-106-18-16,17 0 31,18 17 110,0 1-126,-36-18-15,1 0 16,0 0 31,35 18-32,-36-18-15,1 0 16,123 17 0,-123-17 15,-18 18 78,0-1-93,0 125 0</inkml:trace>
  <inkml:trace contextRef="#ctx0" brushRef="#br0" timeOffset="162624.07">20338 14623 0,'0'35'32</inkml:trace>
  <inkml:trace contextRef="#ctx0" brushRef="#br0" timeOffset="163261.26">20373 13635 0,'0'35'47,"0"36"-31,-18 193 15,18-70-15,0-176-16,0 0 0,-17 17 0,-19 177 31,36-195-31,-17 89 31,17-88-31,0-1 16,0 19 15,0-19-15,0 1 15</inkml:trace>
  <inkml:trace contextRef="#ctx0" brushRef="#br0" timeOffset="184082.74">15081 18133 0,'36'0'31,"34"0"-15,-52 0-16,-1 0 0,1 0 15,0 0-15,352 0 16,-335 0-16,18 0 0,-35 0 0,0-18 16,17 18-16,-18 0 0,1 0 0,17 0 0,-17 0 0,35 0 0,-35 0 0,17 0 0,0 0 0,494 0 15,-476-18-15,0 18 0,-18 0 0,1 0 16,-1 0-16,18 0 0,-18 0 0,0 0 0,1 0 0,-19 0 0,36 0 0,-17 0 0,-1 0 0,0 0 0,0 0 0,-17 0 0,35 0 0,-18 0 0,0 0 0,-17 0 15,17 0-15,18-17 0,-35 17 0,17 0 0,-17 0 0,17 0 0,0 0 0,-17 0 0,17 0 0,1 0 0,-19 0 0,19 0 0,-19 0 0,36 0 0,-35 0 0,17 0 16,-17 0-16,17 0 0,-17 0 0,17 0 0,-18 0 0,1 0 0,17 0 0,-17 0 0,0 0 0,-1 0 0,248 0 16,-247 0-16,-1 0 0,1 0 0,-1 0 15,54 0 1,-89 17 31</inkml:trace>
  <inkml:trace contextRef="#ctx0" brushRef="#br0" timeOffset="195960.63">5662 14887 0,'35'0'62,"18"-17"-46,53-72 15,-35-52 0,-54 18-15,-17 105-1,0 1-15,-35-72 16,17 72 0,-123-19-1,124 36 1,-89 0 15,88 0-31,-52 53 16,52-35-1,18 0-15,-53 176 16,53-177 0,0 1-16,0 88 15,0-89 1,71 1 0,-54-18-1,1 0-15,0 0 0,158 0 16,-158 0-1,-1 0-15,1 0 0</inkml:trace>
  <inkml:trace contextRef="#ctx0" brushRef="#br0" timeOffset="197341.18">5380 13600 0,'17'0'63,"36"0"-48,-35 0-15,158-36 32,-87-17-17,16-35 17,-69 53-17,-36 0 16,0-1-15,0 19-16,0-54 31,-71 1 1,54 70-32,-89-18 15,88 18 1,0 0-16,-211 0 15,211 18 1,1-18-16,-1 0 0,-123 105 16,123-105-1,18 18-15,-70 123 16,70-53 0,0-17 15,35-53-16,-35-1-15,18-17 0,-1 0 16,125 0 0</inkml:trace>
  <inkml:trace contextRef="#ctx0" brushRef="#br0" timeOffset="198858.86">6844 11959 0,'35'0'63,"18"18"-47,-35-18-16,123 0 31,-124 0-16,1 0 1,0 0-16,52-18 31,-52 1-15,0 17-16,-18-18 31,17 0-15,-17 1 15,0-1 78,0-17-77,0 17-17,0-17 1,-17-1 0,17 19-16,-18-36 31,-17 18-16,-54-18 17,19 17-17,70 19-15,-18 17 16,-70-35 0,70 35-1,-87 0 1,87 0-1,-123 0 1,123 0-16,1 0 16,-89 0-1,88 0-15,0 0 16,-34 88 0,52-71-16,0 1 15,0 0-15,0 158 16,0-158-16,0-1 0,0 1 15,52 141 1,-52-142-16,159 36 31</inkml:trace>
  <inkml:trace contextRef="#ctx0" brushRef="#br0" timeOffset="200168.27">7849 13705 0,'53'0'78,"35"0"-63,-70 0-15,53 0 16,-54 0-16,107-35 31,-89-18-15,-17 53-16,-18-17 0,88-72 31,-71 36-15,-17 36-16,18-89 31,0 71-15,-18 17-16,0-70 31,-18 35-16,0 53-15,-70-71 32,35 54-17,0-1 1,-35 0 0,0 1-1,-35 17 1,105 0-16,-176-18 31,159 18-15,-54 18 15,-52 123-15,124-123-1,-36 140 1,88-34 15,-17-107-15,88 54-1,-89-71 1,-17 18-16,18-18 0,105 17 16,-105-17-1,88 18 1</inkml:trace>
  <inkml:trace contextRef="#ctx0" brushRef="#br0" timeOffset="201229.2">22684 17145 0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03-22T15:18:58.3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19791 4674 0,'88'0'79,"106"0"-64,-176 0-15,-1 0 0,19 0 0,-19 0 16,1 0-16,0 0 0,370 0 15,-124 0 1,-211 0-16,-35-17 0,-1 17 0,1 0 0,0 0 0,-1 0 16,1 0-16,0 0 0,17 0 0,459-18 15,-441 18-15,-36 0 0,19 0 0,-19 0 0,1 0 0,35-18 16,-36 18-16,19 0 0,-19 0 0,442 0 16,-389 0-16,-52 0 0,17 0 0,-17 0 0,0 0 0,-1 0 0,36 0 15,-35 0-15,-1 0 0,1 0 0,0 0 0,-1 0 0,19 0 0,246 0 16,-247 18-16,-17-18 0,-1 0 0,1 0 0,17 0 15,230 0 1,-247 0-16,-1 0 0,213-18 31,-160 18-15,-35-17 15,1 17-15,-19 0-16,124 0 31,-70 0-15,-53 0-16</inkml:trace>
  <inkml:trace contextRef="#ctx0" brushRef="#br0" timeOffset="7268.23">3492 6262 0,'0'17'31,"18"-17"47,35 0-62,-35 0-16,-1 0 15,107 0 1,-107 0-1,19 0 1,-19 0 109</inkml:trace>
  <inkml:trace contextRef="#ctx0" brushRef="#br0" timeOffset="8528.04">10989 6262 0,'35'0'31,"-17"0"16,17 0-31,-17 0-1,-1 0 1,19 0 0,-1 0-1,-17 0-15,140 0 32,-87 0-17,-53 0 1,-1 0 31,19 0-32,-1-18 1,-18 18 0</inkml:trace>
  <inkml:trace contextRef="#ctx0" brushRef="#br0" timeOffset="14441.41">3598 6932 0,'53'0'31,"-35"0"-15,123 0-1,-123 0 1,158 0 0,-158 0-1,158 0 1,-158 0 0,52 0-1</inkml:trace>
  <inkml:trace contextRef="#ctx0" brushRef="#br0" timeOffset="15755.83">16457 6826 0,'18'0'109,"123"0"-93,-124 0-16,248 0 31,-194 0-15,-54 0-16,107 0 15,-107 0 1,230 18-1,-229-18 1,52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03-22T15:20:03.1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6791 15663 0,'0'-17'47,"0"-1"-31,-106-53 15,0 36-15,89 18-16,-1 17 0,0 0 15,18-18-15,-211-35 16,175 53-16,-263-18 31,157 18-15,125 0-16,-1 0 0,1 0 0,-1 0 16,0 0-16,-193 0 15,193 18-15,0-18 0,1 0 0,-1 0 16,-247 53-1,248-53-15,-1 18 0,1-18 0,-1 0 0,0 0 16,1 17-16,-1-17 0,-105 88 16,70-35-1,35 36 1,0-89-16,18 17 0,-17 142 31,17-141-31,0-1 0,53 212 31,0-140-15,-53-72-16,70 124 31,-35-70-15,-17-53-16,158 123 31,54-71-15,-213-70-16,1 0 0,0 0 0,-1 0 0,-17 18 0,18-18 0,0 0 0,-1 0 0,1 0 15,229 70 1,-124-34 0,-105-36-16,-1 0 0,213 17 31,-213-17-31,72 0 16,-72 0-16,54-17 15,-1-36 1,-52 53-16,88-88 31,-53 17-15,-36 18-1,19-35 1,17 0 0,52 0-1,-87 70-15,70-106 31,-88 54-15,0-1 0,-70-34-1,70 87-15,-18 18 0,18-18 0,-70-123 32,34 71-17,19 52 16,-19 18 1</inkml:trace>
  <inkml:trace contextRef="#ctx0" brushRef="#br0" timeOffset="4611.2">6473 6579 0,'53'0'47,"212"0"-32,-212 0-15,-35 0 0,34 0 0,-16 0 0,-1 0 0,36 0 16,-19 0-16,-16 0 0,1022 0 16,-934 0-16,-54 0 0,-35 0 0,36-17 0,-1 17 0,1 0 0,-18 0 0,53 0 15,-53-18-15,0 18 0,934-71 16,-916 71-16,-36-17 0,36 17 0,-54 0 0,72 0 0,-54 0 0,0-35 0,36 35 0,1410-53 31,-1392 17-31,-19 36 0,1 0 0,-1 0 0,-17 0 0,18 0 0,17-17 0,-18 17 0,72 0 16,-89 0-16,17 0 0,1024-18 15,-1059 18-15,18 0 0,0 0 0,0 0 0,-18 0 0,36 0 0,-36 0 0,0 0 0,0 0 0,1 0 16,17 0-16,-18 0 0,0 0 0,53 0 0,494 0 16,-546 0-16,-19 0 0,19 0 0,-1 0 0,-17 0 0,17 0 0,18 0 0,-18 0 0,776-18 31,-775 18-31,17 0 0,-18 0 0,0 0 0,-17 0 0,17 0 0,0 0 0,18 0 0,-17 0 0,34 0 15,-52 0-15,529 18 16,-512 0-16,-18-18 0,1 0 0,0 0 0,-1 0 0,1 0 0,0 0 0,35 0 16,-36 0-16,1 0 0,-1 0 0,1 0 0,176 17 15,-159-17-15,406 36 32,-158-19-17,-266-17-15,1 0 0,0 0 0,-1 0 0,1 0 0,-1 0 0,1 18 0,0-18 0,334 35 31,-228-17-15,-18-18 0,-89 0-16,1 0 0,0 0 0,229 17 31,-212-17-31,159 0 31,-159 0-15,-17 0-1,0 0 1,-1 0-16,18 0 16,-17 0-16,88 0 31,-88 0 31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03-22T15:20:45.6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8555 14940 0,'-18'-18'109,"1"-34"-93,-1 52-16,-53-89 31,-17 19-15,88 52-16,-17 18 0,-1 0 0,18-17 0,-18 17 0,-105-89 15,105 72 1,-70-36-1,70 53 1,-105-18 0,105 18-1,-141 18 1,142-1 0,-1-17-16,1 0 0,-142 124 15,141-106-15,1-1 16,-1-17-16,-229 212 15,229-195-15,1 1 16,-1 0-16,-194 229 16,195-230-1,17 1-15,-71 229 16,54-229-16,17-1 16,0 1-16,0 229 15,0-230-15,0 1 0,0 0 0,0-1 16,0 1-16,0 0 0,17 264 15,36-70 1,-35-195-16,-18 1 0,0-1 16,17 1-16,-17 0 0,18-1 0,70 195 15,-88-194-15,18-1 16,17 213 0,-17-213-16,-18 1 15,0 0-15,106 158 16,-18-88-1,-71-70-15,1-1 16,106 72 0,17-37 15,-88-34-15,-36-18-16,1 18 0,-1-18 15,54 35 1,-36-35-1,-17 0 1,0 0 0,-1 0-16,36 0 15,18-18 1,-54 18-16,72-53 16,16-17-1,-16 17 1,-19 0-1,-17 0 1,-18 0 0,-35 18-1,0-18 1,0-17 15,0 52-15,18 18-16,-18-88 31,0 17-15,18 53-16,-18 1 0,0-1 0,17-211 31,-17 211-31,0-105 16,0 105-16,18-105 15,-18 105-15,17-88 16,-17 89-16,0-54 15,0 18 1,18 0 0,0 18-1,-18-18 1,0 35-16,0-17 16,0 0-1,17-18 1,-17-18-1,-17-17 1,17 70-16,-36-52 16,36 52-16,0 1 0,-17 17 0,-36-124 31,18 54-15,35 52-16,-18 0 0,-17-105 31,17 70-16,18 35 1,0 1 15</inkml:trace>
  <inkml:trace contextRef="#ctx0" brushRef="#br0" timeOffset="2397.11">12294 14870 0,'-17'-53'15,"-19"17"1,36 19-16,-88-107 31,18 71-15,70 36-16,-18 17 0,18-18 0,-176-105 31,158 105-31,-229-106 31,35 72-15,177 52-16,17 0 0,18-18 0,-17 18 0,-1 0 0,1 0 0,-319-35 31,319 35-31,-142 0 16,36 0-1,105 0-15,-53 35 16,54-35-16,-177 176 31,70-35-15,107-123-16,-1-18 0,18 18 0,-159 229 31,106-71-15,53-158-16,0-1 0,-35 336 15,35-318 1,0-17-16,0 0 0,0-1 0,0 1 0,0 0 0,-18-18 0,1 282 16,17-265-1,0 19-15,0-19 0,0 1 0,0 0 0,0-1 0,0 1 0,0 0 0,0-1 0,0 230 16,0-212-1,0-17-15,0 0 0,53 282 16,-36-283 0,54 195-1,-71-195 1,0 1-16,123 159 16,-105-160-1,-18 1-15,18-1 0,-1-17 0,142 159 16,-141-159-1,-18 18-15,141 70 16,-124-88 0,142 106-1,35-71 1,-176-17-16,-1-18 16,1 0-16,0 0 0,229 35 15,-212-35 1,-17 0-16,246 0 15,-246 0 1,-1 0-16,1 0 0,0 0 0,211-35 16,-211 35-1,-1 0-15,-17-18 0,18 18 0,88-106 16,-106 89 0,17 17-16,-17-18 0,106-176 15,-88 176 1,-18 1-16,70-230 15,-52 123 1,0 107-16,-18-1 16,0 0-16,35-229 15,-17 247-15,-18-17 16,0-1-16,0 1 0,0-1 0,52-264 16,-52 264-1,0 0-15,0 1 0,0-177 16,0 176-1,18-194 1,-18 195 0,0-1-16,0 0 0,0 1 0,-70-177 15,70 176-15,-18 1 16,-53-160 0,71 160-1,-70-160 1,70 159-16,0-70 31,-18 53-15,18 17-16,-17-35 31,17 36 0,0-18-15,0 17-1,0 0 1,0 1 15,0-1 16,0 0-31,0 1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03-22T15:21:13.7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15822 7937 0,'53'0'47,"88"0"-32,-106 0-15,-17 0 0,458 0 32,-440 0-32,-1 0 0,18 0 0,0 0 0,-36 0 0,19 0 0,-19 0 0,1 0 0,17 0 0,0 0 0,-17 0 0,17 0 0,-17 0 15,17 0-15,1 0 0,-19 0 0,36 0 0,-18 0 0,-17 0 0,17 0 0,1 0 0,881-70 31,-829 70-31,-53 0 0,1 0 0,52 0 0,-53-18 0,18 18 0,882-17 32,-918 17-32,19 0 0,-1 0 0,0 0 0,-17 0 0,17 0 0,18 0 0,-18 0 0,1 0 0,-1 0 0,18 0 0,-36 0 0,19 0 0,-1 0 15,0 0-15,1 0 0,440 0 16,-459 0-16,72 0 0,-72 0 0,19 0 0,-19 0 0,601 17 31,-583-17-31,-18 0 0,19 0 0,-19 0 0,1 0 0,0 0 0,423 0 31,-424 0-31,1 0 0,0 0 0,-1 0 0,1 0 0,-1 0 0,1 18 0,247 0 32,-248-18-32,1 0 0,0 0 0,264 52 15,-265-52 1,1 0-16,247 36 16,-248-36-1,160 0 1,-124 0 15,-18 0 0,35 0 1</inkml:trace>
  <inkml:trace contextRef="#ctx0" brushRef="#br0" timeOffset="16064">20232 13353 0,'17'0'78,"72"0"-62,-72 0-16,19 0 15,246 0 1,-265 0-16,1 0 0,0 0 0,-1 0 0,1 0 15,282 35 1,-283-35-16,1 0 0,141 0 31,-142 0-31,195 18 32,-53-1-17,-141-17-15,158 0 31,-141 0-15,-17 0 0,-1 0-1,1 0 1,17 0 0,-17 0-16,0 0 15,-1 0-15,36 0 31,0 0-15,0 0 0,-18 0-1,1 0 1,-19 0 0,1 0-1,141 0 16,-36 0-15,-105 0-16,52 0 31,-52 0 16</inkml:trace>
  <inkml:trace contextRef="#ctx0" brushRef="#br0" timeOffset="26733.23">18609 10125 0,'106'35'31,"-71"-17"-16,-17-18-15,-1 0 0,301 53 16,-300-53 0,-1 0-16,18 0 0,-17 0 0,300 0 15,-283 0 1,-17 0-16,-1 0 0,1 0 0,-1 0 0,1-18 0,158-53 16,-158 54-1,106-124 1,-124 123-1,105-141 1,-87 159-16,-18-17 16,71-125-1,-54 125 1,54-124 0,-36 53-1,-17 70-15,-1-106 31,-17 54-15,0 52 0,-105-88-1,105 89-15,-89-19 16,72 36-16,17-17 0,-18 17 0,-176-71 31,35 36-15,142 35-16,-19 0 15,-299-53 1,282 53 0,36-18-16,-1 18 0,0 0 0,-264-35 15,123 35 1,142 0-16,-1 0 0,0 0 16,1 0-16,-142 0 15,89 0 1,34 0-1,1 18 1,17-1 0,-17 19-1,17-19-15,-70 54 32,18-18-17,52-53-15,-123 70 31,106-17-15,-1-17 0,36-1-1,0-18-15,-35 72 32,35-19-17,0-52-15,0 52 16,0-52-16,106 141 31,-53-106-15,-36-36-16,72 89 31,-36-71-15,-53-17-16,123 70 31,-52-35-16,-1 0 1,-35-18 0,1-17-1,-1 0 1,36 17 0,-19-17-1,19-1 1,-36 1-1,1 0 1</inkml:trace>
  <inkml:trace contextRef="#ctx0" brushRef="#br0" timeOffset="36972.87">21131 10054 0,'18'0'0,"-18"18"0,106 17 16,-89-35 0,160 0-1,-159 0 1,-1 0-16,248-35 15,-248 17 1,1 18-16,17 0 0,142-88 16,-142 0-1,-17 52 1,-18-193 0,0 212-16,0-1 15,-106-229 1,106 229-16,-18 1 15,0 17-15,18-18 0,-194-141 16,177 142-16,-1 17 0,18-18 16,-247-105-1,230 105-15,-1 18 0,0-18 16,1 18-16,-1 0 0,-211-35 16,105 17-1,107 18-15,-1 0 16,-35 18-1,35-18-15,18 18 16,-17 140 0,17-17-1,0-123-15,0 0 16,0 229 0,0-230-16,17 1 15,142 158 1,-159-158-16,18-18 0,-1 18 15,1-18-15,17 35 0</inkml:trace>
  <inkml:trace contextRef="#ctx0" brushRef="#br0" timeOffset="38196.4">19650 11430 0,'35'18'31,"53"-1"-15,-70 1-16,229 0 31,-230-18-31,1 0 0,229 0 31,-229 0-31,70-36 16,0-52 0,-70 70-16,-1 18 0,89-158 31,-88 140-31,52-194 31,-52 89-15,-18 105-16,0-211 31,-71 88-15,-17 53-1,-18 17 1,106 53-16,-17 18 0,-195-70 31,53 35-15,142 35-16,-1 0 0,0 0 0,-158 0 31,105 17-15,1 19 15,17-19-16,0 18 1,0 36 0,0 0-1,-17 34 1,34-34 0,1 17-1,17 53 16,18-88-15,0-35-16,36 35 16,-1 0-1,-17-36-15,-1 36 16,19 0 0,87 71 15,-52-71-16,-71-36-15,35 18 16,0 1 0,-35-19 15,53 1 0</inkml:trace>
  <inkml:trace contextRef="#ctx0" brushRef="#br0" timeOffset="51084.3">24642 15963 0</inkml:trace>
  <inkml:trace contextRef="#ctx0" brushRef="#br0" timeOffset="51847.49">24642 15963 0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03-22T15:22:51.4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2381 5609 0,'18'0'78,"123"0"-62,-123 0-16,17 0 0,-17 0 0,-1 0 0,354 0 31,-354 0-31,1 0 0,0 0 0,-1 0 0,336 0 31,-177 0-15,-140 0-16,-19 0 0,442 0 31,-442 0-31,1 0 0,0 0 0,-1 0 0,36 0 0,-35 0 0,0 0 0,-1 0 0,1 0 0,0 0 16,-1 0-16,1 0 0,-1 0 0,1 0 0,176 18 15,-176-18-15,-1 0 0,1 0 0,176 17 31,-141-17-15,-35 0-16,158 0 31,-105 0-15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E1D244-FD28-4770-BAA8-BC78F887939F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2663" y="1243013"/>
            <a:ext cx="4832350" cy="3346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F491F-38FF-4C0B-9F2E-A8B25753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21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3C60B-3EBD-7605-9768-43A5212DC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4B7DFC-0A57-58C9-E8AE-204936637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3B31E2-D1AB-C76C-18CF-04529BCFB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1A465-8781-B26E-4EF8-5ED6BA9F2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285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92CFF-8087-F60B-BE06-57A62297B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079E83-80D3-71BF-AD9C-FC6B07A1C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8910F6-E572-CB7D-EC9F-2A80310DB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557FF-79C6-7653-B49A-B5E87AC34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61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1AB38-17D5-0596-1217-559271BE5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542BAD-093D-F3E8-ECCE-D1D0BC6612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AF08F-63EE-986A-AC5B-274DE40B2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7DD2F-4575-4D41-D729-3C925B72F0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62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A586D-AF0D-8F02-2952-55C34FB97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EF7097-B040-B6AC-766A-BCF2FD885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B66DBE-96BC-222C-201D-944BA453E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2A001-CC6B-0343-7E12-539C9B8CE7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15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E5BCC-45DF-0B7F-D73F-67E4605C3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F622A-8D0F-3081-06F0-BD9A66B6F0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97F77-E334-BCEA-91A7-A96285A98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5E746-89FC-EDC0-651C-D52206C89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227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C0642-C0B6-0F15-A361-F88CFAF7E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201946-BCC5-DC7E-3117-855C69335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527EA0-89D8-24A0-ECF1-E9433883B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0C55D-8954-419D-DF9E-66C6BBCE1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478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16D78-C9B6-B0B3-5C40-6A5A70FCC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CD5129-BCE5-A945-34A9-BA31CB269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FEDCD5-3B3E-2E2A-C00D-5369F279B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3F048-3B87-6107-D5B6-CC872C1B0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4864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E03D1-F469-2574-8330-3CC6A2324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A40AC4-6DDF-980B-C699-0AE3A832D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3856F-56DA-DCC4-C5B9-DB9D7BA8F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AF504-A4E2-368E-F9B5-71A2A10C0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8595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50AB0-98A8-3027-D309-063E167C6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FC34EE-9307-F224-CB8C-55092DFB2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E4AC73-477F-D1B8-14BF-75042A432A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AC683-E378-36C2-FC28-ECF98D4717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6503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1A205-6A31-D0C6-3D04-6315B15F7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76833-6A7E-D526-692B-AA34D86B4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38A10F-5FFA-83F4-5E9D-A23CD2D83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DB200-F6F4-CA98-CEB5-2F33886D93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404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1AC71-1C9B-3D5F-BD17-6A1034C03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4229E8-86D0-5FAB-0257-01F3958E2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BFA8F-3EED-E467-1060-71BAA0EE6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b="1" dirty="0"/>
              <a:t>a=0.0261a = 0.0261a=0.0261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tin </a:t>
            </a:r>
            <a:r>
              <a:rPr lang="en-US" dirty="0" err="1"/>
              <a:t>cậy</a:t>
            </a:r>
            <a:r>
              <a:rPr lang="en-US" dirty="0"/>
              <a:t> </a:t>
            </a:r>
            <a:r>
              <a:rPr lang="en-US" b="1" dirty="0"/>
              <a:t>[0.0182, 0.0341]</a:t>
            </a:r>
            <a:r>
              <a:rPr lang="en-US" dirty="0"/>
              <a:t>,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aaa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b="1" dirty="0"/>
              <a:t>95% </a:t>
            </a:r>
            <a:r>
              <a:rPr lang="en-US" b="1" dirty="0" err="1"/>
              <a:t>khả</a:t>
            </a:r>
            <a:r>
              <a:rPr lang="en-US" b="1" dirty="0"/>
              <a:t> </a:t>
            </a:r>
            <a:r>
              <a:rPr lang="en-US" b="1" dirty="0" err="1"/>
              <a:t>năng</a:t>
            </a:r>
            <a:r>
              <a:rPr lang="en-US" b="1" dirty="0"/>
              <a:t> </a:t>
            </a:r>
            <a:r>
              <a:rPr lang="en-US" b="1" dirty="0" err="1"/>
              <a:t>nằm</a:t>
            </a:r>
            <a:r>
              <a:rPr lang="en-US" b="1" dirty="0"/>
              <a:t> </a:t>
            </a:r>
            <a:r>
              <a:rPr lang="en-US" b="1" dirty="0" err="1"/>
              <a:t>trong</a:t>
            </a:r>
            <a:r>
              <a:rPr lang="en-US" b="1" dirty="0"/>
              <a:t> </a:t>
            </a:r>
            <a:r>
              <a:rPr lang="en-US" b="1" dirty="0" err="1"/>
              <a:t>khoảng</a:t>
            </a:r>
            <a:r>
              <a:rPr lang="en-US" b="1" dirty="0"/>
              <a:t> </a:t>
            </a:r>
            <a:r>
              <a:rPr lang="en-US" b="1" dirty="0" err="1"/>
              <a:t>này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tin </a:t>
            </a:r>
            <a:r>
              <a:rPr lang="en-US" dirty="0" err="1"/>
              <a:t>cậy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b="1" dirty="0" err="1"/>
              <a:t>hẹp</a:t>
            </a:r>
            <a:r>
              <a:rPr lang="en-US" dirty="0"/>
              <a:t>,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fitting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3947A-8833-C113-118B-E14C6AADD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861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3B88E-BD6C-4C97-EEBF-AA0301D93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89E79-58DF-7256-36BE-893E106A9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92EB2-C249-4527-6C70-EE587CEDA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D2E4C-51B3-943F-7585-2E6B7F0DD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4677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2E639-AD9D-9CC9-701E-3DE8B8AC0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D7897A-B4B9-67C1-A862-E5F509A28E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E4003C-74E1-98B1-167B-DD5377224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26035-5E69-389D-BC91-F5575DA5CC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40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 bwMode="hidden">
          <a:xfrm>
            <a:off x="-1" y="0"/>
            <a:ext cx="9906002" cy="6858000"/>
            <a:chOff x="-1" y="0"/>
            <a:chExt cx="12192002" cy="6858000"/>
          </a:xfrm>
        </p:grpSpPr>
        <p:cxnSp>
          <p:nvCxnSpPr>
            <p:cNvPr id="18" name="Straight Connector 1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52" name="Straight Connector 5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Group 5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3" name="Straight Connector 6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8" name="Straight Connector 5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6" name="Straight Connector 3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" name="Group 4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7" name="Straight Connector 4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2" name="Straight Connector 4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597" y="1890366"/>
            <a:ext cx="8914946" cy="2709774"/>
          </a:xfrm>
        </p:spPr>
        <p:txBody>
          <a:bodyPr anchor="ctr"/>
          <a:lstStyle>
            <a:lvl1pPr algn="ctr"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  <a:latin typeface="Dosis ExtraBold" pitchFamily="2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5597" y="4744714"/>
            <a:ext cx="3617571" cy="1753089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3" name="Pentagon 12"/>
          <p:cNvSpPr/>
          <p:nvPr/>
        </p:nvSpPr>
        <p:spPr>
          <a:xfrm>
            <a:off x="1" y="543"/>
            <a:ext cx="1764770" cy="765195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Dosis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7D3501-5DF6-029A-CD59-0C6F6CFB40F1}"/>
              </a:ext>
            </a:extLst>
          </p:cNvPr>
          <p:cNvGrpSpPr/>
          <p:nvPr userDrawn="1"/>
        </p:nvGrpSpPr>
        <p:grpSpPr>
          <a:xfrm>
            <a:off x="2425148" y="201033"/>
            <a:ext cx="7141731" cy="946077"/>
            <a:chOff x="2276474" y="99057"/>
            <a:chExt cx="6391089" cy="6692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34A61AE-4D8B-5C5C-73F4-747601782A95}"/>
                </a:ext>
              </a:extLst>
            </p:cNvPr>
            <p:cNvSpPr txBox="1"/>
            <p:nvPr userDrawn="1"/>
          </p:nvSpPr>
          <p:spPr>
            <a:xfrm>
              <a:off x="2276474" y="99057"/>
              <a:ext cx="6391089" cy="387662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 ExtraBold" pitchFamily="2" charset="0"/>
                  <a:cs typeface="Lato Black" panose="020F0A02020204030203" pitchFamily="34" charset="0"/>
                </a:rPr>
                <a:t>Electric Vehicle Supply Equipment Laboratory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02143D-35F6-E9E4-E61C-DF061DA20CC4}"/>
                </a:ext>
              </a:extLst>
            </p:cNvPr>
            <p:cNvSpPr txBox="1"/>
            <p:nvPr userDrawn="1"/>
          </p:nvSpPr>
          <p:spPr>
            <a:xfrm>
              <a:off x="2276474" y="563153"/>
              <a:ext cx="6391089" cy="205195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C1B,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Đại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học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Bách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Khoa Hà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Nội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–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tel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: 0963441242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DDF2ECF-CE97-3838-BE8C-F2DE5BF553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</a:blip>
          <a:srcRect t="13822" r="8049" b="20445"/>
          <a:stretch/>
        </p:blipFill>
        <p:spPr>
          <a:xfrm>
            <a:off x="6310240" y="5051904"/>
            <a:ext cx="3100460" cy="1753089"/>
          </a:xfrm>
          <a:prstGeom prst="rect">
            <a:avLst/>
          </a:prstGeo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B89F6C4C-F7A4-0677-3851-DD45029DAC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26" y="93337"/>
            <a:ext cx="1919857" cy="118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2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7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750" y="872455"/>
            <a:ext cx="9163050" cy="549353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  <a:lvl2pPr>
              <a:defRPr sz="36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2pPr>
            <a:lvl3pPr>
              <a:spcBef>
                <a:spcPts val="0"/>
              </a:spcBef>
              <a:spcAft>
                <a:spcPts val="1200"/>
              </a:spcAft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3pPr>
            <a:lvl4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4pPr>
            <a:lvl5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6570787"/>
            <a:ext cx="9906000" cy="287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endParaRPr lang="en-US" sz="3600">
              <a:solidFill>
                <a:schemeClr val="tx1">
                  <a:lumMod val="75000"/>
                  <a:lumOff val="25000"/>
                </a:schemeClr>
              </a:solidFill>
              <a:latin typeface="Dosis" pitchFamily="2" charset="0"/>
              <a:ea typeface="Asana" panose="02000603000000000000" pitchFamily="2" charset="0"/>
              <a:cs typeface="Lato" panose="020F0502020204030203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</a:lstStyle>
          <a:p>
            <a:fld id="{4CDACB4C-8576-42BD-A1CF-557C555A32CD}" type="datetime1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</a:lstStyle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</a:lstStyle>
          <a:p>
            <a:fld id="{6FC7B32C-BCDB-467B-AAD1-D0D29C12FD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761877"/>
            <a:ext cx="9906000" cy="0"/>
          </a:xfrm>
          <a:prstGeom prst="line">
            <a:avLst/>
          </a:prstGeom>
          <a:ln w="161290"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entagon 34">
            <a:extLst>
              <a:ext uri="{FF2B5EF4-FFF2-40B4-BE49-F238E27FC236}">
                <a16:creationId xmlns:a16="http://schemas.microsoft.com/office/drawing/2014/main" id="{A304340F-8DFF-4AB2-A40A-65680CCCC2A3}"/>
              </a:ext>
            </a:extLst>
          </p:cNvPr>
          <p:cNvSpPr/>
          <p:nvPr userDrawn="1"/>
        </p:nvSpPr>
        <p:spPr>
          <a:xfrm>
            <a:off x="1" y="0"/>
            <a:ext cx="9905999" cy="666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Dosis" pitchFamily="2" charset="0"/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3D07F2A2-C0A2-B481-673B-2559D4D75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7" y="99095"/>
            <a:ext cx="9766931" cy="548731"/>
          </a:xfrm>
        </p:spPr>
        <p:txBody>
          <a:bodyPr>
            <a:noAutofit/>
          </a:bodyPr>
          <a:lstStyle>
            <a:lvl1pPr algn="ctr">
              <a:defRPr sz="4000" b="0">
                <a:solidFill>
                  <a:schemeClr val="tx1">
                    <a:lumMod val="85000"/>
                    <a:lumOff val="15000"/>
                  </a:schemeClr>
                </a:solidFill>
                <a:latin typeface="Dosis ExtraBold" pitchFamily="2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359FCEE-08D4-F3CD-A046-CE7160FCCC8B}"/>
              </a:ext>
            </a:extLst>
          </p:cNvPr>
          <p:cNvCxnSpPr/>
          <p:nvPr userDrawn="1"/>
        </p:nvCxnSpPr>
        <p:spPr>
          <a:xfrm>
            <a:off x="0" y="6460990"/>
            <a:ext cx="9906000" cy="0"/>
          </a:xfrm>
          <a:prstGeom prst="line">
            <a:avLst/>
          </a:prstGeom>
          <a:ln w="64516">
            <a:gradFill flip="none" rotWithShape="1">
              <a:gsLst>
                <a:gs pos="50000">
                  <a:schemeClr val="bg1">
                    <a:lumMod val="85000"/>
                  </a:schemeClr>
                </a:gs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E4AFCD61-5E35-E6B8-23E3-7A57B3CEAB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50" y="99095"/>
            <a:ext cx="889256" cy="54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191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entagon 34">
            <a:extLst>
              <a:ext uri="{FF2B5EF4-FFF2-40B4-BE49-F238E27FC236}">
                <a16:creationId xmlns:a16="http://schemas.microsoft.com/office/drawing/2014/main" id="{C49DF1B1-6F22-1FA9-363C-0874B083CF80}"/>
              </a:ext>
            </a:extLst>
          </p:cNvPr>
          <p:cNvSpPr/>
          <p:nvPr userDrawn="1"/>
        </p:nvSpPr>
        <p:spPr>
          <a:xfrm>
            <a:off x="1" y="-1"/>
            <a:ext cx="9905999" cy="841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1600" indent="0" algn="ctr"/>
            <a:endParaRPr lang="en-US" sz="2800">
              <a:solidFill>
                <a:srgbClr val="003600"/>
              </a:solidFill>
              <a:latin typeface="Dosis" pitchFamily="2" charset="0"/>
              <a:cs typeface="Lato Black" panose="020F0A0202020403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  <a:noFill/>
        </p:spPr>
        <p:txBody>
          <a:bodyPr anchor="b">
            <a:normAutofit/>
          </a:bodyPr>
          <a:lstStyle>
            <a:lvl1pPr algn="r">
              <a:defRPr sz="5400">
                <a:solidFill>
                  <a:schemeClr val="tx1">
                    <a:lumMod val="95000"/>
                    <a:lumOff val="5000"/>
                  </a:schemeClr>
                </a:solidFill>
                <a:latin typeface="Dosis ExtraBold" pitchFamily="2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6793EBA4-575F-EF45-9BFA-5DA97F2E2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26" y="93337"/>
            <a:ext cx="1919857" cy="118468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698A9-839C-FEF5-73A1-CDD184341F98}"/>
              </a:ext>
            </a:extLst>
          </p:cNvPr>
          <p:cNvGrpSpPr/>
          <p:nvPr userDrawn="1"/>
        </p:nvGrpSpPr>
        <p:grpSpPr>
          <a:xfrm>
            <a:off x="2425148" y="201033"/>
            <a:ext cx="7141731" cy="946077"/>
            <a:chOff x="2276474" y="99057"/>
            <a:chExt cx="6391089" cy="6692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969E7E-4D8D-2521-E18E-2B53FAA2E84A}"/>
                </a:ext>
              </a:extLst>
            </p:cNvPr>
            <p:cNvSpPr txBox="1"/>
            <p:nvPr userDrawn="1"/>
          </p:nvSpPr>
          <p:spPr>
            <a:xfrm>
              <a:off x="2276474" y="99057"/>
              <a:ext cx="6391089" cy="387662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 ExtraBold" pitchFamily="2" charset="0"/>
                  <a:cs typeface="Lato Black" panose="020F0A02020204030203" pitchFamily="34" charset="0"/>
                </a:rPr>
                <a:t>Electric Vehicle Supply Equipment Laboratory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6EC54A9-7E48-5CD8-B7B5-46412D6E4831}"/>
                </a:ext>
              </a:extLst>
            </p:cNvPr>
            <p:cNvSpPr txBox="1"/>
            <p:nvPr userDrawn="1"/>
          </p:nvSpPr>
          <p:spPr>
            <a:xfrm>
              <a:off x="2276474" y="563153"/>
              <a:ext cx="6391089" cy="205195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C1B,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Đại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học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Bách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Khoa Hà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Nội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–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tel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: 0963441242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3729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7" y="1825625"/>
            <a:ext cx="4189413" cy="4351338"/>
          </a:xfrm>
        </p:spPr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  <a:lvl2pPr>
              <a:defRPr>
                <a:latin typeface="Dosis" pitchFamily="2" charset="0"/>
                <a:ea typeface="Asana" panose="02000603000000000000" pitchFamily="2" charset="0"/>
              </a:defRPr>
            </a:lvl2pPr>
            <a:lvl3pPr>
              <a:defRPr>
                <a:latin typeface="Dosis" pitchFamily="2" charset="0"/>
                <a:ea typeface="Asana" panose="02000603000000000000" pitchFamily="2" charset="0"/>
              </a:defRPr>
            </a:lvl3pPr>
            <a:lvl4pPr>
              <a:defRPr>
                <a:latin typeface="Dosis" pitchFamily="2" charset="0"/>
                <a:ea typeface="Asana" panose="02000603000000000000" pitchFamily="2" charset="0"/>
              </a:defRPr>
            </a:lvl4pPr>
            <a:lvl5pPr>
              <a:defRPr>
                <a:latin typeface="Dosis" pitchFamily="2" charset="0"/>
                <a:ea typeface="Asana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825625"/>
            <a:ext cx="4189413" cy="4351338"/>
          </a:xfrm>
        </p:spPr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  <a:lvl2pPr>
              <a:defRPr>
                <a:latin typeface="Dosis" pitchFamily="2" charset="0"/>
                <a:ea typeface="Asana" panose="02000603000000000000" pitchFamily="2" charset="0"/>
              </a:defRPr>
            </a:lvl2pPr>
            <a:lvl3pPr>
              <a:defRPr>
                <a:latin typeface="Dosis" pitchFamily="2" charset="0"/>
                <a:ea typeface="Asana" panose="02000603000000000000" pitchFamily="2" charset="0"/>
              </a:defRPr>
            </a:lvl3pPr>
            <a:lvl4pPr>
              <a:defRPr>
                <a:latin typeface="Dosis" pitchFamily="2" charset="0"/>
                <a:ea typeface="Asana" panose="02000603000000000000" pitchFamily="2" charset="0"/>
              </a:defRPr>
            </a:lvl4pPr>
            <a:lvl5pPr>
              <a:defRPr>
                <a:latin typeface="Dosis" pitchFamily="2" charset="0"/>
                <a:ea typeface="Asana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fld id="{8486AEFA-A6B3-4308-BB6F-8F14B94AB78D}" type="datetime1">
              <a:rPr lang="en-US" smtClean="0"/>
              <a:t>3/29/2025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r>
              <a:rPr lang="en-US"/>
              <a:t>EVSELab brief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fld id="{6FC7B32C-BCDB-467B-AAD1-D0D29C12FD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00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759" y="1681163"/>
            <a:ext cx="41911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759" y="2505075"/>
            <a:ext cx="41911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77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77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0D2C7-3A3E-4B56-A242-025A9BBF22A6}" type="datetime1">
              <a:rPr lang="en-US" smtClean="0"/>
              <a:t>3/29/2025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21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AC71-9848-405B-9B91-B93C22A55D1B}" type="datetime1">
              <a:rPr lang="en-US" smtClean="0"/>
              <a:t>3/29/2025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4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8E4F-76C1-4D35-A79B-A1015E85895A}" type="datetime1">
              <a:rPr lang="en-US" smtClean="0"/>
              <a:t>3/29/2025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80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9" y="457200"/>
            <a:ext cx="31953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770" y="987428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759" y="2057400"/>
            <a:ext cx="31953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AA2D-9D1F-4CB2-9106-8A6C2678C1D1}" type="datetime1">
              <a:rPr lang="en-US" smtClean="0"/>
              <a:t>3/29/2025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8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9" y="457200"/>
            <a:ext cx="31953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1770" y="987428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759" y="2057400"/>
            <a:ext cx="31953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6C926-791A-477A-B2A2-9226E1CB11C1}" type="datetime1">
              <a:rPr lang="en-US" smtClean="0"/>
              <a:t>3/29/2025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DEDCC-E10C-4C4B-B8FB-8C75F28E78C3}" type="datetime1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84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3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9" y="365125"/>
            <a:ext cx="624284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940C4-A1F9-4C45-8027-9FEC331E6005}" type="datetime1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4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6B1036F8-06E0-4557-8645-2D4F4EB94467}" type="datetime1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98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sana" panose="0200060300000000000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sana" panose="0200060300000000000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sana" panose="0200060300000000000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sana" panose="0200060300000000000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9.png"/><Relationship Id="rId18" Type="http://schemas.openxmlformats.org/officeDocument/2006/relationships/image" Target="../media/image20.png"/><Relationship Id="rId3" Type="http://schemas.openxmlformats.org/officeDocument/2006/relationships/image" Target="../media/image3.png"/><Relationship Id="rId21" Type="http://schemas.openxmlformats.org/officeDocument/2006/relationships/image" Target="../media/image5.png"/><Relationship Id="rId7" Type="http://schemas.openxmlformats.org/officeDocument/2006/relationships/image" Target="../media/image130.png"/><Relationship Id="rId12" Type="http://schemas.openxmlformats.org/officeDocument/2006/relationships/image" Target="../media/image18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openxmlformats.org/officeDocument/2006/relationships/image" Target="../media/image16.png"/><Relationship Id="rId19" Type="http://schemas.openxmlformats.org/officeDocument/2006/relationships/image" Target="../media/image21.png"/><Relationship Id="rId4" Type="http://schemas.openxmlformats.org/officeDocument/2006/relationships/image" Target="../media/image10.png"/><Relationship Id="rId9" Type="http://schemas.openxmlformats.org/officeDocument/2006/relationships/image" Target="../media/image150.pn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9.png"/><Relationship Id="rId18" Type="http://schemas.openxmlformats.org/officeDocument/2006/relationships/image" Target="../media/image20.png"/><Relationship Id="rId3" Type="http://schemas.openxmlformats.org/officeDocument/2006/relationships/image" Target="../media/image6.png"/><Relationship Id="rId21" Type="http://schemas.openxmlformats.org/officeDocument/2006/relationships/image" Target="../media/image29.png"/><Relationship Id="rId7" Type="http://schemas.openxmlformats.org/officeDocument/2006/relationships/image" Target="../media/image130.png"/><Relationship Id="rId12" Type="http://schemas.openxmlformats.org/officeDocument/2006/relationships/image" Target="../media/image18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7.png"/><Relationship Id="rId15" Type="http://schemas.openxmlformats.org/officeDocument/2006/relationships/image" Target="../media/image25.png"/><Relationship Id="rId23" Type="http://schemas.openxmlformats.org/officeDocument/2006/relationships/image" Target="../media/image30.png"/><Relationship Id="rId10" Type="http://schemas.openxmlformats.org/officeDocument/2006/relationships/image" Target="../media/image16.png"/><Relationship Id="rId19" Type="http://schemas.openxmlformats.org/officeDocument/2006/relationships/image" Target="../media/image27.png"/><Relationship Id="rId4" Type="http://schemas.openxmlformats.org/officeDocument/2006/relationships/image" Target="../media/image4.png"/><Relationship Id="rId9" Type="http://schemas.openxmlformats.org/officeDocument/2006/relationships/image" Target="../media/image150.png"/><Relationship Id="rId14" Type="http://schemas.openxmlformats.org/officeDocument/2006/relationships/image" Target="../media/image12.png"/><Relationship Id="rId2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8" Type="http://schemas.openxmlformats.org/officeDocument/2006/relationships/image" Target="../media/image17.png"/><Relationship Id="rId26" Type="http://schemas.openxmlformats.org/officeDocument/2006/relationships/image" Target="../media/image23.png"/><Relationship Id="rId3" Type="http://schemas.openxmlformats.org/officeDocument/2006/relationships/image" Target="../media/image31.png"/><Relationship Id="rId21" Type="http://schemas.openxmlformats.org/officeDocument/2006/relationships/image" Target="../media/image37.png"/><Relationship Id="rId7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0.png"/><Relationship Id="rId20" Type="http://schemas.openxmlformats.org/officeDocument/2006/relationships/image" Target="../media/image19.png"/><Relationship Id="rId29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24" Type="http://schemas.openxmlformats.org/officeDocument/2006/relationships/image" Target="../media/image26.png"/><Relationship Id="rId5" Type="http://schemas.openxmlformats.org/officeDocument/2006/relationships/image" Target="../media/image8.png"/><Relationship Id="rId15" Type="http://schemas.openxmlformats.org/officeDocument/2006/relationships/image" Target="../media/image130.png"/><Relationship Id="rId23" Type="http://schemas.openxmlformats.org/officeDocument/2006/relationships/image" Target="../media/image39.png"/><Relationship Id="rId28" Type="http://schemas.openxmlformats.org/officeDocument/2006/relationships/image" Target="../media/image24.png"/><Relationship Id="rId19" Type="http://schemas.openxmlformats.org/officeDocument/2006/relationships/image" Target="../media/image18.png"/><Relationship Id="rId4" Type="http://schemas.openxmlformats.org/officeDocument/2006/relationships/image" Target="../media/image7.png"/><Relationship Id="rId9" Type="http://schemas.openxmlformats.org/officeDocument/2006/relationships/image" Target="../media/image150.png"/><Relationship Id="rId22" Type="http://schemas.openxmlformats.org/officeDocument/2006/relationships/image" Target="../media/image38.png"/><Relationship Id="rId27" Type="http://schemas.openxmlformats.org/officeDocument/2006/relationships/image" Target="../media/image3.png"/><Relationship Id="rId30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8" Type="http://schemas.openxmlformats.org/officeDocument/2006/relationships/image" Target="../media/image18.png"/><Relationship Id="rId26" Type="http://schemas.openxmlformats.org/officeDocument/2006/relationships/image" Target="../media/image34.png"/><Relationship Id="rId3" Type="http://schemas.openxmlformats.org/officeDocument/2006/relationships/image" Target="../media/image31.png"/><Relationship Id="rId17" Type="http://schemas.openxmlformats.org/officeDocument/2006/relationships/image" Target="../media/image17.png"/><Relationship Id="rId25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.png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20.png"/><Relationship Id="rId5" Type="http://schemas.openxmlformats.org/officeDocument/2006/relationships/image" Target="../media/image4.png"/><Relationship Id="rId15" Type="http://schemas.openxmlformats.org/officeDocument/2006/relationships/image" Target="../media/image130.png"/><Relationship Id="rId23" Type="http://schemas.openxmlformats.org/officeDocument/2006/relationships/image" Target="../media/image26.png"/><Relationship Id="rId28" Type="http://schemas.openxmlformats.org/officeDocument/2006/relationships/image" Target="../media/image35.png"/><Relationship Id="rId19" Type="http://schemas.openxmlformats.org/officeDocument/2006/relationships/image" Target="../media/image19.png"/><Relationship Id="rId31" Type="http://schemas.openxmlformats.org/officeDocument/2006/relationships/image" Target="../media/image40.png"/><Relationship Id="rId4" Type="http://schemas.openxmlformats.org/officeDocument/2006/relationships/image" Target="../media/image320.png"/><Relationship Id="rId9" Type="http://schemas.openxmlformats.org/officeDocument/2006/relationships/image" Target="../media/image150.png"/><Relationship Id="rId27" Type="http://schemas.openxmlformats.org/officeDocument/2006/relationships/image" Target="../media/image3.png"/><Relationship Id="rId30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0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4.png"/><Relationship Id="rId5" Type="http://schemas.openxmlformats.org/officeDocument/2006/relationships/image" Target="../media/image49.png"/><Relationship Id="rId10" Type="http://schemas.openxmlformats.org/officeDocument/2006/relationships/image" Target="../media/image3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63.png"/><Relationship Id="rId4" Type="http://schemas.openxmlformats.org/officeDocument/2006/relationships/image" Target="../media/image6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customXml" Target="../ink/ink5.xml"/><Relationship Id="rId4" Type="http://schemas.openxmlformats.org/officeDocument/2006/relationships/image" Target="../media/image6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0.png"/><Relationship Id="rId7" Type="http://schemas.openxmlformats.org/officeDocument/2006/relationships/image" Target="../media/image7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71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customXml" Target="../ink/ink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customXml" Target="../ink/ink7.xml"/><Relationship Id="rId4" Type="http://schemas.openxmlformats.org/officeDocument/2006/relationships/image" Target="../media/image7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4FAB818-6B30-A7C5-7D4E-1D98E2B32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575" y="2401221"/>
            <a:ext cx="9496425" cy="2930366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262626"/>
                </a:solidFill>
                <a:latin typeface="+mj-lt"/>
                <a:cs typeface="Lato Black"/>
              </a:rPr>
              <a:t>Tính</a:t>
            </a:r>
            <a:r>
              <a:rPr lang="en-US" dirty="0">
                <a:solidFill>
                  <a:srgbClr val="262626"/>
                </a:solidFill>
                <a:latin typeface="+mj-lt"/>
                <a:cs typeface="Lato Black"/>
              </a:rPr>
              <a:t> </a:t>
            </a:r>
            <a:r>
              <a:rPr lang="en-US" dirty="0" err="1">
                <a:solidFill>
                  <a:srgbClr val="262626"/>
                </a:solidFill>
                <a:latin typeface="+mj-lt"/>
                <a:cs typeface="Lato Black"/>
              </a:rPr>
              <a:t>toán</a:t>
            </a:r>
            <a:r>
              <a:rPr lang="en-US" dirty="0">
                <a:solidFill>
                  <a:srgbClr val="262626"/>
                </a:solidFill>
                <a:latin typeface="+mj-lt"/>
                <a:cs typeface="Lato Black"/>
              </a:rPr>
              <a:t> </a:t>
            </a:r>
            <a:r>
              <a:rPr lang="en-US" dirty="0" err="1">
                <a:solidFill>
                  <a:srgbClr val="262626"/>
                </a:solidFill>
                <a:latin typeface="+mj-lt"/>
                <a:cs typeface="Lato Black"/>
              </a:rPr>
              <a:t>thông</a:t>
            </a:r>
            <a:r>
              <a:rPr lang="en-US" dirty="0">
                <a:solidFill>
                  <a:srgbClr val="262626"/>
                </a:solidFill>
                <a:latin typeface="+mj-lt"/>
                <a:cs typeface="Lato Black"/>
              </a:rPr>
              <a:t> </a:t>
            </a:r>
            <a:r>
              <a:rPr lang="en-US" dirty="0" err="1">
                <a:solidFill>
                  <a:srgbClr val="262626"/>
                </a:solidFill>
                <a:latin typeface="+mj-lt"/>
                <a:cs typeface="Lato Black"/>
              </a:rPr>
              <a:t>sốc</a:t>
            </a:r>
            <a:r>
              <a:rPr lang="en-US" dirty="0">
                <a:solidFill>
                  <a:srgbClr val="262626"/>
                </a:solidFill>
                <a:latin typeface="+mj-lt"/>
                <a:cs typeface="Lato Black"/>
              </a:rPr>
              <a:t> </a:t>
            </a:r>
            <a:r>
              <a:rPr lang="en-US" dirty="0" err="1">
                <a:solidFill>
                  <a:srgbClr val="262626"/>
                </a:solidFill>
                <a:latin typeface="+mj-lt"/>
                <a:cs typeface="Lato Black"/>
              </a:rPr>
              <a:t>các</a:t>
            </a:r>
            <a:r>
              <a:rPr lang="en-US" dirty="0">
                <a:solidFill>
                  <a:srgbClr val="262626"/>
                </a:solidFill>
                <a:latin typeface="+mj-lt"/>
                <a:cs typeface="Lato Black"/>
              </a:rPr>
              <a:t> </a:t>
            </a:r>
            <a:r>
              <a:rPr lang="en-US" dirty="0" err="1">
                <a:solidFill>
                  <a:srgbClr val="262626"/>
                </a:solidFill>
                <a:latin typeface="+mj-lt"/>
                <a:cs typeface="Lato Black"/>
              </a:rPr>
              <a:t>mô</a:t>
            </a:r>
            <a:r>
              <a:rPr lang="en-US" dirty="0">
                <a:solidFill>
                  <a:srgbClr val="262626"/>
                </a:solidFill>
                <a:latin typeface="+mj-lt"/>
                <a:cs typeface="Lato Black"/>
              </a:rPr>
              <a:t> </a:t>
            </a:r>
            <a:r>
              <a:rPr lang="en-US" dirty="0" err="1">
                <a:solidFill>
                  <a:srgbClr val="262626"/>
                </a:solidFill>
                <a:latin typeface="+mj-lt"/>
                <a:cs typeface="Lato Black"/>
              </a:rPr>
              <a:t>hình</a:t>
            </a:r>
            <a:r>
              <a:rPr lang="en-US" dirty="0">
                <a:solidFill>
                  <a:srgbClr val="262626"/>
                </a:solidFill>
                <a:latin typeface="+mj-lt"/>
                <a:cs typeface="Lato Black"/>
              </a:rPr>
              <a:t> ECM</a:t>
            </a:r>
            <a:br>
              <a:rPr lang="en-US" dirty="0">
                <a:latin typeface="+mj-lt"/>
              </a:rPr>
            </a:br>
            <a:br>
              <a:rPr lang="en-US" dirty="0"/>
            </a:br>
            <a:endParaRPr lang="en-US" sz="4800" dirty="0">
              <a:solidFill>
                <a:srgbClr val="262626"/>
              </a:solidFill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65D6D1F-DA43-4175-DF4B-854E11B5E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596" y="5160397"/>
            <a:ext cx="3378314" cy="1337406"/>
          </a:xfrm>
        </p:spPr>
        <p:txBody>
          <a:bodyPr>
            <a:normAutofit/>
          </a:bodyPr>
          <a:lstStyle/>
          <a:p>
            <a:pPr algn="l">
              <a:spcBef>
                <a:spcPts val="300"/>
              </a:spcBef>
            </a:pPr>
            <a:r>
              <a:rPr lang="en-US" sz="1800">
                <a:solidFill>
                  <a:srgbClr val="262626"/>
                </a:solidFill>
                <a:latin typeface="Dosis ExtraBold"/>
                <a:cs typeface="Lato"/>
              </a:rPr>
              <a:t>Cao Lam Tung, [Member]</a:t>
            </a:r>
          </a:p>
          <a:p>
            <a:pPr algn="l">
              <a:spcBef>
                <a:spcPts val="300"/>
              </a:spcBef>
            </a:pPr>
            <a:r>
              <a:rPr lang="en-US" sz="1400" err="1">
                <a:solidFill>
                  <a:srgbClr val="262626"/>
                </a:solidFill>
                <a:latin typeface="Dosis"/>
                <a:cs typeface="Lato"/>
              </a:rPr>
              <a:t>EVSELab</a:t>
            </a:r>
            <a:r>
              <a:rPr lang="en-US" sz="1400">
                <a:solidFill>
                  <a:srgbClr val="262626"/>
                </a:solidFill>
                <a:latin typeface="Dosis"/>
                <a:cs typeface="Lato"/>
              </a:rPr>
              <a:t> Co., Ltd., </a:t>
            </a:r>
            <a:endParaRPr lang="en-US" sz="1400">
              <a:solidFill>
                <a:srgbClr val="262626"/>
              </a:solidFill>
            </a:endParaRPr>
          </a:p>
          <a:p>
            <a:pPr algn="l">
              <a:spcBef>
                <a:spcPts val="300"/>
              </a:spcBef>
            </a:pPr>
            <a:r>
              <a:rPr lang="en-US" sz="1400">
                <a:solidFill>
                  <a:srgbClr val="262626"/>
                </a:solidFill>
                <a:latin typeface="Dosis"/>
                <a:cs typeface="Lato"/>
              </a:rPr>
              <a:t>410-C1B bldg., No. 01, Dai Co Viet Street, </a:t>
            </a:r>
            <a:endParaRPr lang="en-US" sz="1400">
              <a:solidFill>
                <a:srgbClr val="262626"/>
              </a:solidFill>
            </a:endParaRPr>
          </a:p>
          <a:p>
            <a:pPr algn="l">
              <a:spcBef>
                <a:spcPts val="300"/>
              </a:spcBef>
            </a:pPr>
            <a:r>
              <a:rPr lang="en-US" sz="1400">
                <a:solidFill>
                  <a:srgbClr val="262626"/>
                </a:solidFill>
                <a:latin typeface="Dosis"/>
                <a:cs typeface="Lato"/>
              </a:rPr>
              <a:t>Hai Ba Trung, Hanoi, Vietnam 100000</a:t>
            </a:r>
          </a:p>
          <a:p>
            <a:pPr algn="l">
              <a:spcBef>
                <a:spcPts val="300"/>
              </a:spcBef>
            </a:pPr>
            <a:r>
              <a:rPr lang="en-US" sz="1400">
                <a:solidFill>
                  <a:srgbClr val="262626"/>
                </a:solidFill>
                <a:latin typeface="Dosis"/>
                <a:cs typeface="Lato"/>
              </a:rPr>
              <a:t>Email: tung.cl222709@sis.hust.edu.vn</a:t>
            </a:r>
            <a:endParaRPr lang="en-US" sz="1400" u="sng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79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5A506-3843-4133-A061-4C59624F0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643" y="1048837"/>
            <a:ext cx="9766930" cy="5665557"/>
          </a:xfrm>
        </p:spPr>
        <p:txBody>
          <a:bodyPr>
            <a:normAutofit/>
          </a:bodyPr>
          <a:lstStyle/>
          <a:p>
            <a:pPr marL="857250" indent="-857250"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en-US" sz="3200" dirty="0" err="1">
                <a:latin typeface="+mj-lt"/>
              </a:rPr>
              <a:t>Mô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hình</a:t>
            </a:r>
            <a:r>
              <a:rPr lang="en-US" sz="3200" dirty="0">
                <a:latin typeface="+mj-lt"/>
              </a:rPr>
              <a:t> Thevenin</a:t>
            </a:r>
          </a:p>
          <a:p>
            <a:pPr marL="857250" indent="-857250"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en-US" sz="3200" dirty="0" err="1">
                <a:latin typeface="+mj-lt"/>
              </a:rPr>
              <a:t>Mô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hình</a:t>
            </a:r>
            <a:r>
              <a:rPr lang="en-US" sz="3200" dirty="0">
                <a:latin typeface="+mj-lt"/>
              </a:rPr>
              <a:t> DP</a:t>
            </a:r>
          </a:p>
          <a:p>
            <a:pPr marL="857250" indent="-857250"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en-US" sz="3200" dirty="0" err="1">
                <a:latin typeface="+mj-lt"/>
              </a:rPr>
              <a:t>Mô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hình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Rint</a:t>
            </a:r>
            <a:endParaRPr lang="en-US" sz="3200" dirty="0">
              <a:latin typeface="+mj-lt"/>
            </a:endParaRPr>
          </a:p>
          <a:p>
            <a:pPr marL="857250" indent="-857250">
              <a:spcBef>
                <a:spcPts val="600"/>
              </a:spcBef>
              <a:spcAft>
                <a:spcPts val="600"/>
              </a:spcAft>
              <a:buAutoNum type="romanUcPeriod"/>
            </a:pPr>
            <a:endParaRPr lang="en-US" sz="3200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27021-6598-489D-972C-6DF2286E4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DD94-7782-45D4-9A6E-CEF4E1EEEE1C}" type="datetime1">
              <a:rPr lang="en-US" smtClean="0"/>
              <a:pPr/>
              <a:t>3/29/2025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AB66B-E483-4C8D-8F44-DFE1840FD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profile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51315-16B0-46D3-A201-00B9C8959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2226ED-8FD6-4FB0-9224-C0EAEEEE5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18" y="69598"/>
            <a:ext cx="9766931" cy="548731"/>
          </a:xfrm>
        </p:spPr>
        <p:txBody>
          <a:bodyPr/>
          <a:lstStyle/>
          <a:p>
            <a:r>
              <a:rPr lang="en-US">
                <a:latin typeface="+mj-lt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526839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4F2E7-971D-9468-7968-6560C7356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C64B070A-79E2-4A8C-41E4-2ABF6630724F}"/>
              </a:ext>
            </a:extLst>
          </p:cNvPr>
          <p:cNvSpPr/>
          <p:nvPr/>
        </p:nvSpPr>
        <p:spPr>
          <a:xfrm>
            <a:off x="5145571" y="4645334"/>
            <a:ext cx="3252195" cy="1178807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ED58EB-2104-4446-C3BC-28B9E87CD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195" y="1244502"/>
            <a:ext cx="4696752" cy="307574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57DBE-648B-48A7-4105-1228E07D4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3/29/2025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4CEED-49BF-81A7-17D4-1068BD940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E689D-8DA2-173F-1AA0-3870F9426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II. </a:t>
            </a:r>
            <a:r>
              <a:rPr lang="en-US" sz="3600" dirty="0" err="1">
                <a:latin typeface="+mj-lt"/>
              </a:rPr>
              <a:t>Mô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hình</a:t>
            </a:r>
            <a:r>
              <a:rPr lang="en-US" sz="3600" dirty="0">
                <a:latin typeface="+mj-lt"/>
              </a:rPr>
              <a:t> Thevenin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9F816A-3AFE-DBAB-CB46-C2E00EFB43E3}"/>
              </a:ext>
            </a:extLst>
          </p:cNvPr>
          <p:cNvSpPr txBox="1"/>
          <p:nvPr/>
        </p:nvSpPr>
        <p:spPr>
          <a:xfrm>
            <a:off x="194865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/>
              <a:t>Nhắc</a:t>
            </a:r>
            <a:r>
              <a:rPr lang="en-US" sz="2600" b="1" dirty="0"/>
              <a:t> </a:t>
            </a:r>
            <a:r>
              <a:rPr lang="en-US" sz="2600" b="1" dirty="0" err="1"/>
              <a:t>lại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1C45245-4504-2E65-5053-A9A38F18DC5A}"/>
                  </a:ext>
                </a:extLst>
              </p:cNvPr>
              <p:cNvSpPr txBox="1"/>
              <p:nvPr/>
            </p:nvSpPr>
            <p:spPr>
              <a:xfrm>
                <a:off x="5183164" y="5049792"/>
                <a:ext cx="4980970" cy="4611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 err="1"/>
                  <a:t>Xác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định</a:t>
                </a:r>
                <a:r>
                  <a:rPr lang="en-US" sz="22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𝒐𝒄</m:t>
                        </m:r>
                      </m:sub>
                    </m:sSub>
                  </m:oMath>
                </a14:m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sz="2200" dirty="0"/>
                  <a:t> 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1C45245-4504-2E65-5053-A9A38F18D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164" y="5049792"/>
                <a:ext cx="4980970" cy="461152"/>
              </a:xfrm>
              <a:prstGeom prst="rect">
                <a:avLst/>
              </a:prstGeom>
              <a:blipFill>
                <a:blip r:embed="rId4"/>
                <a:stretch>
                  <a:fillRect l="-1591" t="-10526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5D9F11-6860-E7B5-0617-021F03E14D1D}"/>
              </a:ext>
            </a:extLst>
          </p:cNvPr>
          <p:cNvCxnSpPr>
            <a:cxnSpLocks/>
          </p:cNvCxnSpPr>
          <p:nvPr/>
        </p:nvCxnSpPr>
        <p:spPr>
          <a:xfrm>
            <a:off x="7256884" y="3099870"/>
            <a:ext cx="492517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2710D60-E4A4-FA06-E2EA-C690A073B3EE}"/>
              </a:ext>
            </a:extLst>
          </p:cNvPr>
          <p:cNvSpPr txBox="1"/>
          <p:nvPr/>
        </p:nvSpPr>
        <p:spPr>
          <a:xfrm>
            <a:off x="7282587" y="3021050"/>
            <a:ext cx="466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Sạc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670AE0-29BE-8998-0F64-A81E3E252751}"/>
              </a:ext>
            </a:extLst>
          </p:cNvPr>
          <p:cNvCxnSpPr>
            <a:cxnSpLocks/>
          </p:cNvCxnSpPr>
          <p:nvPr/>
        </p:nvCxnSpPr>
        <p:spPr>
          <a:xfrm>
            <a:off x="7749401" y="2915206"/>
            <a:ext cx="1160919" cy="389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B2B1C8F-B93F-67A4-3D29-8C3A4F441A1B}"/>
              </a:ext>
            </a:extLst>
          </p:cNvPr>
          <p:cNvSpPr txBox="1"/>
          <p:nvPr/>
        </p:nvSpPr>
        <p:spPr>
          <a:xfrm>
            <a:off x="8009307" y="2919097"/>
            <a:ext cx="72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Nghỉ</a:t>
            </a:r>
            <a:endParaRPr lang="en-US" sz="1400" dirty="0">
              <a:solidFill>
                <a:srgbClr val="FF000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E1E1A83-A9AD-2CCE-CC4E-5B1002A0179D}"/>
              </a:ext>
            </a:extLst>
          </p:cNvPr>
          <p:cNvGrpSpPr/>
          <p:nvPr/>
        </p:nvGrpSpPr>
        <p:grpSpPr>
          <a:xfrm>
            <a:off x="360480" y="1558527"/>
            <a:ext cx="3492642" cy="2238501"/>
            <a:chOff x="449958" y="1521185"/>
            <a:chExt cx="3492642" cy="22385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2163B94-5458-B113-F80C-CF8FAE18B76C}"/>
                </a:ext>
              </a:extLst>
            </p:cNvPr>
            <p:cNvGrpSpPr/>
            <p:nvPr/>
          </p:nvGrpSpPr>
          <p:grpSpPr>
            <a:xfrm>
              <a:off x="449958" y="1521185"/>
              <a:ext cx="3492642" cy="2238501"/>
              <a:chOff x="180870" y="1208951"/>
              <a:chExt cx="3492642" cy="2238501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7DB71973-D578-28C7-37BD-911A12CBBC6F}"/>
                  </a:ext>
                </a:extLst>
              </p:cNvPr>
              <p:cNvGrpSpPr/>
              <p:nvPr/>
            </p:nvGrpSpPr>
            <p:grpSpPr>
              <a:xfrm>
                <a:off x="180870" y="1208951"/>
                <a:ext cx="3492642" cy="2238501"/>
                <a:chOff x="180870" y="1208951"/>
                <a:chExt cx="3492642" cy="2238501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F9638566-6E6E-1234-8D4E-99C9DC13E118}"/>
                    </a:ext>
                  </a:extLst>
                </p:cNvPr>
                <p:cNvGrpSpPr/>
                <p:nvPr/>
              </p:nvGrpSpPr>
              <p:grpSpPr>
                <a:xfrm>
                  <a:off x="180870" y="1208951"/>
                  <a:ext cx="3485393" cy="2238501"/>
                  <a:chOff x="1788705" y="1381017"/>
                  <a:chExt cx="3485393" cy="2238501"/>
                </a:xfrm>
              </p:grpSpPr>
              <p:pic>
                <p:nvPicPr>
                  <p:cNvPr id="25" name="Picture 24" descr="A diagram of a circuit&#10;&#10;Description automatically generated">
                    <a:extLst>
                      <a:ext uri="{FF2B5EF4-FFF2-40B4-BE49-F238E27FC236}">
                        <a16:creationId xmlns:a16="http://schemas.microsoft.com/office/drawing/2014/main" id="{62D13F6C-14C0-BE72-753F-44EFC8A7E81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74311" r="24757"/>
                  <a:stretch/>
                </p:blipFill>
                <p:spPr>
                  <a:xfrm>
                    <a:off x="1941503" y="1381017"/>
                    <a:ext cx="3324648" cy="2238501"/>
                  </a:xfrm>
                  <a:prstGeom prst="rect">
                    <a:avLst/>
                  </a:prstGeom>
                </p:spPr>
              </p:pic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6" name="TextBox 25">
                        <a:extLst>
                          <a:ext uri="{FF2B5EF4-FFF2-40B4-BE49-F238E27FC236}">
                            <a16:creationId xmlns:a16="http://schemas.microsoft.com/office/drawing/2014/main" id="{E3DF910F-33E5-557C-0EC9-6525B26CED9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051228" y="2500267"/>
                        <a:ext cx="254300" cy="2347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b="1" dirty="0"/>
                      </a:p>
                    </p:txBody>
                  </p:sp>
                </mc:Choice>
                <mc:Fallback xmlns="">
                  <p:sp>
                    <p:nvSpPr>
                      <p:cNvPr id="12" name="TextBox 11">
                        <a:extLst>
                          <a:ext uri="{FF2B5EF4-FFF2-40B4-BE49-F238E27FC236}">
                            <a16:creationId xmlns:a16="http://schemas.microsoft.com/office/drawing/2014/main" id="{BE40A0CB-7415-5095-6755-BDDA1465B28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51228" y="2500267"/>
                        <a:ext cx="254300" cy="234744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l="-16667" r="-2381" b="-1842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7" name="TextBox 26">
                        <a:extLst>
                          <a:ext uri="{FF2B5EF4-FFF2-40B4-BE49-F238E27FC236}">
                            <a16:creationId xmlns:a16="http://schemas.microsoft.com/office/drawing/2014/main" id="{9FEEB952-0B41-3E42-66A7-2321E2E643F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051228" y="1582405"/>
                        <a:ext cx="241476" cy="2347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b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4" name="TextBox 13">
                        <a:extLst>
                          <a:ext uri="{FF2B5EF4-FFF2-40B4-BE49-F238E27FC236}">
                            <a16:creationId xmlns:a16="http://schemas.microsoft.com/office/drawing/2014/main" id="{9C04BA74-28FB-5460-1BBC-7822F65F10B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51228" y="1582405"/>
                        <a:ext cx="241476" cy="234744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l="-17949" r="-5128" b="-1794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8" name="TextBox 27">
                        <a:extLst>
                          <a:ext uri="{FF2B5EF4-FFF2-40B4-BE49-F238E27FC236}">
                            <a16:creationId xmlns:a16="http://schemas.microsoft.com/office/drawing/2014/main" id="{C9D8EB03-B340-9117-CB63-80A7227B1F4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080222" y="2006087"/>
                        <a:ext cx="254878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b="1" i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5" name="TextBox 14">
                        <a:extLst>
                          <a:ext uri="{FF2B5EF4-FFF2-40B4-BE49-F238E27FC236}">
                            <a16:creationId xmlns:a16="http://schemas.microsoft.com/office/drawing/2014/main" id="{D3DF93C0-65E3-654F-5591-2DE10CDBDF4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080222" y="2006087"/>
                        <a:ext cx="254878" cy="215444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 l="-14634" r="-7317" b="-1428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9" name="TextBox 28">
                        <a:extLst>
                          <a:ext uri="{FF2B5EF4-FFF2-40B4-BE49-F238E27FC236}">
                            <a16:creationId xmlns:a16="http://schemas.microsoft.com/office/drawing/2014/main" id="{8891C537-072D-0E29-F880-DA583F4F96C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788705" y="2735011"/>
                        <a:ext cx="305596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𝒐𝒄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b="1" i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6" name="TextBox 15">
                        <a:extLst>
                          <a:ext uri="{FF2B5EF4-FFF2-40B4-BE49-F238E27FC236}">
                            <a16:creationId xmlns:a16="http://schemas.microsoft.com/office/drawing/2014/main" id="{4327ABF9-F1A7-433B-7044-992C86E48C7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88705" y="2735011"/>
                        <a:ext cx="305596" cy="215444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l="-14000" b="-833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" name="TextBox 29">
                        <a:extLst>
                          <a:ext uri="{FF2B5EF4-FFF2-40B4-BE49-F238E27FC236}">
                            <a16:creationId xmlns:a16="http://schemas.microsoft.com/office/drawing/2014/main" id="{7677A62E-4C4F-EC69-F0E5-3ADA0E16EEC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55064" y="2797227"/>
                        <a:ext cx="219034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b="1" i="1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0" name="TextBox 19">
                        <a:extLst>
                          <a:ext uri="{FF2B5EF4-FFF2-40B4-BE49-F238E27FC236}">
                            <a16:creationId xmlns:a16="http://schemas.microsoft.com/office/drawing/2014/main" id="{FB97CB16-E5E7-2DB0-BDBD-91208609AA3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055064" y="2797227"/>
                        <a:ext cx="219034" cy="215444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l="-19444" r="-5556" b="-1428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1" name="TextBox 30">
                        <a:extLst>
                          <a:ext uri="{FF2B5EF4-FFF2-40B4-BE49-F238E27FC236}">
                            <a16:creationId xmlns:a16="http://schemas.microsoft.com/office/drawing/2014/main" id="{927AAEA7-BD95-F89E-26B9-22C785A64DD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89240" y="2490819"/>
                        <a:ext cx="15068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200" b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m:oMathPara>
                        </a14:m>
                        <a:endParaRPr lang="en-US" b="1"/>
                      </a:p>
                    </p:txBody>
                  </p:sp>
                </mc:Choice>
                <mc:Fallback xmlns="">
                  <p:sp>
                    <p:nvSpPr>
                      <p:cNvPr id="21" name="TextBox 20">
                        <a:extLst>
                          <a:ext uri="{FF2B5EF4-FFF2-40B4-BE49-F238E27FC236}">
                            <a16:creationId xmlns:a16="http://schemas.microsoft.com/office/drawing/2014/main" id="{F6D711FA-3865-564A-4103-AF99D15E278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089240" y="2490819"/>
                        <a:ext cx="150682" cy="184666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 l="-20000" r="-24000" b="-645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2" name="TextBox 31">
                        <a:extLst>
                          <a:ext uri="{FF2B5EF4-FFF2-40B4-BE49-F238E27FC236}">
                            <a16:creationId xmlns:a16="http://schemas.microsoft.com/office/drawing/2014/main" id="{63621E13-55E4-C2FB-41D6-8FB34E25F91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89240" y="3134414"/>
                        <a:ext cx="15068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m:oMathPara>
                        </a14:m>
                        <a:endParaRPr lang="en-US" sz="1200" b="1"/>
                      </a:p>
                    </p:txBody>
                  </p:sp>
                </mc:Choice>
                <mc:Fallback xmlns="">
                  <p:sp>
                    <p:nvSpPr>
                      <p:cNvPr id="22" name="TextBox 21">
                        <a:extLst>
                          <a:ext uri="{FF2B5EF4-FFF2-40B4-BE49-F238E27FC236}">
                            <a16:creationId xmlns:a16="http://schemas.microsoft.com/office/drawing/2014/main" id="{12A88B13-836F-BC11-DFBF-F92A439064D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089240" y="3134414"/>
                        <a:ext cx="150682" cy="184666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 l="-4000" r="-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DFDC0C0C-3B5E-E6BF-97F9-63EB4AAF95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231431" y="2049465"/>
                  <a:ext cx="442081" cy="0"/>
                </a:xfrm>
                <a:prstGeom prst="straightConnector1">
                  <a:avLst/>
                </a:prstGeom>
                <a:ln w="127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B6B94882-796E-E3BD-580D-7751C530BBE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01362" y="1787854"/>
                      <a:ext cx="351620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𝑰</m:t>
                            </m:r>
                          </m:oMath>
                        </m:oMathPara>
                      </a14:m>
                      <a:endParaRPr lang="en-US" sz="1400" b="1" i="1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B6B94882-796E-E3BD-580D-7751C530BBE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01362" y="1787854"/>
                      <a:ext cx="351620" cy="307777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5317CE09-A779-4AF0-7A51-F3819CCC1E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38090" y="1663797"/>
                <a:ext cx="393341" cy="8179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6E30FF19-2CA5-7F10-40F5-43642CB711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39761" y="2311171"/>
                <a:ext cx="396658" cy="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F38E891-0528-A669-5550-7A70992DBD86}"/>
                      </a:ext>
                    </a:extLst>
                  </p:cNvPr>
                  <p:cNvSpPr txBox="1"/>
                  <p:nvPr/>
                </p:nvSpPr>
                <p:spPr>
                  <a:xfrm>
                    <a:off x="2896128" y="1399180"/>
                    <a:ext cx="281551" cy="2347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𝑪𝒑</m:t>
                              </m:r>
                            </m:sub>
                          </m:sSub>
                        </m:oMath>
                      </m:oMathPara>
                    </a14:m>
                    <a:endParaRPr lang="en-US" sz="1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F38E891-0528-A669-5550-7A70992DBD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6128" y="1399180"/>
                    <a:ext cx="281551" cy="23474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5217" r="-8696" b="-2368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39EA620C-3FD2-BF95-7FF0-3184AB22B484}"/>
                      </a:ext>
                    </a:extLst>
                  </p:cNvPr>
                  <p:cNvSpPr txBox="1"/>
                  <p:nvPr/>
                </p:nvSpPr>
                <p:spPr>
                  <a:xfrm>
                    <a:off x="2720677" y="2270541"/>
                    <a:ext cx="291169" cy="2347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𝑹𝒑</m:t>
                              </m:r>
                            </m:sub>
                          </m:sSub>
                        </m:oMath>
                      </m:oMathPara>
                    </a14:m>
                    <a:endParaRPr lang="en-US" sz="1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39EA620C-3FD2-BF95-7FF0-3184AB22B4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0677" y="2270541"/>
                    <a:ext cx="291169" cy="23474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4583" r="-8333" b="-2368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72D23CA-21A2-9198-9B18-05902C4E6C8B}"/>
                    </a:ext>
                  </a:extLst>
                </p:cNvPr>
                <p:cNvSpPr txBox="1"/>
                <p:nvPr/>
              </p:nvSpPr>
              <p:spPr>
                <a:xfrm>
                  <a:off x="2902748" y="1923598"/>
                  <a:ext cx="131446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5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sz="105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72D23CA-21A2-9198-9B18-05902C4E6C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2748" y="1923598"/>
                  <a:ext cx="131446" cy="161583"/>
                </a:xfrm>
                <a:prstGeom prst="rect">
                  <a:avLst/>
                </a:prstGeom>
                <a:blipFill>
                  <a:blip r:embed="rId17"/>
                  <a:stretch>
                    <a:fillRect l="-22727" r="-13636"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DDBE17C-AA48-58BA-9817-B84BEAC23163}"/>
                    </a:ext>
                  </a:extLst>
                </p:cNvPr>
                <p:cNvSpPr txBox="1"/>
                <p:nvPr/>
              </p:nvSpPr>
              <p:spPr>
                <a:xfrm>
                  <a:off x="2678259" y="1938505"/>
                  <a:ext cx="131446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5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sz="105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DDBE17C-AA48-58BA-9817-B84BEAC231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8259" y="1938505"/>
                  <a:ext cx="131446" cy="161583"/>
                </a:xfrm>
                <a:prstGeom prst="rect">
                  <a:avLst/>
                </a:prstGeom>
                <a:blipFill>
                  <a:blip r:embed="rId18"/>
                  <a:stretch>
                    <a:fillRect l="-9524" r="-47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402E8FE-8C5F-F569-4158-5D142D8FA0F1}"/>
              </a:ext>
            </a:extLst>
          </p:cNvPr>
          <p:cNvGrpSpPr/>
          <p:nvPr/>
        </p:nvGrpSpPr>
        <p:grpSpPr>
          <a:xfrm>
            <a:off x="656116" y="4627559"/>
            <a:ext cx="2794355" cy="1535151"/>
            <a:chOff x="1094686" y="4066943"/>
            <a:chExt cx="2825523" cy="15351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3872CBC7-012A-ABC7-D4FF-23FE39574534}"/>
                    </a:ext>
                  </a:extLst>
                </p:cNvPr>
                <p:cNvSpPr txBox="1"/>
                <p:nvPr/>
              </p:nvSpPr>
              <p:spPr>
                <a:xfrm>
                  <a:off x="1094686" y="4066943"/>
                  <a:ext cx="2484296" cy="682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 </m:t>
                            </m:r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22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3872CBC7-012A-ABC7-D4FF-23FE395745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686" y="4066943"/>
                  <a:ext cx="2484296" cy="68294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AAB5CDB-8703-B529-AB55-C7229EE6576B}"/>
                    </a:ext>
                  </a:extLst>
                </p:cNvPr>
                <p:cNvSpPr txBox="1"/>
                <p:nvPr/>
              </p:nvSpPr>
              <p:spPr>
                <a:xfrm>
                  <a:off x="1095851" y="4720529"/>
                  <a:ext cx="2051376" cy="36465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  <m: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AAB5CDB-8703-B529-AB55-C7229EE657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851" y="4720529"/>
                  <a:ext cx="2051376" cy="364652"/>
                </a:xfrm>
                <a:prstGeom prst="rect">
                  <a:avLst/>
                </a:prstGeom>
                <a:blipFill>
                  <a:blip r:embed="rId20"/>
                  <a:stretch>
                    <a:fillRect l="-270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8F79D082-A6A3-93F2-10A8-E19B5C3344AF}"/>
                    </a:ext>
                  </a:extLst>
                </p:cNvPr>
                <p:cNvSpPr txBox="1"/>
                <p:nvPr/>
              </p:nvSpPr>
              <p:spPr>
                <a:xfrm>
                  <a:off x="1094686" y="5263540"/>
                  <a:ext cx="2825523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  <m:sSub>
                          <m:sSubPr>
                            <m:ctrlPr>
                              <a:rPr lang="en-US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𝐼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𝑜𝑐</m:t>
                            </m:r>
                          </m:sub>
                        </m:sSub>
                      </m:oMath>
                    </m:oMathPara>
                  </a14:m>
                  <a:endParaRPr lang="en-US" sz="22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8F79D082-A6A3-93F2-10A8-E19B5C3344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686" y="5263540"/>
                  <a:ext cx="2825523" cy="338554"/>
                </a:xfrm>
                <a:prstGeom prst="rect">
                  <a:avLst/>
                </a:prstGeom>
                <a:blipFill>
                  <a:blip r:embed="rId21"/>
                  <a:stretch>
                    <a:fillRect l="-1747" b="-3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BD44F7EC-ED08-6708-CC4D-4E6B33BA1BBE}"/>
              </a:ext>
            </a:extLst>
          </p:cNvPr>
          <p:cNvSpPr txBox="1"/>
          <p:nvPr/>
        </p:nvSpPr>
        <p:spPr>
          <a:xfrm>
            <a:off x="297864" y="4083445"/>
            <a:ext cx="393780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Áp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dụng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định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luật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Krichoff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:  </a:t>
            </a:r>
            <a:endParaRPr lang="en-US" sz="22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54E6F09-3414-3196-A05E-7C9569331BE6}"/>
              </a:ext>
            </a:extLst>
          </p:cNvPr>
          <p:cNvCxnSpPr/>
          <p:nvPr/>
        </p:nvCxnSpPr>
        <p:spPr>
          <a:xfrm>
            <a:off x="3853122" y="5281145"/>
            <a:ext cx="10265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195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B9FAE-83B5-C5B6-F497-93DB9DCC6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5D1CBD-0900-A1EC-35C6-28DE3BD31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834" y="824156"/>
            <a:ext cx="2770212" cy="208249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423F608-AE35-D186-E9BD-13ADBFD27200}"/>
              </a:ext>
            </a:extLst>
          </p:cNvPr>
          <p:cNvGrpSpPr/>
          <p:nvPr/>
        </p:nvGrpSpPr>
        <p:grpSpPr>
          <a:xfrm>
            <a:off x="482093" y="2833575"/>
            <a:ext cx="3492642" cy="2238501"/>
            <a:chOff x="449958" y="1521185"/>
            <a:chExt cx="3492642" cy="223850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B5B067F-77BA-0F06-16A5-92FA02DC719F}"/>
                </a:ext>
              </a:extLst>
            </p:cNvPr>
            <p:cNvGrpSpPr/>
            <p:nvPr/>
          </p:nvGrpSpPr>
          <p:grpSpPr>
            <a:xfrm>
              <a:off x="449958" y="1521185"/>
              <a:ext cx="3492642" cy="2238501"/>
              <a:chOff x="180870" y="1208951"/>
              <a:chExt cx="3492642" cy="2238501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2968BBA8-1002-9D7D-CECF-7A50A98BD137}"/>
                  </a:ext>
                </a:extLst>
              </p:cNvPr>
              <p:cNvGrpSpPr/>
              <p:nvPr/>
            </p:nvGrpSpPr>
            <p:grpSpPr>
              <a:xfrm>
                <a:off x="180870" y="1208951"/>
                <a:ext cx="3492642" cy="2238501"/>
                <a:chOff x="180870" y="1208951"/>
                <a:chExt cx="3492642" cy="2238501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8AA57521-4F8E-2850-0CE2-3D2C8A33B341}"/>
                    </a:ext>
                  </a:extLst>
                </p:cNvPr>
                <p:cNvGrpSpPr/>
                <p:nvPr/>
              </p:nvGrpSpPr>
              <p:grpSpPr>
                <a:xfrm>
                  <a:off x="180870" y="1208951"/>
                  <a:ext cx="3485393" cy="2238501"/>
                  <a:chOff x="1788705" y="1381017"/>
                  <a:chExt cx="3485393" cy="2238501"/>
                </a:xfrm>
              </p:grpSpPr>
              <p:pic>
                <p:nvPicPr>
                  <p:cNvPr id="26" name="Picture 25" descr="A diagram of a circuit&#10;&#10;Description automatically generated">
                    <a:extLst>
                      <a:ext uri="{FF2B5EF4-FFF2-40B4-BE49-F238E27FC236}">
                        <a16:creationId xmlns:a16="http://schemas.microsoft.com/office/drawing/2014/main" id="{AA5456D7-4DA0-E452-9A9E-527B502A58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74311" r="24757"/>
                  <a:stretch/>
                </p:blipFill>
                <p:spPr>
                  <a:xfrm>
                    <a:off x="1941503" y="1381017"/>
                    <a:ext cx="3324648" cy="2238501"/>
                  </a:xfrm>
                  <a:prstGeom prst="rect">
                    <a:avLst/>
                  </a:prstGeom>
                </p:spPr>
              </p:pic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7" name="TextBox 26">
                        <a:extLst>
                          <a:ext uri="{FF2B5EF4-FFF2-40B4-BE49-F238E27FC236}">
                            <a16:creationId xmlns:a16="http://schemas.microsoft.com/office/drawing/2014/main" id="{5E388DAC-4356-CDDA-B24C-ABBDAA4F4AE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051228" y="2500267"/>
                        <a:ext cx="254300" cy="2347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b="1" dirty="0"/>
                      </a:p>
                    </p:txBody>
                  </p:sp>
                </mc:Choice>
                <mc:Fallback xmlns="">
                  <p:sp>
                    <p:nvSpPr>
                      <p:cNvPr id="12" name="TextBox 11">
                        <a:extLst>
                          <a:ext uri="{FF2B5EF4-FFF2-40B4-BE49-F238E27FC236}">
                            <a16:creationId xmlns:a16="http://schemas.microsoft.com/office/drawing/2014/main" id="{BE40A0CB-7415-5095-6755-BDDA1465B28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51228" y="2500267"/>
                        <a:ext cx="254300" cy="234744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l="-16667" r="-2381" b="-1842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8" name="TextBox 27">
                        <a:extLst>
                          <a:ext uri="{FF2B5EF4-FFF2-40B4-BE49-F238E27FC236}">
                            <a16:creationId xmlns:a16="http://schemas.microsoft.com/office/drawing/2014/main" id="{851C05CE-8A90-80D5-6DFA-CE750E0E1B9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051228" y="1582405"/>
                        <a:ext cx="241476" cy="2347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b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4" name="TextBox 13">
                        <a:extLst>
                          <a:ext uri="{FF2B5EF4-FFF2-40B4-BE49-F238E27FC236}">
                            <a16:creationId xmlns:a16="http://schemas.microsoft.com/office/drawing/2014/main" id="{9C04BA74-28FB-5460-1BBC-7822F65F10B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51228" y="1582405"/>
                        <a:ext cx="241476" cy="234744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l="-17949" r="-5128" b="-1794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9" name="TextBox 28">
                        <a:extLst>
                          <a:ext uri="{FF2B5EF4-FFF2-40B4-BE49-F238E27FC236}">
                            <a16:creationId xmlns:a16="http://schemas.microsoft.com/office/drawing/2014/main" id="{12E9B750-9DDC-1236-56FE-C3B825DEEBA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080222" y="2006087"/>
                        <a:ext cx="254878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b="1" i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5" name="TextBox 14">
                        <a:extLst>
                          <a:ext uri="{FF2B5EF4-FFF2-40B4-BE49-F238E27FC236}">
                            <a16:creationId xmlns:a16="http://schemas.microsoft.com/office/drawing/2014/main" id="{D3DF93C0-65E3-654F-5591-2DE10CDBDF4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080222" y="2006087"/>
                        <a:ext cx="254878" cy="215444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 l="-14634" r="-7317" b="-1428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" name="TextBox 29">
                        <a:extLst>
                          <a:ext uri="{FF2B5EF4-FFF2-40B4-BE49-F238E27FC236}">
                            <a16:creationId xmlns:a16="http://schemas.microsoft.com/office/drawing/2014/main" id="{92281F14-2EB4-9539-AE8A-EEFB5D01CB1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788705" y="2735011"/>
                        <a:ext cx="305596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𝒐𝒄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b="1" i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6" name="TextBox 15">
                        <a:extLst>
                          <a:ext uri="{FF2B5EF4-FFF2-40B4-BE49-F238E27FC236}">
                            <a16:creationId xmlns:a16="http://schemas.microsoft.com/office/drawing/2014/main" id="{4327ABF9-F1A7-433B-7044-992C86E48C7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88705" y="2735011"/>
                        <a:ext cx="305596" cy="215444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l="-14000" b="-833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1" name="TextBox 30">
                        <a:extLst>
                          <a:ext uri="{FF2B5EF4-FFF2-40B4-BE49-F238E27FC236}">
                            <a16:creationId xmlns:a16="http://schemas.microsoft.com/office/drawing/2014/main" id="{6A33F3DF-E6C9-0D1A-17B0-78BFC287351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55064" y="2797227"/>
                        <a:ext cx="219034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b="1" i="1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0" name="TextBox 19">
                        <a:extLst>
                          <a:ext uri="{FF2B5EF4-FFF2-40B4-BE49-F238E27FC236}">
                            <a16:creationId xmlns:a16="http://schemas.microsoft.com/office/drawing/2014/main" id="{FB97CB16-E5E7-2DB0-BDBD-91208609AA3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055064" y="2797227"/>
                        <a:ext cx="219034" cy="215444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l="-19444" r="-5556" b="-1428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2" name="TextBox 31">
                        <a:extLst>
                          <a:ext uri="{FF2B5EF4-FFF2-40B4-BE49-F238E27FC236}">
                            <a16:creationId xmlns:a16="http://schemas.microsoft.com/office/drawing/2014/main" id="{959364DF-D08E-D544-A1FD-8623E7064C4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89240" y="2490819"/>
                        <a:ext cx="15068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200" b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m:oMathPara>
                        </a14:m>
                        <a:endParaRPr lang="en-US" b="1"/>
                      </a:p>
                    </p:txBody>
                  </p:sp>
                </mc:Choice>
                <mc:Fallback xmlns="">
                  <p:sp>
                    <p:nvSpPr>
                      <p:cNvPr id="21" name="TextBox 20">
                        <a:extLst>
                          <a:ext uri="{FF2B5EF4-FFF2-40B4-BE49-F238E27FC236}">
                            <a16:creationId xmlns:a16="http://schemas.microsoft.com/office/drawing/2014/main" id="{F6D711FA-3865-564A-4103-AF99D15E278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089240" y="2490819"/>
                        <a:ext cx="150682" cy="184666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 l="-20000" r="-24000" b="-645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3" name="TextBox 32">
                        <a:extLst>
                          <a:ext uri="{FF2B5EF4-FFF2-40B4-BE49-F238E27FC236}">
                            <a16:creationId xmlns:a16="http://schemas.microsoft.com/office/drawing/2014/main" id="{9C0A4966-112A-E671-B322-EE883146A0B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89240" y="3134414"/>
                        <a:ext cx="15068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m:oMathPara>
                        </a14:m>
                        <a:endParaRPr lang="en-US" sz="1200" b="1"/>
                      </a:p>
                    </p:txBody>
                  </p:sp>
                </mc:Choice>
                <mc:Fallback xmlns="">
                  <p:sp>
                    <p:nvSpPr>
                      <p:cNvPr id="22" name="TextBox 21">
                        <a:extLst>
                          <a:ext uri="{FF2B5EF4-FFF2-40B4-BE49-F238E27FC236}">
                            <a16:creationId xmlns:a16="http://schemas.microsoft.com/office/drawing/2014/main" id="{12A88B13-836F-BC11-DFBF-F92A439064D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089240" y="3134414"/>
                        <a:ext cx="150682" cy="184666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 l="-4000" r="-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9751E58D-F1E6-AE00-173B-85612915BD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231431" y="2049465"/>
                  <a:ext cx="442081" cy="0"/>
                </a:xfrm>
                <a:prstGeom prst="straightConnector1">
                  <a:avLst/>
                </a:prstGeom>
                <a:ln w="127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7A081E15-99FB-C235-D280-38872E4D71E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01362" y="1787854"/>
                      <a:ext cx="351620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𝑰</m:t>
                            </m:r>
                          </m:oMath>
                        </m:oMathPara>
                      </a14:m>
                      <a:endParaRPr lang="en-US" sz="1400" b="1" i="1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7A081E15-99FB-C235-D280-38872E4D71E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01362" y="1787854"/>
                      <a:ext cx="351620" cy="307777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6998D042-D267-AEE0-BDFE-498B337FCB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38090" y="1663797"/>
                <a:ext cx="393341" cy="8179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D7F3862C-80E2-29F6-33BC-2A2F206C3B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39761" y="2311171"/>
                <a:ext cx="396658" cy="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20A32C31-0E08-38B0-8708-C3221BC0B762}"/>
                      </a:ext>
                    </a:extLst>
                  </p:cNvPr>
                  <p:cNvSpPr txBox="1"/>
                  <p:nvPr/>
                </p:nvSpPr>
                <p:spPr>
                  <a:xfrm>
                    <a:off x="2896128" y="1399180"/>
                    <a:ext cx="281551" cy="2347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𝑪𝒑</m:t>
                              </m:r>
                            </m:sub>
                          </m:sSub>
                        </m:oMath>
                      </m:oMathPara>
                    </a14:m>
                    <a:endParaRPr lang="en-US" sz="1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20A32C31-0E08-38B0-8708-C3221BC0B7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6128" y="1399180"/>
                    <a:ext cx="281551" cy="23474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2766" r="-8511" b="-230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6E01C3E1-33ED-168D-53AD-9155AB4C11A9}"/>
                      </a:ext>
                    </a:extLst>
                  </p:cNvPr>
                  <p:cNvSpPr txBox="1"/>
                  <p:nvPr/>
                </p:nvSpPr>
                <p:spPr>
                  <a:xfrm>
                    <a:off x="2720677" y="2270541"/>
                    <a:ext cx="291169" cy="2347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𝑹𝒑</m:t>
                              </m:r>
                            </m:sub>
                          </m:sSub>
                        </m:oMath>
                      </m:oMathPara>
                    </a14:m>
                    <a:endParaRPr lang="en-US" sz="1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6E01C3E1-33ED-168D-53AD-9155AB4C11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0677" y="2270541"/>
                    <a:ext cx="291169" cy="23474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4894" r="-10638" b="-2368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9DD3852-D702-06A1-A719-5EFC0D824E1B}"/>
                    </a:ext>
                  </a:extLst>
                </p:cNvPr>
                <p:cNvSpPr txBox="1"/>
                <p:nvPr/>
              </p:nvSpPr>
              <p:spPr>
                <a:xfrm>
                  <a:off x="2902748" y="1923598"/>
                  <a:ext cx="131446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5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sz="105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9DD3852-D702-06A1-A719-5EFC0D824E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2748" y="1923598"/>
                  <a:ext cx="131446" cy="161583"/>
                </a:xfrm>
                <a:prstGeom prst="rect">
                  <a:avLst/>
                </a:prstGeom>
                <a:blipFill>
                  <a:blip r:embed="rId17"/>
                  <a:stretch>
                    <a:fillRect l="-22727" r="-13636"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123BDC2-54AA-D5EE-56AC-E7E3422BEDCB}"/>
                    </a:ext>
                  </a:extLst>
                </p:cNvPr>
                <p:cNvSpPr txBox="1"/>
                <p:nvPr/>
              </p:nvSpPr>
              <p:spPr>
                <a:xfrm>
                  <a:off x="2678259" y="1938505"/>
                  <a:ext cx="131446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5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sz="105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123BDC2-54AA-D5EE-56AC-E7E3422BED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8259" y="1938505"/>
                  <a:ext cx="131446" cy="161583"/>
                </a:xfrm>
                <a:prstGeom prst="rect">
                  <a:avLst/>
                </a:prstGeom>
                <a:blipFill>
                  <a:blip r:embed="rId18"/>
                  <a:stretch>
                    <a:fillRect l="-9524" r="-47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33EF38BE-1E4E-B602-DFA0-6EF3FF850E06}"/>
              </a:ext>
            </a:extLst>
          </p:cNvPr>
          <p:cNvSpPr/>
          <p:nvPr/>
        </p:nvSpPr>
        <p:spPr>
          <a:xfrm>
            <a:off x="882107" y="5260922"/>
            <a:ext cx="2228849" cy="967177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9AD54-66A0-5A65-ABD4-C56B59DD6D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3/29/2025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C33C9-B293-AC95-DCBC-C0360300F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1D003-8B85-73CE-F08A-EBE30605A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II. </a:t>
            </a:r>
            <a:r>
              <a:rPr lang="en-US" sz="3600" dirty="0" err="1">
                <a:latin typeface="+mj-lt"/>
              </a:rPr>
              <a:t>Mô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hình</a:t>
            </a:r>
            <a:r>
              <a:rPr lang="en-US" sz="3600" dirty="0">
                <a:latin typeface="+mj-lt"/>
              </a:rPr>
              <a:t> Thevenin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B1B958-2112-7B31-B34A-EE9D8EBC646C}"/>
                  </a:ext>
                </a:extLst>
              </p:cNvPr>
              <p:cNvSpPr txBox="1"/>
              <p:nvPr/>
            </p:nvSpPr>
            <p:spPr>
              <a:xfrm>
                <a:off x="194865" y="739057"/>
                <a:ext cx="706201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 rtl="0" fontAlgn="ctr">
                  <a:buFont typeface="Wingdings" panose="05000000000000000000" pitchFamily="2" charset="2"/>
                  <a:buChar char="q"/>
                </a:pPr>
                <a:r>
                  <a:rPr lang="en-US" sz="2600" b="1" dirty="0" err="1"/>
                  <a:t>Xác</a:t>
                </a:r>
                <a:r>
                  <a:rPr lang="en-US" sz="2600" b="1" dirty="0"/>
                  <a:t> </a:t>
                </a:r>
                <a:r>
                  <a:rPr lang="en-US" sz="2600" b="1" dirty="0" err="1"/>
                  <a:t>định</a:t>
                </a:r>
                <a:r>
                  <a:rPr lang="en-US" sz="26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𝒐𝒄</m:t>
                        </m:r>
                      </m:sub>
                    </m:sSub>
                  </m:oMath>
                </a14:m>
                <a:r>
                  <a:rPr lang="en-US" sz="2600" b="1" dirty="0">
                    <a:effectLst/>
                  </a:rPr>
                  <a:t> </a:t>
                </a:r>
                <a:r>
                  <a:rPr lang="en-US" sz="2600" b="1" dirty="0" err="1">
                    <a:effectLst/>
                  </a:rPr>
                  <a:t>theo</a:t>
                </a:r>
                <a:r>
                  <a:rPr lang="en-US" sz="2600" b="1" dirty="0">
                    <a:effectLst/>
                  </a:rPr>
                  <a:t> SoC</a:t>
                </a:r>
              </a:p>
              <a:p>
                <a:pPr rtl="0" fontAlgn="ctr"/>
                <a:endParaRPr lang="vi-VN" sz="2600" b="1" dirty="0">
                  <a:effectLst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B1B958-2112-7B31-B34A-EE9D8EBC6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65" y="739057"/>
                <a:ext cx="7062019" cy="923330"/>
              </a:xfrm>
              <a:prstGeom prst="rect">
                <a:avLst/>
              </a:prstGeom>
              <a:blipFill>
                <a:blip r:embed="rId19"/>
                <a:stretch>
                  <a:fillRect l="-1382" t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7B74C05-EA09-13D3-94E3-E4E2013BA895}"/>
                  </a:ext>
                </a:extLst>
              </p:cNvPr>
              <p:cNvSpPr txBox="1"/>
              <p:nvPr/>
            </p:nvSpPr>
            <p:spPr>
              <a:xfrm>
                <a:off x="874179" y="5331956"/>
                <a:ext cx="2228850" cy="896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7B74C05-EA09-13D3-94E3-E4E2013BA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179" y="5331956"/>
                <a:ext cx="2228850" cy="89614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B578725F-1885-6209-472C-5EC9ECEB2AAF}"/>
              </a:ext>
            </a:extLst>
          </p:cNvPr>
          <p:cNvSpPr txBox="1"/>
          <p:nvPr/>
        </p:nvSpPr>
        <p:spPr>
          <a:xfrm>
            <a:off x="301491" y="1338924"/>
            <a:ext cx="58154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 err="1"/>
              <a:t>Sạc</a:t>
            </a:r>
            <a:r>
              <a:rPr lang="en-US" sz="2000" dirty="0"/>
              <a:t> pin </a:t>
            </a:r>
            <a:r>
              <a:rPr lang="en-US" sz="2000" dirty="0" err="1"/>
              <a:t>đầy</a:t>
            </a:r>
            <a:r>
              <a:rPr lang="en-US" sz="2000" dirty="0"/>
              <a:t> (100%) -&gt; </a:t>
            </a:r>
            <a:r>
              <a:rPr lang="en-US" sz="2000" dirty="0" err="1"/>
              <a:t>xả</a:t>
            </a:r>
            <a:r>
              <a:rPr lang="en-US" sz="2000" dirty="0"/>
              <a:t> </a:t>
            </a:r>
            <a:r>
              <a:rPr lang="en-US" sz="2000" dirty="0" err="1"/>
              <a:t>từng</a:t>
            </a:r>
            <a:r>
              <a:rPr lang="en-US" sz="2000" dirty="0"/>
              <a:t> 10% -&gt; </a:t>
            </a:r>
            <a:r>
              <a:rPr lang="en-US" sz="2000" dirty="0" err="1"/>
              <a:t>cho</a:t>
            </a:r>
            <a:r>
              <a:rPr lang="en-US" sz="2000" dirty="0"/>
              <a:t> pin </a:t>
            </a:r>
            <a:r>
              <a:rPr lang="en-US" sz="2000" dirty="0" err="1"/>
              <a:t>nghỉ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đo</a:t>
            </a:r>
            <a:r>
              <a:rPr lang="en-US" sz="2000" dirty="0"/>
              <a:t> OCV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B76B84-3986-7A9B-4E02-D41470B813BA}"/>
                  </a:ext>
                </a:extLst>
              </p:cNvPr>
              <p:cNvSpPr txBox="1"/>
              <p:nvPr/>
            </p:nvSpPr>
            <p:spPr>
              <a:xfrm>
                <a:off x="49142" y="2237768"/>
                <a:ext cx="706201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 fontAlgn="ctr">
                  <a:buFont typeface="Wingdings" panose="05000000000000000000" pitchFamily="2" charset="2"/>
                  <a:buChar char="q"/>
                </a:pPr>
                <a:r>
                  <a:rPr lang="en-US" sz="2600" b="1" dirty="0" err="1"/>
                  <a:t>Xác</a:t>
                </a:r>
                <a:r>
                  <a:rPr lang="en-US" sz="2600" b="1" dirty="0"/>
                  <a:t> </a:t>
                </a:r>
                <a:r>
                  <a:rPr lang="en-US" sz="2600" b="1" dirty="0" err="1"/>
                  <a:t>định</a:t>
                </a:r>
                <a:r>
                  <a:rPr lang="en-US" sz="26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2600" b="1" dirty="0">
                  <a:effectLst/>
                </a:endParaRPr>
              </a:p>
              <a:p>
                <a:pPr rtl="0" fontAlgn="ctr"/>
                <a:endParaRPr lang="vi-VN" sz="2600" b="1" dirty="0">
                  <a:effectLst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B76B84-3986-7A9B-4E02-D41470B81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2" y="2237768"/>
                <a:ext cx="7062019" cy="923330"/>
              </a:xfrm>
              <a:prstGeom prst="rect">
                <a:avLst/>
              </a:prstGeom>
              <a:blipFill>
                <a:blip r:embed="rId21"/>
                <a:stretch>
                  <a:fillRect l="-1294" t="-4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>
            <a:extLst>
              <a:ext uri="{FF2B5EF4-FFF2-40B4-BE49-F238E27FC236}">
                <a16:creationId xmlns:a16="http://schemas.microsoft.com/office/drawing/2014/main" id="{C38011C3-3AA0-C15A-3881-E26470B1CA1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66277" y="2906195"/>
            <a:ext cx="3642239" cy="23851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0268D50-630C-47E4-B85F-5858697B2098}"/>
                  </a:ext>
                </a:extLst>
              </p:cNvPr>
              <p:cNvSpPr txBox="1"/>
              <p:nvPr/>
            </p:nvSpPr>
            <p:spPr>
              <a:xfrm>
                <a:off x="3827546" y="5430467"/>
                <a:ext cx="498097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2000" dirty="0"/>
                  <a:t>: OCV </a:t>
                </a:r>
                <a:r>
                  <a:rPr lang="en-US" sz="2000" dirty="0" err="1"/>
                  <a:t>của</a:t>
                </a:r>
                <a:r>
                  <a:rPr lang="en-US" sz="2000" dirty="0"/>
                  <a:t> pin </a:t>
                </a:r>
                <a:r>
                  <a:rPr lang="en-US" sz="2000" dirty="0" err="1"/>
                  <a:t>trước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khi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sạc</a:t>
                </a:r>
                <a:endParaRPr lang="en-US" sz="20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sz="2000" dirty="0"/>
                  <a:t>: </a:t>
                </a:r>
                <a:r>
                  <a:rPr lang="en-US" sz="2000" dirty="0" err="1"/>
                  <a:t>điện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áp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của</a:t>
                </a:r>
                <a:r>
                  <a:rPr lang="en-US" sz="2000" dirty="0"/>
                  <a:t> pin </a:t>
                </a:r>
                <a:r>
                  <a:rPr lang="en-US" sz="2000" dirty="0" err="1"/>
                  <a:t>ngay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khi</a:t>
                </a:r>
                <a:r>
                  <a:rPr lang="en-US" sz="2000" dirty="0"/>
                  <a:t> I = 1.5A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0268D50-630C-47E4-B85F-5858697B2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546" y="5430467"/>
                <a:ext cx="4980970" cy="707886"/>
              </a:xfrm>
              <a:prstGeom prst="rect">
                <a:avLst/>
              </a:prstGeom>
              <a:blipFill>
                <a:blip r:embed="rId23"/>
                <a:stretch>
                  <a:fillRect l="-1102" t="-6034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7032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22996-ED6B-00BE-3C93-17A22B490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F642EB1-700A-702F-ECF6-C5DD6D0B20F3}"/>
              </a:ext>
            </a:extLst>
          </p:cNvPr>
          <p:cNvSpPr/>
          <p:nvPr/>
        </p:nvSpPr>
        <p:spPr>
          <a:xfrm>
            <a:off x="7421861" y="4388746"/>
            <a:ext cx="2317874" cy="990585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FC432-C314-C42B-2ED8-CC786B29EE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3/29/2025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8C1262-D42B-CEED-07D0-5382757F9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0F6647-3A8C-EB24-D957-546BDDE98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II. </a:t>
            </a:r>
            <a:r>
              <a:rPr lang="en-US" sz="3600" dirty="0" err="1">
                <a:latin typeface="+mj-lt"/>
              </a:rPr>
              <a:t>Mô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hình</a:t>
            </a:r>
            <a:r>
              <a:rPr lang="en-US" sz="3600" dirty="0">
                <a:latin typeface="+mj-lt"/>
              </a:rPr>
              <a:t> Thevenin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D1D875-33D6-079E-B68B-93AE79CB33CC}"/>
                  </a:ext>
                </a:extLst>
              </p:cNvPr>
              <p:cNvSpPr txBox="1"/>
              <p:nvPr/>
            </p:nvSpPr>
            <p:spPr>
              <a:xfrm>
                <a:off x="194865" y="739057"/>
                <a:ext cx="7062019" cy="961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 fontAlgn="ctr">
                  <a:buFont typeface="Wingdings" panose="05000000000000000000" pitchFamily="2" charset="2"/>
                  <a:buChar char="q"/>
                </a:pPr>
                <a:r>
                  <a:rPr lang="en-US" sz="2600" b="1" dirty="0"/>
                  <a:t>Xác </a:t>
                </a:r>
                <a:r>
                  <a:rPr lang="en-US" sz="2600" b="1" dirty="0" err="1"/>
                  <a:t>định</a:t>
                </a:r>
                <a:r>
                  <a:rPr lang="en-US" sz="26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sz="2600" b="1" dirty="0" err="1">
                    <a:effectLst/>
                  </a:rPr>
                  <a:t>và</a:t>
                </a:r>
                <a:r>
                  <a:rPr lang="en-US" sz="2600" b="1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1" i="1" smtClean="0">
                            <a:effectLst/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600" b="1" i="1" smtClean="0">
                            <a:effectLst/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endParaRPr lang="en-US" sz="2600" b="1" dirty="0">
                  <a:effectLst/>
                </a:endParaRPr>
              </a:p>
              <a:p>
                <a:pPr rtl="0" fontAlgn="ctr"/>
                <a:endParaRPr lang="vi-VN" sz="2600" b="1" dirty="0">
                  <a:effectLst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D1D875-33D6-079E-B68B-93AE79CB3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65" y="739057"/>
                <a:ext cx="7062019" cy="961930"/>
              </a:xfrm>
              <a:prstGeom prst="rect">
                <a:avLst/>
              </a:prstGeom>
              <a:blipFill>
                <a:blip r:embed="rId3"/>
                <a:stretch>
                  <a:fillRect l="-1382" t="-2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74F9559-4AB7-EB21-9663-512E7BB9E166}"/>
                  </a:ext>
                </a:extLst>
              </p:cNvPr>
              <p:cNvSpPr txBox="1"/>
              <p:nvPr/>
            </p:nvSpPr>
            <p:spPr>
              <a:xfrm>
                <a:off x="3921523" y="3141535"/>
                <a:ext cx="5077416" cy="5232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i="1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p</m:t>
                                </m:r>
                              </m:sub>
                            </m:sSub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p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74F9559-4AB7-EB21-9663-512E7BB9E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523" y="3141535"/>
                <a:ext cx="507741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4D307989-B52D-FBFC-FF65-0F7ED46E19DD}"/>
              </a:ext>
            </a:extLst>
          </p:cNvPr>
          <p:cNvSpPr txBox="1"/>
          <p:nvPr/>
        </p:nvSpPr>
        <p:spPr>
          <a:xfrm>
            <a:off x="4336996" y="2838990"/>
            <a:ext cx="4194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Phương </a:t>
            </a:r>
            <a:r>
              <a:rPr lang="en-US" sz="2000" dirty="0" err="1"/>
              <a:t>trình</a:t>
            </a:r>
            <a:r>
              <a:rPr lang="en-US" sz="2000" dirty="0"/>
              <a:t> vi </a:t>
            </a:r>
            <a:r>
              <a:rPr lang="en-US" sz="2000" dirty="0" err="1"/>
              <a:t>phân</a:t>
            </a:r>
            <a:r>
              <a:rPr lang="en-US" sz="2000" dirty="0"/>
              <a:t> </a:t>
            </a:r>
            <a:r>
              <a:rPr lang="en-US" sz="2000" dirty="0" err="1"/>
              <a:t>thuần</a:t>
            </a:r>
            <a:r>
              <a:rPr lang="en-US" sz="2000" dirty="0"/>
              <a:t> </a:t>
            </a:r>
            <a:r>
              <a:rPr lang="en-US" sz="2000" dirty="0" err="1"/>
              <a:t>nhất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4E2364F-53BA-34E4-B431-5CA5255EB75E}"/>
                  </a:ext>
                </a:extLst>
              </p:cNvPr>
              <p:cNvSpPr txBox="1"/>
              <p:nvPr/>
            </p:nvSpPr>
            <p:spPr>
              <a:xfrm>
                <a:off x="4336996" y="3724643"/>
                <a:ext cx="4965176" cy="427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Thời </a:t>
                </a:r>
                <a:r>
                  <a:rPr lang="en-US" sz="2000" dirty="0" err="1"/>
                  <a:t>gian</a:t>
                </a:r>
                <a:r>
                  <a:rPr lang="en-US" sz="2000" dirty="0"/>
                  <a:t> pin </a:t>
                </a:r>
                <a:r>
                  <a:rPr lang="en-US" sz="2000" dirty="0" err="1"/>
                  <a:t>nghỉ</a:t>
                </a:r>
                <a:r>
                  <a:rPr lang="en-US" sz="2000" dirty="0"/>
                  <a:t> </a:t>
                </a:r>
                <a:r>
                  <a:rPr lang="en-US" sz="2000" dirty="0" err="1"/>
                  <a:t>đủ</a:t>
                </a:r>
                <a:r>
                  <a:rPr lang="en-US" sz="2000" dirty="0"/>
                  <a:t> </a:t>
                </a:r>
                <a:r>
                  <a:rPr lang="en-US" sz="2000" dirty="0" err="1"/>
                  <a:t>lâu</a:t>
                </a:r>
                <a:r>
                  <a:rPr lang="en-US" sz="2000" dirty="0"/>
                  <a:t> -&gt;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i="1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4E2364F-53BA-34E4-B431-5CA5255EB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996" y="3724643"/>
                <a:ext cx="4965176" cy="427425"/>
              </a:xfrm>
              <a:prstGeom prst="rect">
                <a:avLst/>
              </a:prstGeom>
              <a:blipFill>
                <a:blip r:embed="rId5"/>
                <a:stretch>
                  <a:fillRect l="-1104" t="-11429" b="-1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309DF8F-7585-BD4E-A207-ACCA89AE8DB1}"/>
                  </a:ext>
                </a:extLst>
              </p:cNvPr>
              <p:cNvSpPr txBox="1"/>
              <p:nvPr/>
            </p:nvSpPr>
            <p:spPr>
              <a:xfrm>
                <a:off x="4582498" y="4515445"/>
                <a:ext cx="2228205" cy="7579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×(1−</m:t>
                        </m:r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200" dirty="0"/>
                  <a:t>      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309DF8F-7585-BD4E-A207-ACCA89AE8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498" y="4515445"/>
                <a:ext cx="2228205" cy="7579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F03FB1-7080-B632-6424-5C3F5449E6CE}"/>
                  </a:ext>
                </a:extLst>
              </p:cNvPr>
              <p:cNvSpPr txBox="1"/>
              <p:nvPr/>
            </p:nvSpPr>
            <p:spPr>
              <a:xfrm>
                <a:off x="4336996" y="5510128"/>
                <a:ext cx="56564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000" dirty="0"/>
                  <a:t>: </a:t>
                </a:r>
                <a:r>
                  <a:rPr lang="en-US" sz="2000" dirty="0" err="1"/>
                  <a:t>điện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áp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của</a:t>
                </a:r>
                <a:r>
                  <a:rPr lang="en-US" sz="2000" dirty="0"/>
                  <a:t> pin </a:t>
                </a:r>
                <a:r>
                  <a:rPr lang="en-US" sz="2000" dirty="0" err="1"/>
                  <a:t>ngay</a:t>
                </a:r>
                <a:r>
                  <a:rPr lang="en-US" sz="2000" dirty="0"/>
                  <a:t> trước khi ngắt sạc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t: </a:t>
                </a:r>
                <a:r>
                  <a:rPr lang="en-US" sz="2000" dirty="0" err="1"/>
                  <a:t>thời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gian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sạc</a:t>
                </a:r>
                <a:r>
                  <a:rPr lang="en-US" sz="2000" dirty="0"/>
                  <a:t>(s)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F03FB1-7080-B632-6424-5C3F5449E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996" y="5510128"/>
                <a:ext cx="5656491" cy="707886"/>
              </a:xfrm>
              <a:prstGeom prst="rect">
                <a:avLst/>
              </a:prstGeom>
              <a:blipFill>
                <a:blip r:embed="rId7"/>
                <a:stretch>
                  <a:fillRect l="-970" t="-6034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399992A4-20EB-8CE3-2641-370FC791B74F}"/>
              </a:ext>
            </a:extLst>
          </p:cNvPr>
          <p:cNvGrpSpPr/>
          <p:nvPr/>
        </p:nvGrpSpPr>
        <p:grpSpPr>
          <a:xfrm>
            <a:off x="114677" y="1388138"/>
            <a:ext cx="3492642" cy="2238501"/>
            <a:chOff x="449958" y="1521185"/>
            <a:chExt cx="3492642" cy="223850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18CB4EC-5893-E644-3991-ADCF5E4EE1A9}"/>
                </a:ext>
              </a:extLst>
            </p:cNvPr>
            <p:cNvGrpSpPr/>
            <p:nvPr/>
          </p:nvGrpSpPr>
          <p:grpSpPr>
            <a:xfrm>
              <a:off x="449958" y="1521185"/>
              <a:ext cx="3492642" cy="2238501"/>
              <a:chOff x="180870" y="1208951"/>
              <a:chExt cx="3492642" cy="2238501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0CE092DD-7F24-0626-E54D-EFCC3F7EB651}"/>
                  </a:ext>
                </a:extLst>
              </p:cNvPr>
              <p:cNvGrpSpPr/>
              <p:nvPr/>
            </p:nvGrpSpPr>
            <p:grpSpPr>
              <a:xfrm>
                <a:off x="180870" y="1208951"/>
                <a:ext cx="3492642" cy="2238501"/>
                <a:chOff x="180870" y="1208951"/>
                <a:chExt cx="3492642" cy="2238501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DB068868-AA37-D8A4-F333-D2C3F0723FBA}"/>
                    </a:ext>
                  </a:extLst>
                </p:cNvPr>
                <p:cNvGrpSpPr/>
                <p:nvPr/>
              </p:nvGrpSpPr>
              <p:grpSpPr>
                <a:xfrm>
                  <a:off x="180870" y="1208951"/>
                  <a:ext cx="3485393" cy="2238501"/>
                  <a:chOff x="1788705" y="1381017"/>
                  <a:chExt cx="3485393" cy="2238501"/>
                </a:xfrm>
              </p:grpSpPr>
              <p:pic>
                <p:nvPicPr>
                  <p:cNvPr id="28" name="Picture 27" descr="A diagram of a circuit&#10;&#10;Description automatically generated">
                    <a:extLst>
                      <a:ext uri="{FF2B5EF4-FFF2-40B4-BE49-F238E27FC236}">
                        <a16:creationId xmlns:a16="http://schemas.microsoft.com/office/drawing/2014/main" id="{DBCB804D-88F6-557B-E792-ADAE8ADE446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74311" r="24757"/>
                  <a:stretch/>
                </p:blipFill>
                <p:spPr>
                  <a:xfrm>
                    <a:off x="1941503" y="1381017"/>
                    <a:ext cx="3324648" cy="2238501"/>
                  </a:xfrm>
                  <a:prstGeom prst="rect">
                    <a:avLst/>
                  </a:prstGeom>
                </p:spPr>
              </p:pic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9" name="TextBox 28">
                        <a:extLst>
                          <a:ext uri="{FF2B5EF4-FFF2-40B4-BE49-F238E27FC236}">
                            <a16:creationId xmlns:a16="http://schemas.microsoft.com/office/drawing/2014/main" id="{55488E9B-37EB-9FC0-64AA-2275FA3EDDA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051228" y="2500267"/>
                        <a:ext cx="254300" cy="2347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b="1" dirty="0"/>
                      </a:p>
                    </p:txBody>
                  </p:sp>
                </mc:Choice>
                <mc:Fallback xmlns="">
                  <p:sp>
                    <p:nvSpPr>
                      <p:cNvPr id="12" name="TextBox 11">
                        <a:extLst>
                          <a:ext uri="{FF2B5EF4-FFF2-40B4-BE49-F238E27FC236}">
                            <a16:creationId xmlns:a16="http://schemas.microsoft.com/office/drawing/2014/main" id="{BE40A0CB-7415-5095-6755-BDDA1465B28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51228" y="2500267"/>
                        <a:ext cx="254300" cy="234744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 l="-16667" r="-2381" b="-1842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" name="TextBox 29">
                        <a:extLst>
                          <a:ext uri="{FF2B5EF4-FFF2-40B4-BE49-F238E27FC236}">
                            <a16:creationId xmlns:a16="http://schemas.microsoft.com/office/drawing/2014/main" id="{3FBEFC03-D52F-8082-346C-F851F6F9A3E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051228" y="1582405"/>
                        <a:ext cx="241476" cy="2347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b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4" name="TextBox 13">
                        <a:extLst>
                          <a:ext uri="{FF2B5EF4-FFF2-40B4-BE49-F238E27FC236}">
                            <a16:creationId xmlns:a16="http://schemas.microsoft.com/office/drawing/2014/main" id="{9C04BA74-28FB-5460-1BBC-7822F65F10B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51228" y="1582405"/>
                        <a:ext cx="241476" cy="234744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 l="-17949" r="-5128" b="-1794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1" name="TextBox 30">
                        <a:extLst>
                          <a:ext uri="{FF2B5EF4-FFF2-40B4-BE49-F238E27FC236}">
                            <a16:creationId xmlns:a16="http://schemas.microsoft.com/office/drawing/2014/main" id="{D142BDBE-8E0E-6D40-D7AA-05E4DC67547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080222" y="2006087"/>
                        <a:ext cx="254878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b="1" i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5" name="TextBox 14">
                        <a:extLst>
                          <a:ext uri="{FF2B5EF4-FFF2-40B4-BE49-F238E27FC236}">
                            <a16:creationId xmlns:a16="http://schemas.microsoft.com/office/drawing/2014/main" id="{D3DF93C0-65E3-654F-5591-2DE10CDBDF4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080222" y="2006087"/>
                        <a:ext cx="254878" cy="215444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 l="-14634" r="-7317" b="-1428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2" name="TextBox 31">
                        <a:extLst>
                          <a:ext uri="{FF2B5EF4-FFF2-40B4-BE49-F238E27FC236}">
                            <a16:creationId xmlns:a16="http://schemas.microsoft.com/office/drawing/2014/main" id="{200A769A-0A6D-74CD-00C6-3B979CEFE64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788705" y="2735011"/>
                        <a:ext cx="305596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𝒐𝒄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b="1" i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6" name="TextBox 15">
                        <a:extLst>
                          <a:ext uri="{FF2B5EF4-FFF2-40B4-BE49-F238E27FC236}">
                            <a16:creationId xmlns:a16="http://schemas.microsoft.com/office/drawing/2014/main" id="{4327ABF9-F1A7-433B-7044-992C86E48C7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88705" y="2735011"/>
                        <a:ext cx="305596" cy="215444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 l="-14000" b="-833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3" name="TextBox 32">
                        <a:extLst>
                          <a:ext uri="{FF2B5EF4-FFF2-40B4-BE49-F238E27FC236}">
                            <a16:creationId xmlns:a16="http://schemas.microsoft.com/office/drawing/2014/main" id="{251DF02A-C7E3-B166-12D2-C5CB29C8272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55064" y="2797227"/>
                        <a:ext cx="219034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b="1" i="1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0" name="TextBox 19">
                        <a:extLst>
                          <a:ext uri="{FF2B5EF4-FFF2-40B4-BE49-F238E27FC236}">
                            <a16:creationId xmlns:a16="http://schemas.microsoft.com/office/drawing/2014/main" id="{FB97CB16-E5E7-2DB0-BDBD-91208609AA3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055064" y="2797227"/>
                        <a:ext cx="219034" cy="215444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 l="-19444" r="-5556" b="-1428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4" name="TextBox 33">
                        <a:extLst>
                          <a:ext uri="{FF2B5EF4-FFF2-40B4-BE49-F238E27FC236}">
                            <a16:creationId xmlns:a16="http://schemas.microsoft.com/office/drawing/2014/main" id="{3E8D608C-A8C0-6C9B-5733-4594041691F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89240" y="2490819"/>
                        <a:ext cx="15068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200" b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m:oMathPara>
                        </a14:m>
                        <a:endParaRPr lang="en-US" b="1"/>
                      </a:p>
                    </p:txBody>
                  </p:sp>
                </mc:Choice>
                <mc:Fallback xmlns="">
                  <p:sp>
                    <p:nvSpPr>
                      <p:cNvPr id="21" name="TextBox 20">
                        <a:extLst>
                          <a:ext uri="{FF2B5EF4-FFF2-40B4-BE49-F238E27FC236}">
                            <a16:creationId xmlns:a16="http://schemas.microsoft.com/office/drawing/2014/main" id="{F6D711FA-3865-564A-4103-AF99D15E278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089240" y="2490819"/>
                        <a:ext cx="150682" cy="184666"/>
                      </a:xfrm>
                      <a:prstGeom prst="rect">
                        <a:avLst/>
                      </a:prstGeom>
                      <a:blipFill>
                        <a:blip r:embed="rId19"/>
                        <a:stretch>
                          <a:fillRect l="-20000" r="-24000" b="-645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5" name="TextBox 34">
                        <a:extLst>
                          <a:ext uri="{FF2B5EF4-FFF2-40B4-BE49-F238E27FC236}">
                            <a16:creationId xmlns:a16="http://schemas.microsoft.com/office/drawing/2014/main" id="{8785C88F-F86B-48C8-BE35-01E08B1670C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89240" y="3134414"/>
                        <a:ext cx="15068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m:oMathPara>
                        </a14:m>
                        <a:endParaRPr lang="en-US" sz="1200" b="1"/>
                      </a:p>
                    </p:txBody>
                  </p:sp>
                </mc:Choice>
                <mc:Fallback xmlns="">
                  <p:sp>
                    <p:nvSpPr>
                      <p:cNvPr id="22" name="TextBox 21">
                        <a:extLst>
                          <a:ext uri="{FF2B5EF4-FFF2-40B4-BE49-F238E27FC236}">
                            <a16:creationId xmlns:a16="http://schemas.microsoft.com/office/drawing/2014/main" id="{12A88B13-836F-BC11-DFBF-F92A439064D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089240" y="3134414"/>
                        <a:ext cx="150682" cy="184666"/>
                      </a:xfrm>
                      <a:prstGeom prst="rect">
                        <a:avLst/>
                      </a:prstGeom>
                      <a:blipFill>
                        <a:blip r:embed="rId20"/>
                        <a:stretch>
                          <a:fillRect l="-4000" r="-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7DCC696D-638F-D743-48AB-89F8AF47F8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231431" y="2049465"/>
                  <a:ext cx="442081" cy="0"/>
                </a:xfrm>
                <a:prstGeom prst="straightConnector1">
                  <a:avLst/>
                </a:prstGeom>
                <a:ln w="127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A9801895-1965-DB84-B503-A9C7D787B67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01362" y="1787854"/>
                      <a:ext cx="351620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𝑰</m:t>
                            </m:r>
                          </m:oMath>
                        </m:oMathPara>
                      </a14:m>
                      <a:endParaRPr lang="en-US" sz="1400" b="1" i="1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A9801895-1965-DB84-B503-A9C7D787B67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01362" y="1787854"/>
                      <a:ext cx="351620" cy="307777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3ABF54B2-666D-10FB-07C9-70854A8A3A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38090" y="1663797"/>
                <a:ext cx="393341" cy="8179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2CF252BA-58BD-CF9C-7329-D13FB81D521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39761" y="2311171"/>
                <a:ext cx="396658" cy="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95C9FF2B-DFA6-DA69-68BD-8552048EE822}"/>
                      </a:ext>
                    </a:extLst>
                  </p:cNvPr>
                  <p:cNvSpPr txBox="1"/>
                  <p:nvPr/>
                </p:nvSpPr>
                <p:spPr>
                  <a:xfrm>
                    <a:off x="2896128" y="1399180"/>
                    <a:ext cx="281551" cy="2347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𝑪𝒑</m:t>
                              </m:r>
                            </m:sub>
                          </m:sSub>
                        </m:oMath>
                      </m:oMathPara>
                    </a14:m>
                    <a:endParaRPr lang="en-US" sz="1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95C9FF2B-DFA6-DA69-68BD-8552048EE8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6128" y="1399180"/>
                    <a:ext cx="281551" cy="234744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13043" r="-10870" b="-2368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104DEEEB-49A1-B0EC-71F5-489086AC84AB}"/>
                      </a:ext>
                    </a:extLst>
                  </p:cNvPr>
                  <p:cNvSpPr txBox="1"/>
                  <p:nvPr/>
                </p:nvSpPr>
                <p:spPr>
                  <a:xfrm>
                    <a:off x="2720677" y="2270541"/>
                    <a:ext cx="291169" cy="2347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en-US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𝑹𝒑</m:t>
                              </m:r>
                            </m:sub>
                          </m:sSub>
                        </m:oMath>
                      </m:oMathPara>
                    </a14:m>
                    <a:endParaRPr lang="en-US" sz="1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104DEEEB-49A1-B0EC-71F5-489086AC84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0677" y="2270541"/>
                    <a:ext cx="291169" cy="234744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12500" r="-10417" b="-2368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DB8C864-51E7-D3BB-3D95-22C306B17CD1}"/>
                    </a:ext>
                  </a:extLst>
                </p:cNvPr>
                <p:cNvSpPr txBox="1"/>
                <p:nvPr/>
              </p:nvSpPr>
              <p:spPr>
                <a:xfrm>
                  <a:off x="2902748" y="1923598"/>
                  <a:ext cx="131446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5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sz="105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DB8C864-51E7-D3BB-3D95-22C306B17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2748" y="1923598"/>
                  <a:ext cx="131446" cy="161583"/>
                </a:xfrm>
                <a:prstGeom prst="rect">
                  <a:avLst/>
                </a:prstGeom>
                <a:blipFill>
                  <a:blip r:embed="rId24"/>
                  <a:stretch>
                    <a:fillRect l="-22727" r="-13636"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5E21257-D8B1-96E1-780D-454DB70D6A5F}"/>
                    </a:ext>
                  </a:extLst>
                </p:cNvPr>
                <p:cNvSpPr txBox="1"/>
                <p:nvPr/>
              </p:nvSpPr>
              <p:spPr>
                <a:xfrm>
                  <a:off x="2678259" y="1938505"/>
                  <a:ext cx="131446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5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sz="105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5E21257-D8B1-96E1-780D-454DB70D6A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8259" y="1938505"/>
                  <a:ext cx="131446" cy="161583"/>
                </a:xfrm>
                <a:prstGeom prst="rect">
                  <a:avLst/>
                </a:prstGeom>
                <a:blipFill>
                  <a:blip r:embed="rId25"/>
                  <a:stretch>
                    <a:fillRect l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C1DCDE5-2FC8-3C99-EBC2-7DFB9C08B705}"/>
                  </a:ext>
                </a:extLst>
              </p:cNvPr>
              <p:cNvSpPr txBox="1"/>
              <p:nvPr/>
            </p:nvSpPr>
            <p:spPr>
              <a:xfrm>
                <a:off x="4336996" y="1194051"/>
                <a:ext cx="5318234" cy="16565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2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2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2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den>
                    </m:f>
                    <m:r>
                      <a:rPr lang="en-US" sz="2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f>
                      <m:f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sz="22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den>
                    </m:f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C1DCDE5-2FC8-3C99-EBC2-7DFB9C08B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996" y="1194051"/>
                <a:ext cx="5318234" cy="1656544"/>
              </a:xfrm>
              <a:prstGeom prst="rect">
                <a:avLst/>
              </a:prstGeom>
              <a:blipFill>
                <a:blip r:embed="rId26"/>
                <a:stretch>
                  <a:fillRect l="-1260" t="-1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1B0AF5AE-4F8C-B681-D94F-E034FBE52D86}"/>
              </a:ext>
            </a:extLst>
          </p:cNvPr>
          <p:cNvSpPr txBox="1"/>
          <p:nvPr/>
        </p:nvSpPr>
        <p:spPr>
          <a:xfrm>
            <a:off x="3725874" y="842598"/>
            <a:ext cx="4194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 err="1"/>
              <a:t>Xét</a:t>
            </a:r>
            <a:r>
              <a:rPr lang="en-US" sz="2000" b="1" dirty="0"/>
              <a:t> </a:t>
            </a:r>
            <a:r>
              <a:rPr lang="en-US" sz="2000" b="1" dirty="0" err="1"/>
              <a:t>thời</a:t>
            </a:r>
            <a:r>
              <a:rPr lang="en-US" sz="2000" b="1" dirty="0"/>
              <a:t> </a:t>
            </a:r>
            <a:r>
              <a:rPr lang="en-US" sz="2000" b="1" dirty="0" err="1"/>
              <a:t>gian</a:t>
            </a:r>
            <a:r>
              <a:rPr lang="en-US" sz="2000" b="1" dirty="0"/>
              <a:t> </a:t>
            </a:r>
            <a:r>
              <a:rPr lang="en-US" sz="2000" b="1" dirty="0" err="1"/>
              <a:t>sạc</a:t>
            </a:r>
            <a:r>
              <a:rPr lang="en-US" sz="2000" b="1" dirty="0"/>
              <a:t> </a:t>
            </a:r>
            <a:r>
              <a:rPr lang="en-US" sz="2000" b="1" dirty="0" err="1"/>
              <a:t>từ</a:t>
            </a:r>
            <a:r>
              <a:rPr lang="en-US" sz="2000" b="1" dirty="0"/>
              <a:t> E </a:t>
            </a:r>
            <a:r>
              <a:rPr lang="en-US" sz="2000" b="1" dirty="0" err="1"/>
              <a:t>đến</a:t>
            </a:r>
            <a:r>
              <a:rPr lang="en-US" sz="2000" b="1" dirty="0"/>
              <a:t> H 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0C03D2A-89A8-AD5B-4779-06D5E8E51FB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94865" y="3938823"/>
            <a:ext cx="3642239" cy="23851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3A63120-81A3-706C-AF51-E84DC677A4D0}"/>
                  </a:ext>
                </a:extLst>
              </p:cNvPr>
              <p:cNvSpPr txBox="1"/>
              <p:nvPr/>
            </p:nvSpPr>
            <p:spPr>
              <a:xfrm>
                <a:off x="7421861" y="4515445"/>
                <a:ext cx="2317874" cy="806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200" b="1" i="1" smtClean="0">
                                <a:latin typeface="Cambria Math" panose="02040503050406030204" pitchFamily="18" charset="0"/>
                              </a:rPr>
                              <m:t>𝑮</m:t>
                            </m:r>
                          </m:sub>
                        </m:sSub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200" b="1" i="1" smtClean="0">
                                <a:latin typeface="Cambria Math" panose="02040503050406030204" pitchFamily="18" charset="0"/>
                              </a:rPr>
                              <m:t>𝑭</m:t>
                            </m:r>
                          </m:sub>
                        </m:sSub>
                      </m:num>
                      <m:den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×(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𝒕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2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𝒑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200" b="1" dirty="0"/>
                  <a:t> 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3A63120-81A3-706C-AF51-E84DC677A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1861" y="4515445"/>
                <a:ext cx="2317874" cy="80656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59C479D-ABEB-5B45-A2B5-28010A4CE3D0}"/>
              </a:ext>
            </a:extLst>
          </p:cNvPr>
          <p:cNvCxnSpPr>
            <a:cxnSpLocks/>
          </p:cNvCxnSpPr>
          <p:nvPr/>
        </p:nvCxnSpPr>
        <p:spPr>
          <a:xfrm>
            <a:off x="6831136" y="4778782"/>
            <a:ext cx="42574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D01CB9F-4D70-797B-A0C6-DF5C9B268BD6}"/>
                  </a:ext>
                </a:extLst>
              </p14:cNvPr>
              <p14:cNvContentPartPr/>
              <p14:nvPr/>
            </p14:nvContentPartPr>
            <p14:xfrm>
              <a:off x="2025720" y="4197240"/>
              <a:ext cx="7137720" cy="1943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D01CB9F-4D70-797B-A0C6-DF5C9B268BD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016360" y="4187880"/>
                <a:ext cx="7156440" cy="196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0210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B5F8D-5F32-4431-BF47-E55A064AB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C5076D1C-7FC3-C62A-3DD9-8269197D3F07}"/>
              </a:ext>
            </a:extLst>
          </p:cNvPr>
          <p:cNvSpPr/>
          <p:nvPr/>
        </p:nvSpPr>
        <p:spPr>
          <a:xfrm>
            <a:off x="4065087" y="5306672"/>
            <a:ext cx="2366193" cy="703779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12770-D4E2-4F54-FB7A-07D5638CA0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3/29/2025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92977-DBC3-9B40-5502-B9D03A942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CC13C3-6825-E612-F36C-2B43D4500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II. </a:t>
            </a:r>
            <a:r>
              <a:rPr lang="en-US" sz="3600" dirty="0" err="1">
                <a:latin typeface="+mj-lt"/>
              </a:rPr>
              <a:t>Mô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hình</a:t>
            </a:r>
            <a:r>
              <a:rPr lang="en-US" sz="3600" dirty="0">
                <a:latin typeface="+mj-lt"/>
              </a:rPr>
              <a:t> Thevenin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51C380-6DBE-0652-58F4-6597667D9123}"/>
                  </a:ext>
                </a:extLst>
              </p:cNvPr>
              <p:cNvSpPr txBox="1"/>
              <p:nvPr/>
            </p:nvSpPr>
            <p:spPr>
              <a:xfrm>
                <a:off x="194865" y="739057"/>
                <a:ext cx="7062019" cy="961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 fontAlgn="ctr">
                  <a:buFont typeface="Wingdings" panose="05000000000000000000" pitchFamily="2" charset="2"/>
                  <a:buChar char="q"/>
                </a:pPr>
                <a:r>
                  <a:rPr lang="en-US" sz="2600" b="1" dirty="0"/>
                  <a:t>Xác </a:t>
                </a:r>
                <a:r>
                  <a:rPr lang="en-US" sz="2600" b="1" dirty="0" err="1"/>
                  <a:t>định</a:t>
                </a:r>
                <a:r>
                  <a:rPr lang="en-US" sz="26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sz="2600" b="1" dirty="0" err="1">
                    <a:effectLst/>
                  </a:rPr>
                  <a:t>và</a:t>
                </a:r>
                <a:r>
                  <a:rPr lang="en-US" sz="2600" b="1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1" i="1" smtClean="0">
                            <a:effectLst/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600" b="1" i="1" smtClean="0">
                            <a:effectLst/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endParaRPr lang="en-US" sz="2600" b="1" dirty="0">
                  <a:effectLst/>
                </a:endParaRPr>
              </a:p>
              <a:p>
                <a:pPr rtl="0" fontAlgn="ctr"/>
                <a:endParaRPr lang="vi-VN" sz="2600" b="1" dirty="0">
                  <a:effectLst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D1D875-33D6-079E-B68B-93AE79CB3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65" y="739057"/>
                <a:ext cx="7062019" cy="961930"/>
              </a:xfrm>
              <a:prstGeom prst="rect">
                <a:avLst/>
              </a:prstGeom>
              <a:blipFill>
                <a:blip r:embed="rId3"/>
                <a:stretch>
                  <a:fillRect l="-1382" t="-2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4651BC-3479-4A49-D5A1-7028F4852EBB}"/>
                  </a:ext>
                </a:extLst>
              </p:cNvPr>
              <p:cNvSpPr txBox="1"/>
              <p:nvPr/>
            </p:nvSpPr>
            <p:spPr>
              <a:xfrm>
                <a:off x="3769910" y="4177655"/>
                <a:ext cx="6448173" cy="1837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Xét </a:t>
                </a:r>
                <a:r>
                  <a:rPr lang="en-US" sz="2000" dirty="0" err="1"/>
                  <a:t>phương</a:t>
                </a:r>
                <a:r>
                  <a:rPr lang="en-US" sz="2000" dirty="0"/>
                  <a:t> trình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𝑜𝑐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dirty="0" err="1"/>
                  <a:t>tại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điểm</a:t>
                </a:r>
                <a:r>
                  <a:rPr lang="en-US" sz="2000" dirty="0"/>
                  <a:t> K, </a:t>
                </a:r>
                <a:r>
                  <a:rPr lang="en-US" sz="2000" dirty="0" err="1"/>
                  <a:t>coi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𝑜𝑐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không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đổi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và</a:t>
                </a:r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2000" dirty="0"/>
                  <a:t>(</a:t>
                </a:r>
                <a:r>
                  <a:rPr lang="en-US" sz="2000" dirty="0" err="1"/>
                  <a:t>sạc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trong</a:t>
                </a:r>
                <a:r>
                  <a:rPr lang="en-US" sz="2000" dirty="0"/>
                  <a:t> t </a:t>
                </a:r>
                <a:r>
                  <a:rPr lang="en-US" sz="2000" dirty="0" err="1"/>
                  <a:t>ngắn</a:t>
                </a:r>
                <a:r>
                  <a:rPr lang="en-US" sz="2000" dirty="0"/>
                  <a:t>)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ⅇ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endParaRPr lang="en-US" sz="20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sub>
                        </m:s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𝑲</m:t>
                            </m:r>
                          </m:sub>
                        </m:s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sub>
                        </m:sSub>
                      </m:num>
                      <m:den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𝒍𝒏</m:t>
                        </m:r>
                        <m:d>
                          <m:d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𝑮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den>
                    </m:f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4651BC-3479-4A49-D5A1-7028F4852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910" y="4177655"/>
                <a:ext cx="6448173" cy="1837747"/>
              </a:xfrm>
              <a:prstGeom prst="rect">
                <a:avLst/>
              </a:prstGeom>
              <a:blipFill>
                <a:blip r:embed="rId4"/>
                <a:stretch>
                  <a:fillRect l="-945" t="-1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0CCB0402-76DF-0750-5142-CD8A2333E80F}"/>
              </a:ext>
            </a:extLst>
          </p:cNvPr>
          <p:cNvGrpSpPr/>
          <p:nvPr/>
        </p:nvGrpSpPr>
        <p:grpSpPr>
          <a:xfrm>
            <a:off x="-54664" y="1349940"/>
            <a:ext cx="3485393" cy="2238501"/>
            <a:chOff x="449958" y="1521185"/>
            <a:chExt cx="3485393" cy="2238501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133924B-714D-D794-144C-D8370D1E9D3B}"/>
                </a:ext>
              </a:extLst>
            </p:cNvPr>
            <p:cNvGrpSpPr/>
            <p:nvPr/>
          </p:nvGrpSpPr>
          <p:grpSpPr>
            <a:xfrm>
              <a:off x="449958" y="1521185"/>
              <a:ext cx="3485393" cy="2238501"/>
              <a:chOff x="1788705" y="1381017"/>
              <a:chExt cx="3485393" cy="2238501"/>
            </a:xfrm>
          </p:grpSpPr>
          <p:pic>
            <p:nvPicPr>
              <p:cNvPr id="28" name="Picture 27" descr="A diagram of a circuit&#10;&#10;Description automatically generated">
                <a:extLst>
                  <a:ext uri="{FF2B5EF4-FFF2-40B4-BE49-F238E27FC236}">
                    <a16:creationId xmlns:a16="http://schemas.microsoft.com/office/drawing/2014/main" id="{858C460A-039E-5789-0550-7471BD0CF12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4311" r="24757"/>
              <a:stretch/>
            </p:blipFill>
            <p:spPr>
              <a:xfrm>
                <a:off x="1941503" y="1381017"/>
                <a:ext cx="3324648" cy="2238501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608821CC-7D43-98BF-3F9F-867C4AF11B62}"/>
                      </a:ext>
                    </a:extLst>
                  </p:cNvPr>
                  <p:cNvSpPr txBox="1"/>
                  <p:nvPr/>
                </p:nvSpPr>
                <p:spPr>
                  <a:xfrm>
                    <a:off x="4051228" y="2500267"/>
                    <a:ext cx="254300" cy="2347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1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sub>
                          </m:sSub>
                        </m:oMath>
                      </m:oMathPara>
                    </a14:m>
                    <a:endParaRPr lang="en-US" sz="1400" b="1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BE40A0CB-7415-5095-6755-BDDA1465B2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51228" y="2500267"/>
                    <a:ext cx="254300" cy="23474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6667" r="-2381" b="-1842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FD46EA4E-9443-75C2-A4E3-AAD262B4F95F}"/>
                      </a:ext>
                    </a:extLst>
                  </p:cNvPr>
                  <p:cNvSpPr txBox="1"/>
                  <p:nvPr/>
                </p:nvSpPr>
                <p:spPr>
                  <a:xfrm>
                    <a:off x="4051228" y="1582405"/>
                    <a:ext cx="241476" cy="2347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sub>
                          </m:sSub>
                        </m:oMath>
                      </m:oMathPara>
                    </a14:m>
                    <a:endParaRPr lang="en-US" sz="14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9C04BA74-28FB-5460-1BBC-7822F65F10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51228" y="1582405"/>
                    <a:ext cx="241476" cy="23474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7949" r="-5128" b="-1794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731CD185-1924-0A0A-8F5B-CB22D4954761}"/>
                      </a:ext>
                    </a:extLst>
                  </p:cNvPr>
                  <p:cNvSpPr txBox="1"/>
                  <p:nvPr/>
                </p:nvSpPr>
                <p:spPr>
                  <a:xfrm>
                    <a:off x="3080222" y="2006087"/>
                    <a:ext cx="25487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1400" b="1" i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D3DF93C0-65E3-654F-5591-2DE10CDBDF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0222" y="2006087"/>
                    <a:ext cx="254878" cy="21544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4634" r="-7317" b="-1428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F09873C1-D96E-A694-9145-2644280D5DBB}"/>
                      </a:ext>
                    </a:extLst>
                  </p:cNvPr>
                  <p:cNvSpPr txBox="1"/>
                  <p:nvPr/>
                </p:nvSpPr>
                <p:spPr>
                  <a:xfrm>
                    <a:off x="1788705" y="2735011"/>
                    <a:ext cx="305596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𝒐𝒄</m:t>
                              </m:r>
                            </m:sub>
                          </m:sSub>
                        </m:oMath>
                      </m:oMathPara>
                    </a14:m>
                    <a:endParaRPr lang="en-US" sz="1400" b="1" i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4327ABF9-F1A7-433B-7044-992C86E48C7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88705" y="2735011"/>
                    <a:ext cx="305596" cy="21544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4000" b="-8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DFBB44A0-BDBE-10A8-AB6D-2AEDFD6CF6B7}"/>
                      </a:ext>
                    </a:extLst>
                  </p:cNvPr>
                  <p:cNvSpPr txBox="1"/>
                  <p:nvPr/>
                </p:nvSpPr>
                <p:spPr>
                  <a:xfrm>
                    <a:off x="5055064" y="2797227"/>
                    <a:ext cx="219034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oMath>
                      </m:oMathPara>
                    </a14:m>
                    <a:endParaRPr lang="en-US" sz="1400" b="1" i="1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FB97CB16-E5E7-2DB0-BDBD-91208609AA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55064" y="2797227"/>
                    <a:ext cx="219034" cy="21544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19444" r="-5556" b="-1428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213C991A-0E30-253E-BE38-7EF57C9C5109}"/>
                      </a:ext>
                    </a:extLst>
                  </p:cNvPr>
                  <p:cNvSpPr txBox="1"/>
                  <p:nvPr/>
                </p:nvSpPr>
                <p:spPr>
                  <a:xfrm>
                    <a:off x="5089240" y="2490819"/>
                    <a:ext cx="150682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b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US" b="1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F6D711FA-3865-564A-4103-AF99D15E27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89240" y="2490819"/>
                    <a:ext cx="150682" cy="184666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20000" r="-24000" b="-64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C2734D4E-7699-B3F6-9FF4-4F66397AE1A9}"/>
                      </a:ext>
                    </a:extLst>
                  </p:cNvPr>
                  <p:cNvSpPr txBox="1"/>
                  <p:nvPr/>
                </p:nvSpPr>
                <p:spPr>
                  <a:xfrm>
                    <a:off x="5089240" y="3134414"/>
                    <a:ext cx="150682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US" sz="1200" b="1"/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12A88B13-836F-BC11-DFBF-F92A439064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89240" y="3134414"/>
                    <a:ext cx="150682" cy="184666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4000" r="-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38EFD1C-65F4-65AA-6D7F-6577A4470095}"/>
                    </a:ext>
                  </a:extLst>
                </p:cNvPr>
                <p:cNvSpPr txBox="1"/>
                <p:nvPr/>
              </p:nvSpPr>
              <p:spPr>
                <a:xfrm>
                  <a:off x="2902748" y="1923598"/>
                  <a:ext cx="131446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5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sz="105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DB8C864-51E7-D3BB-3D95-22C306B17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2748" y="1923598"/>
                  <a:ext cx="131446" cy="161583"/>
                </a:xfrm>
                <a:prstGeom prst="rect">
                  <a:avLst/>
                </a:prstGeom>
                <a:blipFill>
                  <a:blip r:embed="rId23"/>
                  <a:stretch>
                    <a:fillRect l="-22727" r="-13636"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F3FAB2B-3736-FECA-B1C5-737BEAE48249}"/>
                    </a:ext>
                  </a:extLst>
                </p:cNvPr>
                <p:cNvSpPr txBox="1"/>
                <p:nvPr/>
              </p:nvSpPr>
              <p:spPr>
                <a:xfrm>
                  <a:off x="2678259" y="1938505"/>
                  <a:ext cx="131446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5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sz="105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5E21257-D8B1-96E1-780D-454DB70D6A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8259" y="1938505"/>
                  <a:ext cx="131446" cy="161583"/>
                </a:xfrm>
                <a:prstGeom prst="rect">
                  <a:avLst/>
                </a:prstGeom>
                <a:blipFill>
                  <a:blip r:embed="rId24"/>
                  <a:stretch>
                    <a:fillRect l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AB9B921-D9AE-461A-59F4-B77EA8F72D6B}"/>
                  </a:ext>
                </a:extLst>
              </p:cNvPr>
              <p:cNvSpPr txBox="1"/>
              <p:nvPr/>
            </p:nvSpPr>
            <p:spPr>
              <a:xfrm>
                <a:off x="3645450" y="1551328"/>
                <a:ext cx="7194933" cy="266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2000" dirty="0" err="1"/>
                  <a:t>Đạo</a:t>
                </a:r>
                <a:r>
                  <a:rPr lang="en-US" sz="2000" dirty="0"/>
                  <a:t> </a:t>
                </a:r>
                <a:r>
                  <a:rPr lang="en-US" sz="2000" dirty="0" err="1"/>
                  <a:t>hàm</a:t>
                </a:r>
                <a:r>
                  <a:rPr lang="en-US" sz="2000" dirty="0"/>
                  <a:t> 2 </a:t>
                </a:r>
                <a:r>
                  <a:rPr lang="en-US" sz="2000" dirty="0" err="1"/>
                  <a:t>vế</a:t>
                </a:r>
                <a:r>
                  <a:rPr lang="en-US" sz="2000" dirty="0"/>
                  <a:t> -&gt;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𝑑𝑞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endParaRPr lang="en-US" sz="2000" b="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𝑑𝑖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/>
                  <a:t> , </a:t>
                </a:r>
                <a:r>
                  <a:rPr lang="en-US" sz="2000" dirty="0" err="1"/>
                  <a:t>Nhân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vế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trái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với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𝑑𝑡</m:t>
                        </m:r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endParaRPr lang="en-US" sz="20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dirty="0" err="1"/>
                  <a:t>Tích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phân</a:t>
                </a:r>
                <a:r>
                  <a:rPr lang="en-US" sz="2000" dirty="0"/>
                  <a:t> 2 </a:t>
                </a:r>
                <a:r>
                  <a:rPr lang="en-US" sz="2000" dirty="0" err="1"/>
                  <a:t>vế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endParaRPr lang="en-US" sz="20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ⅇ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AB9B921-D9AE-461A-59F4-B77EA8F72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450" y="1551328"/>
                <a:ext cx="7194933" cy="2665089"/>
              </a:xfrm>
              <a:prstGeom prst="rect">
                <a:avLst/>
              </a:prstGeom>
              <a:blipFill>
                <a:blip r:embed="rId25"/>
                <a:stretch>
                  <a:fillRect l="-763" b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DDF98E3-F80B-E2E3-0D16-06B160B78E3A}"/>
                  </a:ext>
                </a:extLst>
              </p:cNvPr>
              <p:cNvSpPr txBox="1"/>
              <p:nvPr/>
            </p:nvSpPr>
            <p:spPr>
              <a:xfrm>
                <a:off x="3725873" y="842598"/>
                <a:ext cx="5767721" cy="423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000" b="1" dirty="0" err="1"/>
                  <a:t>Xét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thời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gian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nghỉ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từ</a:t>
                </a:r>
                <a:r>
                  <a:rPr lang="en-US" sz="2000" b="1" dirty="0"/>
                  <a:t> H </a:t>
                </a:r>
                <a:r>
                  <a:rPr lang="en-US" sz="2000" b="1" dirty="0" err="1"/>
                  <a:t>đến</a:t>
                </a:r>
                <a:r>
                  <a:rPr lang="en-US" sz="2000" b="1" dirty="0"/>
                  <a:t> I: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sz="2000" b="1" dirty="0"/>
                  <a:t> </a:t>
                </a:r>
                <a:r>
                  <a:rPr lang="en-US" sz="2000" b="1" dirty="0" err="1"/>
                  <a:t>xả</a:t>
                </a:r>
                <a:r>
                  <a:rPr lang="en-US" sz="2000" b="1" dirty="0"/>
                  <a:t> qua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sz="2000" b="1" dirty="0"/>
                  <a:t>   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DDF98E3-F80B-E2E3-0D16-06B160B78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873" y="842598"/>
                <a:ext cx="5767721" cy="423770"/>
              </a:xfrm>
              <a:prstGeom prst="rect">
                <a:avLst/>
              </a:prstGeom>
              <a:blipFill>
                <a:blip r:embed="rId26"/>
                <a:stretch>
                  <a:fillRect l="-951" t="-10000" b="-1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38">
            <a:extLst>
              <a:ext uri="{FF2B5EF4-FFF2-40B4-BE49-F238E27FC236}">
                <a16:creationId xmlns:a16="http://schemas.microsoft.com/office/drawing/2014/main" id="{9DDF6C32-D97B-21B1-FC68-BCBD29BBE29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211" y="3974995"/>
            <a:ext cx="3642239" cy="238518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CDFE22B-8D58-325C-6577-C3164380E966}"/>
              </a:ext>
            </a:extLst>
          </p:cNvPr>
          <p:cNvSpPr/>
          <p:nvPr/>
        </p:nvSpPr>
        <p:spPr>
          <a:xfrm flipH="1">
            <a:off x="2079154" y="2031257"/>
            <a:ext cx="501395" cy="22644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EE44CAA-C76D-FA32-98F7-068AC3F5F99F}"/>
              </a:ext>
            </a:extLst>
          </p:cNvPr>
          <p:cNvCxnSpPr>
            <a:cxnSpLocks/>
          </p:cNvCxnSpPr>
          <p:nvPr/>
        </p:nvCxnSpPr>
        <p:spPr>
          <a:xfrm>
            <a:off x="2450037" y="1991273"/>
            <a:ext cx="55836" cy="39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9AFC77D-7D05-B116-72C8-C61F5CBAAF7B}"/>
              </a:ext>
            </a:extLst>
          </p:cNvPr>
          <p:cNvCxnSpPr>
            <a:cxnSpLocks/>
          </p:cNvCxnSpPr>
          <p:nvPr/>
        </p:nvCxnSpPr>
        <p:spPr>
          <a:xfrm flipH="1">
            <a:off x="2453482" y="2038934"/>
            <a:ext cx="52391" cy="3908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27E29B13-7465-D6FB-87F0-B6B4D20729FA}"/>
              </a:ext>
            </a:extLst>
          </p:cNvPr>
          <p:cNvSpPr/>
          <p:nvPr/>
        </p:nvSpPr>
        <p:spPr>
          <a:xfrm>
            <a:off x="2886930" y="4984877"/>
            <a:ext cx="45719" cy="50445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906DA4A-62F5-E2EB-E3C3-A15C8954230B}"/>
              </a:ext>
            </a:extLst>
          </p:cNvPr>
          <p:cNvSpPr txBox="1"/>
          <p:nvPr/>
        </p:nvSpPr>
        <p:spPr>
          <a:xfrm>
            <a:off x="2762470" y="4707878"/>
            <a:ext cx="248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6D78B70-6EBD-5592-AB0F-D1280FBA64EC}"/>
              </a:ext>
            </a:extLst>
          </p:cNvPr>
          <p:cNvSpPr/>
          <p:nvPr/>
        </p:nvSpPr>
        <p:spPr>
          <a:xfrm>
            <a:off x="7452341" y="5132019"/>
            <a:ext cx="2317874" cy="990585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9D08FF2-FE77-6A14-5BB3-2EE7F0D31DAD}"/>
                  </a:ext>
                </a:extLst>
              </p:cNvPr>
              <p:cNvSpPr txBox="1"/>
              <p:nvPr/>
            </p:nvSpPr>
            <p:spPr>
              <a:xfrm>
                <a:off x="7452341" y="5246453"/>
                <a:ext cx="2317874" cy="7444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𝑮</m:t>
                            </m:r>
                          </m:sub>
                        </m:s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𝑭</m:t>
                            </m:r>
                          </m:sub>
                        </m:sSub>
                      </m:num>
                      <m:den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×(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𝒕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𝒑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000" b="1" dirty="0"/>
                  <a:t> </a:t>
                </a: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9D08FF2-FE77-6A14-5BB3-2EE7F0D31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341" y="5246453"/>
                <a:ext cx="2317874" cy="74449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F2B3900-6BED-F972-4F32-6703E57C27BD}"/>
                  </a:ext>
                </a:extLst>
              </p:cNvPr>
              <p:cNvSpPr txBox="1"/>
              <p:nvPr/>
            </p:nvSpPr>
            <p:spPr>
              <a:xfrm>
                <a:off x="3850343" y="6099101"/>
                <a:ext cx="3154130" cy="394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dirty="0"/>
                  <a:t>Giải HPT -&gt;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sub>
                        </m:s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à 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F2B3900-6BED-F972-4F32-6703E57C2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343" y="6099101"/>
                <a:ext cx="3154130" cy="394210"/>
              </a:xfrm>
              <a:prstGeom prst="rect">
                <a:avLst/>
              </a:prstGeom>
              <a:blipFill>
                <a:blip r:embed="rId29"/>
                <a:stretch>
                  <a:fillRect l="-1354" t="-12500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6929F10-6DB4-E0D9-079C-F6CB7C2AA7A3}"/>
                  </a:ext>
                </a:extLst>
              </p14:cNvPr>
              <p14:cNvContentPartPr/>
              <p14:nvPr/>
            </p14:nvContentPartPr>
            <p14:xfrm>
              <a:off x="1574640" y="2044800"/>
              <a:ext cx="6737760" cy="4483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6929F10-6DB4-E0D9-079C-F6CB7C2AA7A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565280" y="2035440"/>
                <a:ext cx="6756480" cy="450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9005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58EE5-97E0-7F73-5A34-A48B0433F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45F9A-7530-D0D3-F053-9EF8A4D21F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3/29/2025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AEBF1-3B38-1F09-54B2-78DCC625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F150CA-0D45-56A7-B5C3-9A76C2A5D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II. </a:t>
            </a:r>
            <a:r>
              <a:rPr lang="en-US" sz="3600" dirty="0" err="1">
                <a:latin typeface="+mj-lt"/>
              </a:rPr>
              <a:t>Mô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hình</a:t>
            </a:r>
            <a:r>
              <a:rPr lang="en-US" sz="3600" dirty="0">
                <a:latin typeface="+mj-lt"/>
              </a:rPr>
              <a:t> Thevenin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4E89AB-C0AA-DBB7-B4D0-613557BF82EC}"/>
              </a:ext>
            </a:extLst>
          </p:cNvPr>
          <p:cNvSpPr txBox="1"/>
          <p:nvPr/>
        </p:nvSpPr>
        <p:spPr>
          <a:xfrm>
            <a:off x="0" y="800284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/>
              <a:t>Quy </a:t>
            </a:r>
            <a:r>
              <a:rPr lang="en-US" sz="2600" b="1" dirty="0" err="1"/>
              <a:t>trình</a:t>
            </a:r>
            <a:r>
              <a:rPr lang="en-US" sz="2600" b="1" dirty="0"/>
              <a:t> </a:t>
            </a:r>
            <a:r>
              <a:rPr lang="en-US" sz="2600" b="1" dirty="0" err="1"/>
              <a:t>thực</a:t>
            </a:r>
            <a:r>
              <a:rPr lang="en-US" sz="2600" b="1" dirty="0"/>
              <a:t> </a:t>
            </a:r>
            <a:r>
              <a:rPr lang="en-US" sz="2600" b="1" dirty="0" err="1"/>
              <a:t>nghiệm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6B6997A-6C03-8F41-27AB-9E0B04880A8F}"/>
              </a:ext>
            </a:extLst>
          </p:cNvPr>
          <p:cNvSpPr txBox="1"/>
          <p:nvPr/>
        </p:nvSpPr>
        <p:spPr>
          <a:xfrm>
            <a:off x="2127167" y="1550745"/>
            <a:ext cx="1472926" cy="646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Xả</a:t>
            </a:r>
            <a:r>
              <a:rPr lang="en-US" dirty="0"/>
              <a:t> 10% pin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nghỉ</a:t>
            </a:r>
            <a:r>
              <a:rPr lang="en-US" dirty="0"/>
              <a:t> 30p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E871443-6F53-9C5F-D660-485D92267027}"/>
              </a:ext>
            </a:extLst>
          </p:cNvPr>
          <p:cNvCxnSpPr>
            <a:cxnSpLocks/>
            <a:stCxn id="54" idx="3"/>
          </p:cNvCxnSpPr>
          <p:nvPr/>
        </p:nvCxnSpPr>
        <p:spPr>
          <a:xfrm>
            <a:off x="3600093" y="1873911"/>
            <a:ext cx="8813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8CCB504-BD8C-010D-D104-BEE296FDEDAB}"/>
                  </a:ext>
                </a:extLst>
              </p:cNvPr>
              <p:cNvSpPr txBox="1"/>
              <p:nvPr/>
            </p:nvSpPr>
            <p:spPr>
              <a:xfrm>
                <a:off x="4481484" y="1689244"/>
                <a:ext cx="1472926" cy="36933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Đo</a:t>
                </a:r>
                <a:r>
                  <a:rPr lang="en-US" dirty="0"/>
                  <a:t> OCV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dirty="0"/>
                  <a:t>) 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8CCB504-BD8C-010D-D104-BEE296FDE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484" y="1689244"/>
                <a:ext cx="1472926" cy="369332"/>
              </a:xfrm>
              <a:prstGeom prst="rect">
                <a:avLst/>
              </a:prstGeom>
              <a:blipFill>
                <a:blip r:embed="rId3"/>
                <a:stretch>
                  <a:fillRect l="-2893" t="-9836" r="-6612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0383F05-E54A-973E-02B3-43FECA795075}"/>
                  </a:ext>
                </a:extLst>
              </p:cNvPr>
              <p:cNvSpPr txBox="1"/>
              <p:nvPr/>
            </p:nvSpPr>
            <p:spPr>
              <a:xfrm>
                <a:off x="6984301" y="1446412"/>
                <a:ext cx="1720428" cy="1200329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Bắt </a:t>
                </a:r>
                <a:r>
                  <a:rPr lang="en-US" dirty="0" err="1"/>
                  <a:t>đầu</a:t>
                </a:r>
                <a:r>
                  <a:rPr lang="en-US" dirty="0"/>
                  <a:t> </a:t>
                </a:r>
                <a:r>
                  <a:rPr lang="en-US" dirty="0" err="1"/>
                  <a:t>sạc</a:t>
                </a:r>
                <a:r>
                  <a:rPr lang="en-US" dirty="0"/>
                  <a:t>, </a:t>
                </a:r>
                <a:r>
                  <a:rPr lang="en-US" dirty="0" err="1"/>
                  <a:t>lấy</a:t>
                </a:r>
                <a:r>
                  <a:rPr lang="en-US" dirty="0"/>
                  <a:t> V pin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dirty="0"/>
                  <a:t>) </a:t>
                </a:r>
                <a:r>
                  <a:rPr lang="en-US" dirty="0" err="1"/>
                  <a:t>ngay</a:t>
                </a:r>
                <a:r>
                  <a:rPr lang="en-US" dirty="0"/>
                  <a:t> </a:t>
                </a:r>
                <a:r>
                  <a:rPr lang="en-US" dirty="0" err="1"/>
                  <a:t>khi</a:t>
                </a:r>
                <a:r>
                  <a:rPr lang="en-US" dirty="0"/>
                  <a:t> I=1.5A </a:t>
                </a: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0383F05-E54A-973E-02B3-43FECA795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301" y="1446412"/>
                <a:ext cx="1720428" cy="1200329"/>
              </a:xfrm>
              <a:prstGeom prst="rect">
                <a:avLst/>
              </a:prstGeom>
              <a:blipFill>
                <a:blip r:embed="rId4"/>
                <a:stretch>
                  <a:fillRect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E8CD3D3-C04F-0619-3238-650FD63E1061}"/>
              </a:ext>
            </a:extLst>
          </p:cNvPr>
          <p:cNvCxnSpPr>
            <a:cxnSpLocks/>
          </p:cNvCxnSpPr>
          <p:nvPr/>
        </p:nvCxnSpPr>
        <p:spPr>
          <a:xfrm>
            <a:off x="5954410" y="1912917"/>
            <a:ext cx="102989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70CD9F7-E090-61B1-4AC6-9AB73C68B411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7844515" y="2646741"/>
            <a:ext cx="2898" cy="394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0D35AF-6B4B-20B4-6311-BD2A9190C540}"/>
                  </a:ext>
                </a:extLst>
              </p:cNvPr>
              <p:cNvSpPr txBox="1"/>
              <p:nvPr/>
            </p:nvSpPr>
            <p:spPr>
              <a:xfrm>
                <a:off x="6996113" y="3041341"/>
                <a:ext cx="1642233" cy="646331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Đo</a:t>
                </a:r>
                <a:r>
                  <a:rPr lang="en-US" dirty="0"/>
                  <a:t> V </a:t>
                </a:r>
                <a:r>
                  <a:rPr lang="en-US" dirty="0" err="1"/>
                  <a:t>tại</a:t>
                </a:r>
                <a:r>
                  <a:rPr lang="en-US" dirty="0"/>
                  <a:t> </a:t>
                </a:r>
                <a:r>
                  <a:rPr lang="en-US" dirty="0" err="1"/>
                  <a:t>cuối</a:t>
                </a:r>
                <a:r>
                  <a:rPr lang="en-US" dirty="0"/>
                  <a:t> </a:t>
                </a:r>
                <a:r>
                  <a:rPr lang="en-US" dirty="0" err="1"/>
                  <a:t>xung</a:t>
                </a:r>
                <a:r>
                  <a:rPr lang="en-US" dirty="0"/>
                  <a:t> </a:t>
                </a:r>
                <a:r>
                  <a:rPr lang="en-US" dirty="0" err="1"/>
                  <a:t>sạc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dirty="0"/>
                  <a:t>) </a:t>
                </a: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0D35AF-6B4B-20B4-6311-BD2A9190C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113" y="3041341"/>
                <a:ext cx="1642233" cy="646331"/>
              </a:xfrm>
              <a:prstGeom prst="rect">
                <a:avLst/>
              </a:prstGeom>
              <a:blipFill>
                <a:blip r:embed="rId5"/>
                <a:stretch>
                  <a:fillRect t="-5660" r="-1487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F9B31E5-4404-F408-ED34-493CBA8A1CE1}"/>
              </a:ext>
            </a:extLst>
          </p:cNvPr>
          <p:cNvCxnSpPr>
            <a:cxnSpLocks/>
            <a:stCxn id="60" idx="1"/>
          </p:cNvCxnSpPr>
          <p:nvPr/>
        </p:nvCxnSpPr>
        <p:spPr>
          <a:xfrm flipH="1">
            <a:off x="5341157" y="3364507"/>
            <a:ext cx="16549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118AD9B-E0AD-E93B-AD04-F9BE44CDD248}"/>
                  </a:ext>
                </a:extLst>
              </p:cNvPr>
              <p:cNvSpPr txBox="1"/>
              <p:nvPr/>
            </p:nvSpPr>
            <p:spPr>
              <a:xfrm>
                <a:off x="4178152" y="3179971"/>
                <a:ext cx="1133487" cy="36933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Đo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118AD9B-E0AD-E93B-AD04-F9BE44CDD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152" y="3179971"/>
                <a:ext cx="1133487" cy="369332"/>
              </a:xfrm>
              <a:prstGeom prst="rect">
                <a:avLst/>
              </a:prstGeom>
              <a:blipFill>
                <a:blip r:embed="rId6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939DAC5-D79F-4B54-4C68-B96DBE666471}"/>
              </a:ext>
            </a:extLst>
          </p:cNvPr>
          <p:cNvCxnSpPr>
            <a:cxnSpLocks/>
            <a:stCxn id="62" idx="1"/>
          </p:cNvCxnSpPr>
          <p:nvPr/>
        </p:nvCxnSpPr>
        <p:spPr>
          <a:xfrm flipH="1">
            <a:off x="3600093" y="3364637"/>
            <a:ext cx="5780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06F17667-7DF6-3FE9-5FE7-D59F8EF7F0B9}"/>
              </a:ext>
            </a:extLst>
          </p:cNvPr>
          <p:cNvSpPr txBox="1"/>
          <p:nvPr/>
        </p:nvSpPr>
        <p:spPr>
          <a:xfrm>
            <a:off x="202986" y="1550744"/>
            <a:ext cx="1187718" cy="646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Sạc</a:t>
            </a:r>
            <a:r>
              <a:rPr lang="en-US" dirty="0"/>
              <a:t> pin 100%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3571FDD1-113B-6FDA-0FF0-8EC129FA8276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1390704" y="1858060"/>
            <a:ext cx="736463" cy="15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1DAE0AFE-D692-C9F2-A5C3-C5E88300D45B}"/>
              </a:ext>
            </a:extLst>
          </p:cNvPr>
          <p:cNvSpPr txBox="1"/>
          <p:nvPr/>
        </p:nvSpPr>
        <p:spPr>
          <a:xfrm>
            <a:off x="7880283" y="2648035"/>
            <a:ext cx="518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Sạc</a:t>
            </a:r>
            <a:r>
              <a:rPr lang="en-US" dirty="0"/>
              <a:t> 20s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CE986D1A-011D-5E11-9FA9-A599FAB022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451" y="3862439"/>
            <a:ext cx="3642239" cy="2385183"/>
          </a:xfrm>
          <a:prstGeom prst="rect">
            <a:avLst/>
          </a:prstGeom>
        </p:spPr>
      </p:pic>
      <p:sp>
        <p:nvSpPr>
          <p:cNvPr id="91" name="Flowchart: Connector 90">
            <a:extLst>
              <a:ext uri="{FF2B5EF4-FFF2-40B4-BE49-F238E27FC236}">
                <a16:creationId xmlns:a16="http://schemas.microsoft.com/office/drawing/2014/main" id="{335AF270-6010-B459-92F2-6EADBD31C1BD}"/>
              </a:ext>
            </a:extLst>
          </p:cNvPr>
          <p:cNvSpPr/>
          <p:nvPr/>
        </p:nvSpPr>
        <p:spPr>
          <a:xfrm>
            <a:off x="3283170" y="4872321"/>
            <a:ext cx="45719" cy="50445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C027B89-60AF-BEEC-5D87-97713023D018}"/>
              </a:ext>
            </a:extLst>
          </p:cNvPr>
          <p:cNvSpPr txBox="1"/>
          <p:nvPr/>
        </p:nvSpPr>
        <p:spPr>
          <a:xfrm>
            <a:off x="3158710" y="4595322"/>
            <a:ext cx="248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9812F05-566E-85AF-094A-E4E1ACACB545}"/>
              </a:ext>
            </a:extLst>
          </p:cNvPr>
          <p:cNvSpPr txBox="1"/>
          <p:nvPr/>
        </p:nvSpPr>
        <p:spPr>
          <a:xfrm>
            <a:off x="5614496" y="3017367"/>
            <a:ext cx="518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Nghỉ</a:t>
            </a:r>
            <a:r>
              <a:rPr lang="en-US" dirty="0"/>
              <a:t> 20s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C38F60E-4845-6B68-78C0-5CE1AE5A6611}"/>
              </a:ext>
            </a:extLst>
          </p:cNvPr>
          <p:cNvSpPr txBox="1"/>
          <p:nvPr/>
        </p:nvSpPr>
        <p:spPr>
          <a:xfrm>
            <a:off x="2127168" y="3063533"/>
            <a:ext cx="1443408" cy="646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Nghỉ</a:t>
            </a:r>
            <a:r>
              <a:rPr lang="en-US" dirty="0"/>
              <a:t> 3p(</a:t>
            </a:r>
            <a:r>
              <a:rPr lang="en-US" dirty="0" err="1"/>
              <a:t>xả</a:t>
            </a:r>
            <a:r>
              <a:rPr lang="en-US" dirty="0"/>
              <a:t> </a:t>
            </a:r>
            <a:r>
              <a:rPr lang="en-US" dirty="0" err="1"/>
              <a:t>hết</a:t>
            </a:r>
            <a:r>
              <a:rPr lang="en-US" dirty="0"/>
              <a:t>)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6009E4D0-A289-8384-466B-0605281A3392}"/>
              </a:ext>
            </a:extLst>
          </p:cNvPr>
          <p:cNvCxnSpPr>
            <a:cxnSpLocks/>
            <a:stCxn id="104" idx="0"/>
            <a:endCxn id="54" idx="2"/>
          </p:cNvCxnSpPr>
          <p:nvPr/>
        </p:nvCxnSpPr>
        <p:spPr>
          <a:xfrm flipV="1">
            <a:off x="2848872" y="2197076"/>
            <a:ext cx="14758" cy="866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104AE672-EF76-2517-1868-2BF2B00FBBE7}"/>
              </a:ext>
            </a:extLst>
          </p:cNvPr>
          <p:cNvSpPr txBox="1"/>
          <p:nvPr/>
        </p:nvSpPr>
        <p:spPr>
          <a:xfrm>
            <a:off x="4349273" y="3916515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>
                <a:effectLst/>
              </a:rPr>
              <a:t>Kết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qu</a:t>
            </a:r>
            <a:r>
              <a:rPr lang="en-US" sz="2600" b="1" dirty="0" err="1"/>
              <a:t>ả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67EA3023-9E4F-C649-D6DC-C8FCF8EE9949}"/>
                  </a:ext>
                </a:extLst>
              </p:cNvPr>
              <p:cNvSpPr txBox="1"/>
              <p:nvPr/>
            </p:nvSpPr>
            <p:spPr>
              <a:xfrm>
                <a:off x="4017687" y="4554260"/>
                <a:ext cx="5815444" cy="10431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𝒐𝒄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ứng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với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các</a:t>
                </a:r>
                <a:r>
                  <a:rPr lang="en-US" sz="2000" dirty="0"/>
                  <a:t> </a:t>
                </a:r>
                <a:r>
                  <a:rPr lang="en-US" sz="2000" dirty="0" err="1"/>
                  <a:t>giá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trị</a:t>
                </a:r>
                <a:r>
                  <a:rPr lang="en-US" sz="2000" dirty="0"/>
                  <a:t> SoC = 0.1, 0.2, …, 1</a:t>
                </a:r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67EA3023-9E4F-C649-D6DC-C8FCF8EE9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7687" y="4554260"/>
                <a:ext cx="5815444" cy="1043171"/>
              </a:xfrm>
              <a:prstGeom prst="rect">
                <a:avLst/>
              </a:prstGeom>
              <a:blipFill>
                <a:blip r:embed="rId8"/>
                <a:stretch>
                  <a:fillRect l="-943" t="-3509" b="-9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07DF382-B782-E5F8-03DD-44DC08EEFB77}"/>
                  </a:ext>
                </a:extLst>
              </p:cNvPr>
              <p:cNvSpPr txBox="1"/>
              <p:nvPr/>
            </p:nvSpPr>
            <p:spPr>
              <a:xfrm>
                <a:off x="-48271" y="2164646"/>
                <a:ext cx="2818020" cy="657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𝑆𝑜𝐶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𝑆𝑜𝐶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𝑏𝑎𝑡𝑡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07DF382-B782-E5F8-03DD-44DC08EEF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8271" y="2164646"/>
                <a:ext cx="2818020" cy="65768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2072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8B634-3413-2826-9C33-0AB2A553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93A4C62C-9EB9-BEF9-41AC-49C5AEC72AC8}"/>
              </a:ext>
            </a:extLst>
          </p:cNvPr>
          <p:cNvSpPr/>
          <p:nvPr/>
        </p:nvSpPr>
        <p:spPr>
          <a:xfrm>
            <a:off x="7419838" y="2642422"/>
            <a:ext cx="2228849" cy="967177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6F4977E-B658-C475-B736-8D3B88895D7C}"/>
              </a:ext>
            </a:extLst>
          </p:cNvPr>
          <p:cNvSpPr/>
          <p:nvPr/>
        </p:nvSpPr>
        <p:spPr>
          <a:xfrm>
            <a:off x="4833170" y="2673953"/>
            <a:ext cx="2228849" cy="967177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E87390-8D78-F9FD-0816-D0077FD2155F}"/>
              </a:ext>
            </a:extLst>
          </p:cNvPr>
          <p:cNvSpPr/>
          <p:nvPr/>
        </p:nvSpPr>
        <p:spPr>
          <a:xfrm>
            <a:off x="4297682" y="4226011"/>
            <a:ext cx="5608318" cy="662667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2BEA0-B257-18BA-F0B8-A835429AFF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3/29/2025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E722D-16DB-1D52-9AF9-657FBCE7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5C661-6001-D9C6-D58E-C934C8B69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II. </a:t>
            </a:r>
            <a:r>
              <a:rPr lang="en-US" sz="3600" dirty="0" err="1">
                <a:latin typeface="+mj-lt"/>
              </a:rPr>
              <a:t>Mô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hình</a:t>
            </a:r>
            <a:r>
              <a:rPr lang="en-US" sz="3600" dirty="0">
                <a:latin typeface="+mj-lt"/>
              </a:rPr>
              <a:t> DP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71A886-17C8-8C0C-CC59-01205B02E37A}"/>
              </a:ext>
            </a:extLst>
          </p:cNvPr>
          <p:cNvSpPr txBox="1"/>
          <p:nvPr/>
        </p:nvSpPr>
        <p:spPr>
          <a:xfrm>
            <a:off x="0" y="800284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>
                <a:effectLst/>
              </a:rPr>
              <a:t>Công </a:t>
            </a:r>
            <a:r>
              <a:rPr lang="en-US" sz="2600" b="1" dirty="0" err="1">
                <a:effectLst/>
              </a:rPr>
              <a:t>thức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70C985-D1EC-4B0B-BFAA-495495217CFF}"/>
              </a:ext>
            </a:extLst>
          </p:cNvPr>
          <p:cNvSpPr/>
          <p:nvPr/>
        </p:nvSpPr>
        <p:spPr>
          <a:xfrm>
            <a:off x="6036572" y="1228181"/>
            <a:ext cx="2228849" cy="967177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B1EBCA-ED0D-7565-E967-801D3DA44301}"/>
                  </a:ext>
                </a:extLst>
              </p:cNvPr>
              <p:cNvSpPr txBox="1"/>
              <p:nvPr/>
            </p:nvSpPr>
            <p:spPr>
              <a:xfrm>
                <a:off x="6032608" y="1251611"/>
                <a:ext cx="2228850" cy="896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B1EBCA-ED0D-7565-E967-801D3DA44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2608" y="1251611"/>
                <a:ext cx="2228850" cy="8961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EEDC62B-0DE5-264F-F677-5C0E6A4EDACF}"/>
              </a:ext>
            </a:extLst>
          </p:cNvPr>
          <p:cNvSpPr txBox="1"/>
          <p:nvPr/>
        </p:nvSpPr>
        <p:spPr>
          <a:xfrm>
            <a:off x="4297682" y="2304556"/>
            <a:ext cx="4194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 err="1"/>
              <a:t>Xét</a:t>
            </a:r>
            <a:r>
              <a:rPr lang="en-US" sz="2000" b="1" dirty="0"/>
              <a:t> </a:t>
            </a:r>
            <a:r>
              <a:rPr lang="en-US" sz="2000" b="1" dirty="0" err="1"/>
              <a:t>thời</a:t>
            </a:r>
            <a:r>
              <a:rPr lang="en-US" sz="2000" b="1" dirty="0"/>
              <a:t> </a:t>
            </a:r>
            <a:r>
              <a:rPr lang="en-US" sz="2000" b="1" dirty="0" err="1"/>
              <a:t>gian</a:t>
            </a:r>
            <a:r>
              <a:rPr lang="en-US" sz="2000" b="1" dirty="0"/>
              <a:t> </a:t>
            </a:r>
            <a:r>
              <a:rPr lang="en-US" sz="2000" b="1" dirty="0" err="1"/>
              <a:t>sạc</a:t>
            </a:r>
            <a:r>
              <a:rPr lang="en-US" sz="2000" b="1" dirty="0"/>
              <a:t> </a:t>
            </a:r>
            <a:r>
              <a:rPr lang="en-US" sz="2000" b="1" dirty="0" err="1"/>
              <a:t>từ</a:t>
            </a:r>
            <a:r>
              <a:rPr lang="en-US" sz="2000" b="1" dirty="0"/>
              <a:t> E </a:t>
            </a:r>
            <a:r>
              <a:rPr lang="en-US" sz="2000" b="1" dirty="0" err="1"/>
              <a:t>đến</a:t>
            </a:r>
            <a:r>
              <a:rPr lang="en-US" sz="2000" b="1" dirty="0"/>
              <a:t> H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20F04F-E4CD-7010-B457-164250F633C3}"/>
              </a:ext>
            </a:extLst>
          </p:cNvPr>
          <p:cNvSpPr txBox="1"/>
          <p:nvPr/>
        </p:nvSpPr>
        <p:spPr>
          <a:xfrm>
            <a:off x="4596807" y="1511714"/>
            <a:ext cx="5815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 err="1"/>
              <a:t>Nội</a:t>
            </a:r>
            <a:r>
              <a:rPr lang="en-US" sz="2000" dirty="0"/>
              <a:t> </a:t>
            </a:r>
            <a:r>
              <a:rPr lang="en-US" sz="2000" dirty="0" err="1"/>
              <a:t>trở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9B74E7-BC30-DFE4-A184-EE6193801B0C}"/>
                  </a:ext>
                </a:extLst>
              </p:cNvPr>
              <p:cNvSpPr txBox="1"/>
              <p:nvPr/>
            </p:nvSpPr>
            <p:spPr>
              <a:xfrm>
                <a:off x="4918505" y="2840775"/>
                <a:ext cx="2228205" cy="7069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×(1−</m:t>
                        </m:r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200" dirty="0"/>
                  <a:t>     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9B74E7-BC30-DFE4-A184-EE6193801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505" y="2840775"/>
                <a:ext cx="2228205" cy="7069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7BFD22C-6F6F-CFB5-2E4D-12C9E9A2045B}"/>
                  </a:ext>
                </a:extLst>
              </p:cNvPr>
              <p:cNvSpPr txBox="1"/>
              <p:nvPr/>
            </p:nvSpPr>
            <p:spPr>
              <a:xfrm>
                <a:off x="7504529" y="2759474"/>
                <a:ext cx="2228205" cy="7077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×(1−</m:t>
                        </m:r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200" dirty="0"/>
                  <a:t>     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7BFD22C-6F6F-CFB5-2E4D-12C9E9A20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529" y="2759474"/>
                <a:ext cx="2228205" cy="7077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77C6A60-103C-E8F2-E850-2D2EC8ACF9DA}"/>
                  </a:ext>
                </a:extLst>
              </p:cNvPr>
              <p:cNvSpPr txBox="1"/>
              <p:nvPr/>
            </p:nvSpPr>
            <p:spPr>
              <a:xfrm>
                <a:off x="4297682" y="3603341"/>
                <a:ext cx="6050279" cy="15119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000" b="1" dirty="0"/>
                  <a:t>Xét </a:t>
                </a:r>
                <a:r>
                  <a:rPr lang="en-US" sz="2000" b="1" dirty="0" err="1"/>
                  <a:t>thời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gian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nghỉ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từ</a:t>
                </a:r>
                <a:r>
                  <a:rPr lang="en-US" sz="2000" b="1" dirty="0"/>
                  <a:t> H </a:t>
                </a:r>
                <a:r>
                  <a:rPr lang="en-US" sz="2000" b="1" dirty="0" err="1"/>
                  <a:t>đến</a:t>
                </a:r>
                <a:r>
                  <a:rPr lang="en-US" sz="2000" b="1" dirty="0"/>
                  <a:t> I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000" b="1" dirty="0"/>
                  <a:t>Phương </a:t>
                </a:r>
                <a:r>
                  <a:rPr lang="en-US" sz="2000" b="1" dirty="0" err="1"/>
                  <a:t>trình</a:t>
                </a:r>
                <a:r>
                  <a:rPr lang="en-US" sz="2000" b="1" dirty="0"/>
                  <a:t> K2:</a:t>
                </a:r>
              </a:p>
              <a:p>
                <a:r>
                  <a:rPr lang="en-US" sz="2000" b="1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ⅇ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ⅇ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endParaRPr lang="en-US" sz="2000" b="1" dirty="0"/>
              </a:p>
              <a:p>
                <a:r>
                  <a:rPr lang="en-US" sz="2000" b="1" dirty="0"/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77C6A60-103C-E8F2-E850-2D2EC8ACF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82" y="3603341"/>
                <a:ext cx="6050279" cy="1511952"/>
              </a:xfrm>
              <a:prstGeom prst="rect">
                <a:avLst/>
              </a:prstGeom>
              <a:blipFill>
                <a:blip r:embed="rId6"/>
                <a:stretch>
                  <a:fillRect l="-906" t="-20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0924E711-48AB-78A4-939B-07F2B509B4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06" y="1401733"/>
            <a:ext cx="3908957" cy="2065499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0B29F44-B41C-475D-7910-0B4F5F16B88D}"/>
              </a:ext>
            </a:extLst>
          </p:cNvPr>
          <p:cNvCxnSpPr>
            <a:cxnSpLocks/>
          </p:cNvCxnSpPr>
          <p:nvPr/>
        </p:nvCxnSpPr>
        <p:spPr>
          <a:xfrm flipV="1">
            <a:off x="698183" y="1825781"/>
            <a:ext cx="65722" cy="312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41D3FA3-EF7E-A97F-4803-F8C48266B63D}"/>
              </a:ext>
            </a:extLst>
          </p:cNvPr>
          <p:cNvCxnSpPr>
            <a:cxnSpLocks/>
          </p:cNvCxnSpPr>
          <p:nvPr/>
        </p:nvCxnSpPr>
        <p:spPr>
          <a:xfrm>
            <a:off x="698183" y="1867657"/>
            <a:ext cx="65722" cy="441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5EE67FD-21E6-6894-0207-30DBFCD75F19}"/>
                  </a:ext>
                </a:extLst>
              </p:cNvPr>
              <p:cNvSpPr txBox="1"/>
              <p:nvPr/>
            </p:nvSpPr>
            <p:spPr>
              <a:xfrm>
                <a:off x="1853938" y="2033775"/>
                <a:ext cx="131446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105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5EE67FD-21E6-6894-0207-30DBFCD75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938" y="2033775"/>
                <a:ext cx="131446" cy="161583"/>
              </a:xfrm>
              <a:prstGeom prst="rect">
                <a:avLst/>
              </a:prstGeom>
              <a:blipFill>
                <a:blip r:embed="rId8"/>
                <a:stretch>
                  <a:fillRect l="-22727" r="-1363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685A36-2B88-F2DD-597F-879617B66F8A}"/>
                  </a:ext>
                </a:extLst>
              </p:cNvPr>
              <p:cNvSpPr txBox="1"/>
              <p:nvPr/>
            </p:nvSpPr>
            <p:spPr>
              <a:xfrm>
                <a:off x="2831177" y="2033775"/>
                <a:ext cx="131446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105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685A36-2B88-F2DD-597F-879617B66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177" y="2033775"/>
                <a:ext cx="131446" cy="161583"/>
              </a:xfrm>
              <a:prstGeom prst="rect">
                <a:avLst/>
              </a:prstGeom>
              <a:blipFill>
                <a:blip r:embed="rId8"/>
                <a:stretch>
                  <a:fillRect l="-22727" r="-1363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B191AB-5DFC-E5F3-2E0D-6DAB3690102D}"/>
                  </a:ext>
                </a:extLst>
              </p:cNvPr>
              <p:cNvSpPr txBox="1"/>
              <p:nvPr/>
            </p:nvSpPr>
            <p:spPr>
              <a:xfrm>
                <a:off x="1609757" y="2025359"/>
                <a:ext cx="131446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105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B191AB-5DFC-E5F3-2E0D-6DAB36901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57" y="2025359"/>
                <a:ext cx="131446" cy="161583"/>
              </a:xfrm>
              <a:prstGeom prst="rect">
                <a:avLst/>
              </a:prstGeom>
              <a:blipFill>
                <a:blip r:embed="rId9"/>
                <a:stretch>
                  <a:fillRect l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ED5DB07-85F9-B059-9749-8C95409E9092}"/>
                  </a:ext>
                </a:extLst>
              </p:cNvPr>
              <p:cNvSpPr txBox="1"/>
              <p:nvPr/>
            </p:nvSpPr>
            <p:spPr>
              <a:xfrm>
                <a:off x="2586996" y="2031237"/>
                <a:ext cx="131446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105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ED5DB07-85F9-B059-9749-8C95409E9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996" y="2031237"/>
                <a:ext cx="131446" cy="161583"/>
              </a:xfrm>
              <a:prstGeom prst="rect">
                <a:avLst/>
              </a:prstGeom>
              <a:blipFill>
                <a:blip r:embed="rId9"/>
                <a:stretch>
                  <a:fillRect l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>
            <a:extLst>
              <a:ext uri="{FF2B5EF4-FFF2-40B4-BE49-F238E27FC236}">
                <a16:creationId xmlns:a16="http://schemas.microsoft.com/office/drawing/2014/main" id="{598AFB40-66E4-CF6A-CAA0-E18DE68466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7624" y="3767986"/>
            <a:ext cx="3642239" cy="2385183"/>
          </a:xfrm>
          <a:prstGeom prst="rect">
            <a:avLst/>
          </a:prstGeom>
        </p:spPr>
      </p:pic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A71DB0A-19CF-108F-FC84-7C43EB30D0D5}"/>
              </a:ext>
            </a:extLst>
          </p:cNvPr>
          <p:cNvSpPr/>
          <p:nvPr/>
        </p:nvSpPr>
        <p:spPr>
          <a:xfrm>
            <a:off x="3181343" y="4777868"/>
            <a:ext cx="45719" cy="50445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6F87A7-A42E-E649-7F95-2672307B618F}"/>
              </a:ext>
            </a:extLst>
          </p:cNvPr>
          <p:cNvSpPr txBox="1"/>
          <p:nvPr/>
        </p:nvSpPr>
        <p:spPr>
          <a:xfrm>
            <a:off x="3056883" y="4500869"/>
            <a:ext cx="248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F75B338-A626-6839-1083-9DA20B1A36F5}"/>
                  </a:ext>
                </a:extLst>
              </p:cNvPr>
              <p:cNvSpPr txBox="1"/>
              <p:nvPr/>
            </p:nvSpPr>
            <p:spPr>
              <a:xfrm>
                <a:off x="4297682" y="4888678"/>
                <a:ext cx="5250180" cy="1344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1800" b="1" dirty="0"/>
                  <a:t>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b="1" dirty="0"/>
                  <a:t>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b="1" dirty="0"/>
                  <a:t> </a:t>
                </a:r>
                <a:r>
                  <a:rPr lang="en-US" sz="1800" b="1" dirty="0" err="1"/>
                  <a:t>không</a:t>
                </a:r>
                <a:r>
                  <a:rPr lang="en-US" sz="1800" b="1" dirty="0"/>
                  <a:t> </a:t>
                </a:r>
                <a:r>
                  <a:rPr lang="en-US" sz="1800" b="1" dirty="0" err="1"/>
                  <a:t>thể</a:t>
                </a:r>
                <a:r>
                  <a:rPr lang="en-US" sz="1800" b="1" dirty="0"/>
                  <a:t> </a:t>
                </a:r>
                <a:r>
                  <a:rPr lang="en-US" sz="1800" b="1" dirty="0" err="1"/>
                  <a:t>xác</a:t>
                </a:r>
                <a:r>
                  <a:rPr lang="en-US" sz="1800" b="1" dirty="0"/>
                  <a:t> </a:t>
                </a:r>
                <a:r>
                  <a:rPr lang="en-US" sz="1800" b="1" dirty="0" err="1"/>
                  <a:t>định</a:t>
                </a:r>
                <a:r>
                  <a:rPr lang="en-US" sz="1800" b="1" dirty="0"/>
                  <a:t> </a:t>
                </a:r>
                <a:r>
                  <a:rPr lang="en-US" sz="1800" b="1" dirty="0" err="1"/>
                  <a:t>bằng</a:t>
                </a:r>
                <a:r>
                  <a:rPr lang="en-US" sz="1800" b="1" dirty="0"/>
                  <a:t> </a:t>
                </a:r>
                <a:r>
                  <a:rPr lang="en-US" sz="1800" b="1" dirty="0" err="1"/>
                  <a:t>thực</a:t>
                </a:r>
                <a:r>
                  <a:rPr lang="en-US" sz="1800" b="1" dirty="0"/>
                  <a:t> </a:t>
                </a:r>
                <a:r>
                  <a:rPr lang="en-US" sz="1800" b="1" dirty="0" err="1"/>
                  <a:t>nghiệm</a:t>
                </a:r>
                <a:r>
                  <a:rPr lang="en-US" sz="1800" b="1" dirty="0"/>
                  <a:t> -&gt; </a:t>
                </a:r>
                <a:r>
                  <a:rPr lang="en-US" sz="1800" b="1" dirty="0" err="1"/>
                  <a:t>phương</a:t>
                </a:r>
                <a:r>
                  <a:rPr lang="en-US" sz="1800" b="1" dirty="0"/>
                  <a:t> </a:t>
                </a:r>
                <a:r>
                  <a:rPr lang="en-US" sz="1800" b="1" dirty="0" err="1"/>
                  <a:t>pháp</a:t>
                </a:r>
                <a:r>
                  <a:rPr lang="en-US" sz="1800" b="1" dirty="0"/>
                  <a:t> fitting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ⅇ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ⅇ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endParaRPr lang="en-US" sz="1800" b="1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US" sz="1800" b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F75B338-A626-6839-1083-9DA20B1A3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82" y="4888678"/>
                <a:ext cx="5250180" cy="1344727"/>
              </a:xfrm>
              <a:prstGeom prst="rect">
                <a:avLst/>
              </a:prstGeom>
              <a:blipFill>
                <a:blip r:embed="rId11"/>
                <a:stretch>
                  <a:fillRect l="-697" t="-3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8370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31013-6950-9B4A-E6B8-F5459BA86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D5C7886F-AB13-4ACC-64A2-D2E2A74DB34A}"/>
              </a:ext>
            </a:extLst>
          </p:cNvPr>
          <p:cNvSpPr/>
          <p:nvPr/>
        </p:nvSpPr>
        <p:spPr>
          <a:xfrm>
            <a:off x="303211" y="4060991"/>
            <a:ext cx="2324375" cy="225816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338EE8-D36D-2375-7355-F8A750E9BAF0}"/>
              </a:ext>
            </a:extLst>
          </p:cNvPr>
          <p:cNvSpPr/>
          <p:nvPr/>
        </p:nvSpPr>
        <p:spPr>
          <a:xfrm>
            <a:off x="1900197" y="1969322"/>
            <a:ext cx="6203279" cy="811595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98471-A743-A5B2-1027-5965160573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3/29/2025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7CC78-E64D-0CB5-89C3-349CDE563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AB09B4-DF32-566D-76B6-AAE4B82AC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II. </a:t>
            </a:r>
            <a:r>
              <a:rPr lang="en-US" sz="3600" dirty="0" err="1">
                <a:latin typeface="+mj-lt"/>
              </a:rPr>
              <a:t>Mô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hình</a:t>
            </a:r>
            <a:r>
              <a:rPr lang="en-US" sz="3600" dirty="0">
                <a:latin typeface="+mj-lt"/>
              </a:rPr>
              <a:t> DP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67A830-A560-2C02-4E92-F3A0F73CEB6B}"/>
              </a:ext>
            </a:extLst>
          </p:cNvPr>
          <p:cNvSpPr txBox="1"/>
          <p:nvPr/>
        </p:nvSpPr>
        <p:spPr>
          <a:xfrm>
            <a:off x="0" y="733415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>
                <a:effectLst/>
              </a:rPr>
              <a:t>Fitting </a:t>
            </a:r>
            <a:r>
              <a:rPr lang="en-US" sz="2600" b="1" dirty="0" err="1">
                <a:effectLst/>
              </a:rPr>
              <a:t>bằng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Matlab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A6CF0F4-E1DC-40B8-D3DD-13E8A4328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450" y="3894899"/>
            <a:ext cx="3642239" cy="2385183"/>
          </a:xfrm>
          <a:prstGeom prst="rect">
            <a:avLst/>
          </a:prstGeom>
        </p:spPr>
      </p:pic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051A51FE-621A-F383-AFA6-0D92199E3385}"/>
              </a:ext>
            </a:extLst>
          </p:cNvPr>
          <p:cNvSpPr/>
          <p:nvPr/>
        </p:nvSpPr>
        <p:spPr>
          <a:xfrm>
            <a:off x="7865169" y="4904781"/>
            <a:ext cx="45719" cy="50445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AAC91C-2982-7FFF-7BDA-30FD202F7E18}"/>
              </a:ext>
            </a:extLst>
          </p:cNvPr>
          <p:cNvSpPr txBox="1"/>
          <p:nvPr/>
        </p:nvSpPr>
        <p:spPr>
          <a:xfrm>
            <a:off x="7740709" y="4627782"/>
            <a:ext cx="248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7F5B531-29D9-F2AC-D3DE-2E44B949338E}"/>
                  </a:ext>
                </a:extLst>
              </p:cNvPr>
              <p:cNvSpPr txBox="1"/>
              <p:nvPr/>
            </p:nvSpPr>
            <p:spPr>
              <a:xfrm>
                <a:off x="-101557" y="2952995"/>
                <a:ext cx="9539847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200" dirty="0"/>
                  <a:t>Từ </a:t>
                </a:r>
                <a:r>
                  <a:rPr lang="en-US" sz="2200" dirty="0" err="1"/>
                  <a:t>đường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cong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thực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nghiệm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từ</a:t>
                </a:r>
                <a:r>
                  <a:rPr lang="en-US" sz="2200" dirty="0"/>
                  <a:t> H </a:t>
                </a:r>
                <a:r>
                  <a:rPr lang="en-US" sz="2200" dirty="0" err="1"/>
                  <a:t>đến</a:t>
                </a:r>
                <a:r>
                  <a:rPr lang="en-US" sz="2200" dirty="0"/>
                  <a:t> K -&gt; </a:t>
                </a:r>
                <a:r>
                  <a:rPr lang="en-US" sz="2200" dirty="0" err="1"/>
                  <a:t>Dùng</a:t>
                </a:r>
                <a:r>
                  <a:rPr lang="en-US" sz="2200" dirty="0"/>
                  <a:t> </a:t>
                </a:r>
                <a:r>
                  <a:rPr lang="en-US" sz="2200" b="1" dirty="0"/>
                  <a:t>Curve Fitter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của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Matlab</a:t>
                </a:r>
                <a:r>
                  <a:rPr lang="en-US" sz="2200" dirty="0"/>
                  <a:t> </a:t>
                </a:r>
                <a:r>
                  <a:rPr lang="en-US" sz="2200" dirty="0" err="1"/>
                  <a:t>để</a:t>
                </a:r>
                <a:r>
                  <a:rPr lang="en-US" sz="2200" dirty="0"/>
                  <a:t> </a:t>
                </a:r>
                <a:r>
                  <a:rPr lang="en-US" sz="2200" dirty="0" err="1"/>
                  <a:t>ước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lượng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2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200" b="1" dirty="0"/>
                  <a:t>, a, b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US" sz="2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7F5B531-29D9-F2AC-D3DE-2E44B9493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1557" y="2952995"/>
                <a:ext cx="9539847" cy="1107996"/>
              </a:xfrm>
              <a:prstGeom prst="rect">
                <a:avLst/>
              </a:prstGeom>
              <a:blipFill>
                <a:blip r:embed="rId4"/>
                <a:stretch>
                  <a:fillRect l="-703" t="-3297" r="-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F6A1E8-FA29-32FF-EA27-0B9BC675D0A7}"/>
                  </a:ext>
                </a:extLst>
              </p:cNvPr>
              <p:cNvSpPr txBox="1"/>
              <p:nvPr/>
            </p:nvSpPr>
            <p:spPr>
              <a:xfrm>
                <a:off x="2110047" y="993589"/>
                <a:ext cx="5783578" cy="5738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F6A1E8-FA29-32FF-EA27-0B9BC675D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0047" y="993589"/>
                <a:ext cx="5783578" cy="5738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3CA8956-0574-BA2C-BD20-C979CF4A41E7}"/>
                  </a:ext>
                </a:extLst>
              </p:cNvPr>
              <p:cNvSpPr txBox="1"/>
              <p:nvPr/>
            </p:nvSpPr>
            <p:spPr>
              <a:xfrm>
                <a:off x="1976137" y="2172938"/>
                <a:ext cx="6029665" cy="4129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3CA8956-0574-BA2C-BD20-C979CF4A4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137" y="2172938"/>
                <a:ext cx="6029665" cy="412934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633904F-A5B7-C73E-F626-36927E2C374B}"/>
              </a:ext>
            </a:extLst>
          </p:cNvPr>
          <p:cNvCxnSpPr>
            <a:cxnSpLocks/>
          </p:cNvCxnSpPr>
          <p:nvPr/>
        </p:nvCxnSpPr>
        <p:spPr>
          <a:xfrm>
            <a:off x="4720462" y="1567464"/>
            <a:ext cx="0" cy="4018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88856EF-039F-9629-1514-E4D328925C69}"/>
                  </a:ext>
                </a:extLst>
              </p:cNvPr>
              <p:cNvSpPr txBox="1"/>
              <p:nvPr/>
            </p:nvSpPr>
            <p:spPr>
              <a:xfrm>
                <a:off x="500416" y="4258392"/>
                <a:ext cx="5218386" cy="20860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</m:d>
                  </m:oMath>
                </a14:m>
                <a:endParaRPr lang="en-US" sz="2200" b="1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b="1" dirty="0"/>
                  <a:t> 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en-US" sz="2200" b="1" dirty="0"/>
                  <a:t> 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2200" b="1" dirty="0"/>
                  <a:t> 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US" sz="2200" b="1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88856EF-039F-9629-1514-E4D328925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16" y="4258392"/>
                <a:ext cx="5218386" cy="2086084"/>
              </a:xfrm>
              <a:prstGeom prst="rect">
                <a:avLst/>
              </a:prstGeom>
              <a:blipFill>
                <a:blip r:embed="rId7"/>
                <a:stretch>
                  <a:fillRect l="-1285" t="-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4603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40FE2-3432-2101-1B97-8342AA48F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DAFF6-9F24-FCF4-CB10-7472C44F9A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3/29/2025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67C0A-21D6-D9DA-71CB-122C13432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07ED1D-81D3-666D-4874-DC00FC851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II. </a:t>
            </a:r>
            <a:r>
              <a:rPr lang="en-US" sz="3600" dirty="0" err="1">
                <a:latin typeface="+mj-lt"/>
              </a:rPr>
              <a:t>Mô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hình</a:t>
            </a:r>
            <a:r>
              <a:rPr lang="en-US" sz="3600" dirty="0">
                <a:latin typeface="+mj-lt"/>
              </a:rPr>
              <a:t> DP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5AD53B-DE18-80C8-4A48-D79734642C8E}"/>
              </a:ext>
            </a:extLst>
          </p:cNvPr>
          <p:cNvSpPr txBox="1"/>
          <p:nvPr/>
        </p:nvSpPr>
        <p:spPr>
          <a:xfrm>
            <a:off x="0" y="733415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>
                <a:effectLst/>
              </a:rPr>
              <a:t>Fitting </a:t>
            </a:r>
            <a:r>
              <a:rPr lang="en-US" sz="2600" b="1" dirty="0" err="1">
                <a:effectLst/>
              </a:rPr>
              <a:t>bằng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Matlab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39CA48-5C98-4446-A80A-A51E66AFDF98}"/>
              </a:ext>
            </a:extLst>
          </p:cNvPr>
          <p:cNvSpPr txBox="1"/>
          <p:nvPr/>
        </p:nvSpPr>
        <p:spPr>
          <a:xfrm>
            <a:off x="279698" y="1282146"/>
            <a:ext cx="8570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Bước</a:t>
            </a:r>
            <a:r>
              <a:rPr lang="en-US" dirty="0"/>
              <a:t> 1: </a:t>
            </a:r>
            <a:r>
              <a:rPr lang="en-US" dirty="0" err="1"/>
              <a:t>Gõ</a:t>
            </a:r>
            <a:r>
              <a:rPr lang="en-US" dirty="0"/>
              <a:t> </a:t>
            </a:r>
            <a:r>
              <a:rPr lang="en-US" dirty="0" err="1"/>
              <a:t>cftool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sổ</a:t>
            </a:r>
            <a:r>
              <a:rPr lang="en-US" dirty="0"/>
              <a:t> Command Window,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sổ</a:t>
            </a:r>
            <a:r>
              <a:rPr lang="en-US" dirty="0"/>
              <a:t> Curve Fitter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ra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ED2618-381F-C1E6-DF84-D9F5EE56E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3032"/>
            <a:ext cx="9906000" cy="6705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EFC13C1-A32B-FBF3-08A1-3D5FC5BA9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698" y="2464696"/>
            <a:ext cx="9385738" cy="394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518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2E74B-69BD-3D30-82E3-419E67FD1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5335E-EC64-C4B1-47AE-AC8A3B1E52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3/29/2025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7BC1A-1F82-09BA-CFDA-0E8C4C014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DD1EEA-F2F0-43C0-B413-15DFF1AC2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II. </a:t>
            </a:r>
            <a:r>
              <a:rPr lang="en-US" sz="3600" dirty="0" err="1">
                <a:latin typeface="+mj-lt"/>
              </a:rPr>
              <a:t>Mô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hình</a:t>
            </a:r>
            <a:r>
              <a:rPr lang="en-US" sz="3600" dirty="0">
                <a:latin typeface="+mj-lt"/>
              </a:rPr>
              <a:t> DP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298C56-BD97-F311-AB5C-C9A8CF88ACE2}"/>
              </a:ext>
            </a:extLst>
          </p:cNvPr>
          <p:cNvSpPr txBox="1"/>
          <p:nvPr/>
        </p:nvSpPr>
        <p:spPr>
          <a:xfrm>
            <a:off x="0" y="733415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>
                <a:effectLst/>
              </a:rPr>
              <a:t>Fitting </a:t>
            </a:r>
            <a:r>
              <a:rPr lang="en-US" sz="2600" b="1" dirty="0" err="1">
                <a:effectLst/>
              </a:rPr>
              <a:t>bằng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Matlab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D96C6-EE32-76E5-D0D7-9FD28875EAE5}"/>
              </a:ext>
            </a:extLst>
          </p:cNvPr>
          <p:cNvSpPr txBox="1"/>
          <p:nvPr/>
        </p:nvSpPr>
        <p:spPr>
          <a:xfrm>
            <a:off x="279699" y="1282146"/>
            <a:ext cx="8945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Bước</a:t>
            </a:r>
            <a:r>
              <a:rPr lang="en-US" dirty="0"/>
              <a:t> 2: Quay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sổ</a:t>
            </a:r>
            <a:r>
              <a:rPr lang="en-US" dirty="0"/>
              <a:t> Command Window,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(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236DE3-2F03-7C59-E1FC-480547313AEE}"/>
              </a:ext>
            </a:extLst>
          </p:cNvPr>
          <p:cNvSpPr txBox="1"/>
          <p:nvPr/>
        </p:nvSpPr>
        <p:spPr>
          <a:xfrm>
            <a:off x="190361" y="2926855"/>
            <a:ext cx="8945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Bước</a:t>
            </a:r>
            <a:r>
              <a:rPr lang="en-US" dirty="0"/>
              <a:t> 3: </a:t>
            </a:r>
            <a:r>
              <a:rPr lang="en-US" dirty="0" err="1"/>
              <a:t>Chọn</a:t>
            </a:r>
            <a:r>
              <a:rPr lang="en-US" dirty="0"/>
              <a:t> Select data,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trục</a:t>
            </a:r>
            <a:r>
              <a:rPr lang="en-US" dirty="0"/>
              <a:t> x </a:t>
            </a:r>
            <a:r>
              <a:rPr lang="en-US" dirty="0" err="1"/>
              <a:t>là</a:t>
            </a:r>
            <a:r>
              <a:rPr lang="en-US" dirty="0"/>
              <a:t> time,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trục</a:t>
            </a:r>
            <a:r>
              <a:rPr lang="en-US" dirty="0"/>
              <a:t> y </a:t>
            </a:r>
            <a:r>
              <a:rPr lang="en-US" dirty="0" err="1"/>
              <a:t>là</a:t>
            </a:r>
            <a:r>
              <a:rPr lang="en-US" dirty="0"/>
              <a:t> voltage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8484E7-DB32-764D-0BE6-533783D6C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46152"/>
            <a:ext cx="9906000" cy="1058223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0765DBB-9E62-DD91-C62B-3DF48B83AB13}"/>
              </a:ext>
            </a:extLst>
          </p:cNvPr>
          <p:cNvSpPr/>
          <p:nvPr/>
        </p:nvSpPr>
        <p:spPr>
          <a:xfrm flipV="1">
            <a:off x="804672" y="3693593"/>
            <a:ext cx="268224" cy="4572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1B9D6E9-00F6-204F-9918-1D7DADA20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66739"/>
            <a:ext cx="9906000" cy="101229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8986E1F-4CAD-2315-B4E4-310BC074B0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243" y="4290652"/>
            <a:ext cx="3285237" cy="23983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1B077E6-5D43-13BD-4E0A-536C9E14B4AA}"/>
                  </a:ext>
                </a:extLst>
              </p14:cNvPr>
              <p14:cNvContentPartPr/>
              <p14:nvPr/>
            </p14:nvContentPartPr>
            <p14:xfrm>
              <a:off x="1257120" y="1657440"/>
              <a:ext cx="7366680" cy="838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1B077E6-5D43-13BD-4E0A-536C9E14B4A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47760" y="1648080"/>
                <a:ext cx="7385400" cy="85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1214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BC4A5-5082-42BA-A1ED-11EBB9EB2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1BBD6-D20D-4B86-078D-7A60E415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3/29/2025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1EA5C-95D9-AF78-3859-1404EB5D3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F33A09-E8C3-3736-36B3-D0722AE56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II. </a:t>
            </a:r>
            <a:r>
              <a:rPr lang="en-US" sz="3600" dirty="0" err="1">
                <a:latin typeface="+mj-lt"/>
              </a:rPr>
              <a:t>Mô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hình</a:t>
            </a:r>
            <a:r>
              <a:rPr lang="en-US" sz="3600" dirty="0">
                <a:latin typeface="+mj-lt"/>
              </a:rPr>
              <a:t> DP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4810A3-7E42-9A6A-5CCF-16F90949317F}"/>
              </a:ext>
            </a:extLst>
          </p:cNvPr>
          <p:cNvSpPr txBox="1"/>
          <p:nvPr/>
        </p:nvSpPr>
        <p:spPr>
          <a:xfrm>
            <a:off x="0" y="733415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>
                <a:effectLst/>
              </a:rPr>
              <a:t>Fitting </a:t>
            </a:r>
            <a:r>
              <a:rPr lang="en-US" sz="2600" b="1" dirty="0" err="1">
                <a:effectLst/>
              </a:rPr>
              <a:t>bằng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Matlab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527591-5E47-C013-940E-CBFFBD74A5A7}"/>
              </a:ext>
            </a:extLst>
          </p:cNvPr>
          <p:cNvSpPr txBox="1"/>
          <p:nvPr/>
        </p:nvSpPr>
        <p:spPr>
          <a:xfrm>
            <a:off x="279699" y="1282146"/>
            <a:ext cx="8945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Bước</a:t>
            </a:r>
            <a:r>
              <a:rPr lang="en-US" dirty="0"/>
              <a:t> 4: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: Custom Equation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C7AB41-63C9-4A58-D92A-7E5E5B7FB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63073"/>
            <a:ext cx="4984870" cy="383492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4792FAF-0696-BCF8-69F0-19D3A73323EA}"/>
              </a:ext>
            </a:extLst>
          </p:cNvPr>
          <p:cNvSpPr/>
          <p:nvPr/>
        </p:nvSpPr>
        <p:spPr>
          <a:xfrm>
            <a:off x="1749760" y="1651478"/>
            <a:ext cx="6203279" cy="811595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4C6CBD5-B2E6-723E-E210-B309FE69851F}"/>
                  </a:ext>
                </a:extLst>
              </p:cNvPr>
              <p:cNvSpPr txBox="1"/>
              <p:nvPr/>
            </p:nvSpPr>
            <p:spPr>
              <a:xfrm>
                <a:off x="1825700" y="1855094"/>
                <a:ext cx="6029665" cy="4129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4C6CBD5-B2E6-723E-E210-B309FE698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5700" y="1855094"/>
                <a:ext cx="6029665" cy="412934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C731AF43-514B-8F60-0ED3-C0AD7609AC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089" y="2488584"/>
            <a:ext cx="3657860" cy="37569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9BBB1E4-C986-5085-B27E-4B06C6E89778}"/>
                  </a:ext>
                </a:extLst>
              </p14:cNvPr>
              <p14:cNvContentPartPr/>
              <p14:nvPr/>
            </p14:nvContentPartPr>
            <p14:xfrm>
              <a:off x="1746360" y="2260440"/>
              <a:ext cx="5366160" cy="3816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9BBB1E4-C986-5085-B27E-4B06C6E8977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37000" y="2251080"/>
                <a:ext cx="5384880" cy="383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1984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1C49B-D593-7E2F-480D-13CBD99E0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5B85D-3912-BC06-BA7F-21B9F4DF13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3/29/2025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6DEBB-C5AF-3566-B79F-529EF96FA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9BF7D1-AC9F-7FA7-E44A-CB9384EB2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II. </a:t>
            </a:r>
            <a:r>
              <a:rPr lang="en-US" sz="3600" dirty="0" err="1">
                <a:latin typeface="+mj-lt"/>
              </a:rPr>
              <a:t>Mô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hình</a:t>
            </a:r>
            <a:r>
              <a:rPr lang="en-US" sz="3600" dirty="0">
                <a:latin typeface="+mj-lt"/>
              </a:rPr>
              <a:t> DP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227396-9AD7-5922-7971-FD999F9C1F5B}"/>
              </a:ext>
            </a:extLst>
          </p:cNvPr>
          <p:cNvSpPr txBox="1"/>
          <p:nvPr/>
        </p:nvSpPr>
        <p:spPr>
          <a:xfrm>
            <a:off x="0" y="733415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>
                <a:effectLst/>
              </a:rPr>
              <a:t>Fitting </a:t>
            </a:r>
            <a:r>
              <a:rPr lang="en-US" sz="2600" b="1" dirty="0" err="1">
                <a:effectLst/>
              </a:rPr>
              <a:t>bằng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Matlab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52272C-0C1C-9124-F3DC-B1D9C0A9507A}"/>
              </a:ext>
            </a:extLst>
          </p:cNvPr>
          <p:cNvSpPr txBox="1"/>
          <p:nvPr/>
        </p:nvSpPr>
        <p:spPr>
          <a:xfrm>
            <a:off x="279699" y="1282146"/>
            <a:ext cx="8945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Bước</a:t>
            </a:r>
            <a:r>
              <a:rPr lang="en-US" dirty="0"/>
              <a:t> 6: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346F85E-5E60-27F8-83BD-908417F03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675" y="1675139"/>
            <a:ext cx="6403312" cy="29541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1DC1D6B-EB16-816C-4903-4310F3278F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617" y="4642889"/>
            <a:ext cx="4315427" cy="18290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CB785E2-AB54-0756-0D51-AECF2520640E}"/>
                  </a:ext>
                </a:extLst>
              </p14:cNvPr>
              <p14:cNvContentPartPr/>
              <p14:nvPr/>
            </p14:nvContentPartPr>
            <p14:xfrm>
              <a:off x="2470320" y="5105520"/>
              <a:ext cx="1994040" cy="1206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CB785E2-AB54-0756-0D51-AECF2520640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60960" y="5096160"/>
                <a:ext cx="2012760" cy="122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7032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E1A1B-A8F9-9B47-AA44-7A2C52251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75997-C4D1-4ED5-7A69-87D1669E6E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3/29/2025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F346D-9E0C-80E5-3ADB-4BB69BB38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80A5CA-DE2E-730D-1079-AAF6E11E3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III. </a:t>
            </a:r>
            <a:r>
              <a:rPr lang="en-US" sz="3600" dirty="0" err="1">
                <a:latin typeface="+mj-lt"/>
              </a:rPr>
              <a:t>Mô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hình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Rint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155BE2-28E4-7C4E-EE14-389572BD16AE}"/>
                  </a:ext>
                </a:extLst>
              </p:cNvPr>
              <p:cNvSpPr txBox="1"/>
              <p:nvPr/>
            </p:nvSpPr>
            <p:spPr>
              <a:xfrm>
                <a:off x="0" y="733415"/>
                <a:ext cx="70620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 rtl="0" fontAlgn="ctr">
                  <a:buFont typeface="Wingdings" panose="05000000000000000000" pitchFamily="2" charset="2"/>
                  <a:buChar char="q"/>
                </a:pPr>
                <a:r>
                  <a:rPr lang="en-US" sz="2600" b="1" dirty="0" err="1">
                    <a:effectLst/>
                  </a:rPr>
                  <a:t>Xác</a:t>
                </a:r>
                <a:r>
                  <a:rPr lang="en-US" sz="2600" b="1" dirty="0">
                    <a:effectLst/>
                  </a:rPr>
                  <a:t> </a:t>
                </a:r>
                <a:r>
                  <a:rPr lang="en-US" sz="2600" b="1" dirty="0" err="1">
                    <a:effectLst/>
                  </a:rPr>
                  <a:t>định</a:t>
                </a:r>
                <a:r>
                  <a:rPr lang="en-US" sz="2600" b="1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vi-VN" sz="2600" b="1" dirty="0">
                  <a:effectLst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155BE2-28E4-7C4E-EE14-389572BD1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3415"/>
                <a:ext cx="7062019" cy="523220"/>
              </a:xfrm>
              <a:prstGeom prst="rect">
                <a:avLst/>
              </a:prstGeom>
              <a:blipFill>
                <a:blip r:embed="rId3"/>
                <a:stretch>
                  <a:fillRect l="-1295" t="-8140" b="-25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9F8F36A-662B-590F-6184-432BEF9FD4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5707"/>
          <a:stretch/>
        </p:blipFill>
        <p:spPr>
          <a:xfrm>
            <a:off x="353136" y="1282146"/>
            <a:ext cx="3700704" cy="26995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C6006CA-4D0C-9E1B-136A-E23402FFED4E}"/>
              </a:ext>
            </a:extLst>
          </p:cNvPr>
          <p:cNvSpPr/>
          <p:nvPr/>
        </p:nvSpPr>
        <p:spPr>
          <a:xfrm>
            <a:off x="5237108" y="3170839"/>
            <a:ext cx="3467584" cy="988516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B0CF712-994C-82FD-E643-13291374701B}"/>
                  </a:ext>
                </a:extLst>
              </p:cNvPr>
              <p:cNvSpPr txBox="1"/>
              <p:nvPr/>
            </p:nvSpPr>
            <p:spPr>
              <a:xfrm>
                <a:off x="5237108" y="2227099"/>
                <a:ext cx="34675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𝑂𝐶𝑉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B0CF712-994C-82FD-E643-132913747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108" y="2227099"/>
                <a:ext cx="346758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FAC64323-F4A4-5BB5-23EA-773185ECA6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49" y="3745412"/>
            <a:ext cx="4258678" cy="2699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A14C2E-C50C-9E7C-41D6-24C611800BC2}"/>
                  </a:ext>
                </a:extLst>
              </p:cNvPr>
              <p:cNvSpPr txBox="1"/>
              <p:nvPr/>
            </p:nvSpPr>
            <p:spPr>
              <a:xfrm>
                <a:off x="5049354" y="3215615"/>
                <a:ext cx="3467584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𝑂𝐶𝑉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A14C2E-C50C-9E7C-41D6-24C611800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9354" y="3215615"/>
                <a:ext cx="3467584" cy="8989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B684AAD-098B-AE90-B10D-85557AF69C3E}"/>
              </a:ext>
            </a:extLst>
          </p:cNvPr>
          <p:cNvCxnSpPr>
            <a:cxnSpLocks/>
          </p:cNvCxnSpPr>
          <p:nvPr/>
        </p:nvCxnSpPr>
        <p:spPr>
          <a:xfrm>
            <a:off x="4730622" y="3544483"/>
            <a:ext cx="50648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C37C1F7-1009-9528-6AFC-D9F25EE2711C}"/>
                  </a:ext>
                </a:extLst>
              </p:cNvPr>
              <p:cNvSpPr txBox="1"/>
              <p:nvPr/>
            </p:nvSpPr>
            <p:spPr>
              <a:xfrm>
                <a:off x="4907280" y="4468368"/>
                <a:ext cx="360965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Đã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mối</a:t>
                </a:r>
                <a:r>
                  <a:rPr lang="en-US" dirty="0"/>
                  <a:t> </a:t>
                </a:r>
                <a:r>
                  <a:rPr lang="en-US" dirty="0" err="1"/>
                  <a:t>quan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OCV(SoC)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I, V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lấy</a:t>
                </a:r>
                <a:r>
                  <a:rPr lang="en-US" dirty="0"/>
                  <a:t> </a:t>
                </a:r>
                <a:r>
                  <a:rPr lang="en-US" dirty="0" err="1"/>
                  <a:t>từ</a:t>
                </a:r>
                <a:r>
                  <a:rPr lang="en-US" dirty="0"/>
                  <a:t> data </a:t>
                </a:r>
                <a:r>
                  <a:rPr lang="en-US" dirty="0" err="1"/>
                  <a:t>thực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quá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sạc</a:t>
                </a:r>
                <a:r>
                  <a:rPr lang="en-US" dirty="0"/>
                  <a:t> CCCV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𝑂𝐶𝑉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C37C1F7-1009-9528-6AFC-D9F25EE27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280" y="4468368"/>
                <a:ext cx="3609658" cy="1200329"/>
              </a:xfrm>
              <a:prstGeom prst="rect">
                <a:avLst/>
              </a:prstGeom>
              <a:blipFill>
                <a:blip r:embed="rId8"/>
                <a:stretch>
                  <a:fillRect l="-1014" t="-2538" b="-6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FDB0822-7C3A-BCD8-1E55-987B7A320E75}"/>
                  </a:ext>
                </a:extLst>
              </p14:cNvPr>
              <p14:cNvContentPartPr/>
              <p14:nvPr/>
            </p14:nvContentPartPr>
            <p14:xfrm>
              <a:off x="5695920" y="2819520"/>
              <a:ext cx="3175560" cy="2927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FDB0822-7C3A-BCD8-1E55-987B7A320E7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86560" y="2810160"/>
                <a:ext cx="3194280" cy="294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0624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B8CD6-A7FB-465E-6B51-A635BCC2E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3670A-8FA3-DA2A-F408-DF492546E9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3/29/2025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82714-B1A5-9306-C349-68299AF42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4E54BE-1277-8188-0988-D56CEC8AC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 err="1">
                <a:latin typeface="+mj-lt"/>
              </a:rPr>
              <a:t>Hạn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chế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089660-57EA-4DC0-E340-E063F48BAC73}"/>
              </a:ext>
            </a:extLst>
          </p:cNvPr>
          <p:cNvSpPr txBox="1"/>
          <p:nvPr/>
        </p:nvSpPr>
        <p:spPr>
          <a:xfrm>
            <a:off x="328031" y="1211716"/>
            <a:ext cx="95605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/>
              <a:t>Các </a:t>
            </a:r>
            <a:r>
              <a:rPr lang="en-US" sz="2200" dirty="0" err="1"/>
              <a:t>thông</a:t>
            </a:r>
            <a:r>
              <a:rPr lang="en-US" sz="2200" dirty="0"/>
              <a:t> </a:t>
            </a:r>
            <a:r>
              <a:rPr lang="en-US" sz="2200" dirty="0" err="1"/>
              <a:t>số</a:t>
            </a:r>
            <a:r>
              <a:rPr lang="en-US" sz="2200" dirty="0"/>
              <a:t> </a:t>
            </a:r>
            <a:r>
              <a:rPr lang="en-US" sz="2200" dirty="0" err="1"/>
              <a:t>được</a:t>
            </a:r>
            <a:r>
              <a:rPr lang="en-US" sz="2200" dirty="0"/>
              <a:t> </a:t>
            </a:r>
            <a:r>
              <a:rPr lang="en-US" sz="2200" dirty="0" err="1"/>
              <a:t>xác</a:t>
            </a:r>
            <a:r>
              <a:rPr lang="en-US" sz="2200" dirty="0"/>
              <a:t> </a:t>
            </a:r>
            <a:r>
              <a:rPr lang="en-US" sz="2200" dirty="0" err="1"/>
              <a:t>định</a:t>
            </a:r>
            <a:r>
              <a:rPr lang="en-US" sz="2200" dirty="0"/>
              <a:t> </a:t>
            </a:r>
            <a:r>
              <a:rPr lang="en-US" sz="2200" dirty="0" err="1"/>
              <a:t>từ</a:t>
            </a:r>
            <a:r>
              <a:rPr lang="en-US" sz="2200" dirty="0"/>
              <a:t> </a:t>
            </a:r>
            <a:r>
              <a:rPr lang="en-US" sz="2200" dirty="0" err="1"/>
              <a:t>các</a:t>
            </a:r>
            <a:r>
              <a:rPr lang="en-US" sz="2200" dirty="0"/>
              <a:t> </a:t>
            </a:r>
            <a:r>
              <a:rPr lang="en-US" sz="2200" dirty="0" err="1"/>
              <a:t>phương</a:t>
            </a:r>
            <a:r>
              <a:rPr lang="en-US" sz="2200" dirty="0"/>
              <a:t> </a:t>
            </a:r>
            <a:r>
              <a:rPr lang="en-US" sz="2200" dirty="0" err="1"/>
              <a:t>pháp</a:t>
            </a:r>
            <a:r>
              <a:rPr lang="en-US" sz="2200" dirty="0"/>
              <a:t> </a:t>
            </a:r>
            <a:r>
              <a:rPr lang="en-US" sz="2200" dirty="0" err="1"/>
              <a:t>trên</a:t>
            </a:r>
            <a:r>
              <a:rPr lang="en-US" sz="2200" dirty="0"/>
              <a:t> </a:t>
            </a:r>
            <a:r>
              <a:rPr lang="en-US" sz="2200" dirty="0" err="1"/>
              <a:t>chỉ</a:t>
            </a:r>
            <a:r>
              <a:rPr lang="en-US" sz="2200" dirty="0"/>
              <a:t> </a:t>
            </a:r>
            <a:r>
              <a:rPr lang="en-US" sz="2200" dirty="0" err="1"/>
              <a:t>đúng</a:t>
            </a:r>
            <a:r>
              <a:rPr lang="en-US" sz="2200" dirty="0"/>
              <a:t> </a:t>
            </a:r>
            <a:r>
              <a:rPr lang="en-US" sz="2200" dirty="0" err="1"/>
              <a:t>với</a:t>
            </a:r>
            <a:r>
              <a:rPr lang="en-US" sz="2200" dirty="0"/>
              <a:t> </a:t>
            </a:r>
            <a:r>
              <a:rPr lang="en-US" sz="2200" b="1" dirty="0" err="1"/>
              <a:t>quá</a:t>
            </a:r>
            <a:r>
              <a:rPr lang="en-US" sz="2200" b="1" dirty="0"/>
              <a:t> </a:t>
            </a:r>
            <a:r>
              <a:rPr lang="en-US" sz="2200" b="1" dirty="0" err="1"/>
              <a:t>trình</a:t>
            </a:r>
            <a:r>
              <a:rPr lang="en-US" sz="2200" b="1" dirty="0"/>
              <a:t> </a:t>
            </a:r>
            <a:r>
              <a:rPr lang="en-US" sz="2200" b="1" dirty="0" err="1"/>
              <a:t>sạc</a:t>
            </a:r>
            <a:r>
              <a:rPr lang="en-US" sz="2200" dirty="0"/>
              <a:t> </a:t>
            </a:r>
            <a:r>
              <a:rPr lang="en-US" sz="2200" dirty="0" err="1"/>
              <a:t>và</a:t>
            </a:r>
            <a:r>
              <a:rPr lang="en-US" sz="2200" dirty="0"/>
              <a:t> </a:t>
            </a:r>
            <a:r>
              <a:rPr lang="en-US" sz="2200" dirty="0" err="1"/>
              <a:t>không</a:t>
            </a:r>
            <a:r>
              <a:rPr lang="en-US" sz="2200" dirty="0"/>
              <a:t> </a:t>
            </a:r>
            <a:r>
              <a:rPr lang="en-US" sz="2200" dirty="0" err="1"/>
              <a:t>đúng</a:t>
            </a:r>
            <a:r>
              <a:rPr lang="en-US" sz="2200" dirty="0"/>
              <a:t> </a:t>
            </a:r>
            <a:r>
              <a:rPr lang="en-US" sz="2200" dirty="0" err="1"/>
              <a:t>với</a:t>
            </a:r>
            <a:r>
              <a:rPr lang="en-US" sz="2200" dirty="0"/>
              <a:t> </a:t>
            </a:r>
            <a:r>
              <a:rPr lang="en-US" sz="2200" b="1" dirty="0" err="1"/>
              <a:t>quá</a:t>
            </a:r>
            <a:r>
              <a:rPr lang="en-US" sz="2200" b="1" dirty="0"/>
              <a:t> </a:t>
            </a:r>
            <a:r>
              <a:rPr lang="en-US" sz="2200" b="1" dirty="0" err="1"/>
              <a:t>trình</a:t>
            </a:r>
            <a:r>
              <a:rPr lang="en-US" sz="2200" b="1" dirty="0"/>
              <a:t> </a:t>
            </a:r>
            <a:r>
              <a:rPr lang="en-US" sz="2200" b="1" dirty="0" err="1"/>
              <a:t>xả</a:t>
            </a:r>
            <a:endParaRPr lang="en-US" sz="2200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B4F63B3-B6DC-5732-5864-E0BFEA276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31" y="2313060"/>
            <a:ext cx="5707009" cy="19566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927A2CF-8A89-0481-F738-3B25B550B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7046" y="2159329"/>
            <a:ext cx="3260923" cy="40723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0D0CF63-4D90-5E35-39FC-45C7B41ABF85}"/>
                  </a:ext>
                </a:extLst>
              </p14:cNvPr>
              <p14:cNvContentPartPr/>
              <p14:nvPr/>
            </p14:nvContentPartPr>
            <p14:xfrm>
              <a:off x="857160" y="2019240"/>
              <a:ext cx="997560" cy="12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0D0CF63-4D90-5E35-39FC-45C7B41ABF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7800" y="2009880"/>
                <a:ext cx="1016280" cy="3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9940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6AFB8-00C0-CAD3-1DB0-3550AE15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AEE74-FCC9-B793-0048-34AF8E1B48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3/29/2025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23755-3444-3AC4-138E-D1DDEC462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D4A90E-282B-28D2-EC99-55AD18A7C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380" y="837820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+mj-lt"/>
              </a:rPr>
              <a:t>Reference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endParaRPr lang="en-US" dirty="0">
              <a:latin typeface="+mj-lt"/>
            </a:endParaRP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22CAC6D4-C611-60FD-013A-33DF2F82DBAD}"/>
              </a:ext>
            </a:extLst>
          </p:cNvPr>
          <p:cNvSpPr>
            <a:spLocks noGrp="1"/>
          </p:cNvSpPr>
          <p:nvPr/>
        </p:nvSpPr>
        <p:spPr>
          <a:xfrm>
            <a:off x="292817" y="957537"/>
            <a:ext cx="9355680" cy="5493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[1] Modeling and Simulation of Lithium-ion </a:t>
            </a:r>
            <a:r>
              <a:rPr lang="en-US" sz="2400" dirty="0" err="1"/>
              <a:t>BatteryConsidering</a:t>
            </a:r>
            <a:r>
              <a:rPr lang="en-US" sz="2400" dirty="0"/>
              <a:t> the Effect of Charge-Discharge Yin Jin et al 2021 J. Phys.: Conf. Ser. 1907 012003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[2] Parameters identification using experimental measurements for equivalent circuit Lithium-Ion cell models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[3] Battery Models for Battery Powered </a:t>
            </a:r>
            <a:r>
              <a:rPr lang="en-US" sz="2400" dirty="0" err="1"/>
              <a:t>Applications:AComparative</a:t>
            </a:r>
            <a:r>
              <a:rPr lang="en-US" sz="2400" dirty="0"/>
              <a:t> </a:t>
            </a:r>
            <a:r>
              <a:rPr lang="en-US" sz="2400" dirty="0" err="1"/>
              <a:t>StudyNicola</a:t>
            </a:r>
            <a:r>
              <a:rPr lang="en-US" sz="2400" dirty="0"/>
              <a:t> Campagna 1, Vincenzo Castiglia 1 , Rosario Miceli 1Ciro Spataro 1, Marco Trapanese 1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2788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7C3E56-9554-4523-9A4E-665171C28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>
                <a:solidFill>
                  <a:srgbClr val="262626"/>
                </a:solidFill>
                <a:latin typeface="Dosis ExtraBold" pitchFamily="2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63760155"/>
      </p:ext>
    </p:extLst>
  </p:cSld>
  <p:clrMapOvr>
    <a:masterClrMapping/>
  </p:clrMapOvr>
</p:sld>
</file>

<file path=ppt/theme/theme1.xml><?xml version="1.0" encoding="utf-8"?>
<a:theme xmlns:a="http://schemas.openxmlformats.org/drawingml/2006/main" name="VPEC_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Lato Black"/>
        <a:ea typeface="Asana"/>
        <a:cs typeface=""/>
      </a:majorFont>
      <a:minorFont>
        <a:latin typeface="Lato"/>
        <a:ea typeface="Asan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PEC_theme" id="{8AA4AFE5-4C9B-498E-826A-13CB54DF4FD5}" vid="{7D9A3D0F-9812-4AC9-A974-F1C3C9BA3B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80d803b-ee30-4cf1-8997-d5dbef288d4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885E8D135CD643938305DEC3E1B53E" ma:contentTypeVersion="15" ma:contentTypeDescription="Create a new document." ma:contentTypeScope="" ma:versionID="45de50b7e88deb6083a0dff5ba7ea129">
  <xsd:schema xmlns:xsd="http://www.w3.org/2001/XMLSchema" xmlns:xs="http://www.w3.org/2001/XMLSchema" xmlns:p="http://schemas.microsoft.com/office/2006/metadata/properties" xmlns:ns3="c80d803b-ee30-4cf1-8997-d5dbef288d47" xmlns:ns4="1c1e4822-5b82-4cb4-a39e-28e929ec74cb" targetNamespace="http://schemas.microsoft.com/office/2006/metadata/properties" ma:root="true" ma:fieldsID="38d12aaa13ef255769ffd61df056c248" ns3:_="" ns4:_="">
    <xsd:import namespace="c80d803b-ee30-4cf1-8997-d5dbef288d47"/>
    <xsd:import namespace="1c1e4822-5b82-4cb4-a39e-28e929ec74c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SystemTag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0d803b-ee30-4cf1-8997-d5dbef288d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1e4822-5b82-4cb4-a39e-28e929ec74cb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919F86-A71C-4826-BFD2-23EB659F8B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A7C5A7-05C0-4FE3-B169-7E865D8495CE}">
  <ds:schemaRefs>
    <ds:schemaRef ds:uri="1c1e4822-5b82-4cb4-a39e-28e929ec74cb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c80d803b-ee30-4cf1-8997-d5dbef288d47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E41CB36-A453-437A-9828-23DF9E5FC86D}">
  <ds:schemaRefs>
    <ds:schemaRef ds:uri="1c1e4822-5b82-4cb4-a39e-28e929ec74cb"/>
    <ds:schemaRef ds:uri="c80d803b-ee30-4cf1-8997-d5dbef288d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VPEC_theme</Template>
  <TotalTime>4509</TotalTime>
  <Words>1067</Words>
  <Application>Microsoft Office PowerPoint</Application>
  <PresentationFormat>A4 Paper (210x297 mm)</PresentationFormat>
  <Paragraphs>218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Asana</vt:lpstr>
      <vt:lpstr>Aptos</vt:lpstr>
      <vt:lpstr>Arial</vt:lpstr>
      <vt:lpstr>Calibri</vt:lpstr>
      <vt:lpstr>Cambria Math</vt:lpstr>
      <vt:lpstr>Dosis</vt:lpstr>
      <vt:lpstr>Dosis ExtraBold</vt:lpstr>
      <vt:lpstr>Lato</vt:lpstr>
      <vt:lpstr>Wingdings</vt:lpstr>
      <vt:lpstr>VPEC_theme</vt:lpstr>
      <vt:lpstr>Tính toán thông sốc các mô hình ECM  </vt:lpstr>
      <vt:lpstr>Outline</vt:lpstr>
      <vt:lpstr>II. Mô hình Thevenin </vt:lpstr>
      <vt:lpstr>II. Mô hình Thevenin </vt:lpstr>
      <vt:lpstr>II. Mô hình Thevenin </vt:lpstr>
      <vt:lpstr>II. Mô hình Thevenin </vt:lpstr>
      <vt:lpstr>II. Mô hình Thevenin </vt:lpstr>
      <vt:lpstr>II. Mô hình DP </vt:lpstr>
      <vt:lpstr>II. Mô hình DP </vt:lpstr>
      <vt:lpstr>II. Mô hình DP </vt:lpstr>
      <vt:lpstr>II. Mô hình DP </vt:lpstr>
      <vt:lpstr>II. Mô hình DP </vt:lpstr>
      <vt:lpstr>II. Mô hình DP </vt:lpstr>
      <vt:lpstr>III. Mô hình Rint </vt:lpstr>
      <vt:lpstr>Hạn chế </vt:lpstr>
      <vt:lpstr>Reference  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Duy Dinh</dc:creator>
  <cp:lastModifiedBy>Cao Lam Tung 20222709</cp:lastModifiedBy>
  <cp:revision>18</cp:revision>
  <cp:lastPrinted>2024-01-25T03:56:08Z</cp:lastPrinted>
  <dcterms:created xsi:type="dcterms:W3CDTF">2020-11-17T01:54:46Z</dcterms:created>
  <dcterms:modified xsi:type="dcterms:W3CDTF">2025-03-29T11:17:34Z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0x01010091885E8D135CD643938305DEC3E1B53E</vt:lpwstr>
  </property>
</Properties>
</file>