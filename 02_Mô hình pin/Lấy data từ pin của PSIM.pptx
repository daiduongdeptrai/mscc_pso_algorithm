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6" r:id="rId5"/>
    <p:sldId id="326" r:id="rId6"/>
    <p:sldId id="413" r:id="rId7"/>
    <p:sldId id="432" r:id="rId8"/>
    <p:sldId id="433" r:id="rId9"/>
    <p:sldId id="435" r:id="rId10"/>
    <p:sldId id="434" r:id="rId11"/>
    <p:sldId id="436" r:id="rId12"/>
    <p:sldId id="438" r:id="rId13"/>
    <p:sldId id="439" r:id="rId14"/>
    <p:sldId id="440" r:id="rId15"/>
    <p:sldId id="414" r:id="rId16"/>
    <p:sldId id="266" r:id="rId17"/>
  </p:sldIdLst>
  <p:sldSz cx="9906000" cy="6858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977022-D1D5-448D-82D9-5A3E09766F0B}">
          <p14:sldIdLst>
            <p14:sldId id="256"/>
            <p14:sldId id="326"/>
            <p14:sldId id="413"/>
            <p14:sldId id="432"/>
            <p14:sldId id="433"/>
            <p14:sldId id="435"/>
            <p14:sldId id="434"/>
            <p14:sldId id="436"/>
            <p14:sldId id="438"/>
            <p14:sldId id="439"/>
            <p14:sldId id="440"/>
            <p14:sldId id="414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F06DBCD-D208-D3A7-2849-057023EC31D8}" name="Guest User" initials="GU" userId="S::urn:spo:anon#23c2c3b25906e6ff3256d0b4399699bbf3aabb54eab21a455bfe91ec7cd74648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EAEFF7"/>
    <a:srgbClr val="262626"/>
    <a:srgbClr val="01204C"/>
    <a:srgbClr val="D2DEEF"/>
    <a:srgbClr val="990134"/>
    <a:srgbClr val="00552B"/>
    <a:srgbClr val="CFAFE7"/>
    <a:srgbClr val="B686DA"/>
    <a:srgbClr val="F5B6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89" d="100"/>
          <a:sy n="89" d="100"/>
        </p:scale>
        <p:origin x="10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 Dai Duong 20212738" userId="5f78f6d0-6c79-493f-a901-b7e6d3767380" providerId="ADAL" clId="{0003E54A-C83D-41B0-BC9B-54D10CA9B28A}"/>
    <pc:docChg chg="custSel modSld">
      <pc:chgData name="Hoang Dai Duong 20212738" userId="5f78f6d0-6c79-493f-a901-b7e6d3767380" providerId="ADAL" clId="{0003E54A-C83D-41B0-BC9B-54D10CA9B28A}" dt="2025-08-03T06:57:40.139" v="12" actId="1076"/>
      <pc:docMkLst>
        <pc:docMk/>
      </pc:docMkLst>
      <pc:sldChg chg="addSp delSp modSp mod">
        <pc:chgData name="Hoang Dai Duong 20212738" userId="5f78f6d0-6c79-493f-a901-b7e6d3767380" providerId="ADAL" clId="{0003E54A-C83D-41B0-BC9B-54D10CA9B28A}" dt="2025-08-03T06:57:40.139" v="12" actId="1076"/>
        <pc:sldMkLst>
          <pc:docMk/>
          <pc:sldMk cId="1896127063" sldId="439"/>
        </pc:sldMkLst>
        <pc:picChg chg="add del mod">
          <ac:chgData name="Hoang Dai Duong 20212738" userId="5f78f6d0-6c79-493f-a901-b7e6d3767380" providerId="ADAL" clId="{0003E54A-C83D-41B0-BC9B-54D10CA9B28A}" dt="2025-08-03T06:51:39.767" v="9" actId="478"/>
          <ac:picMkLst>
            <pc:docMk/>
            <pc:sldMk cId="1896127063" sldId="439"/>
            <ac:picMk id="5" creationId="{BEF03BA0-ED4F-1050-159D-728E7453A320}"/>
          </ac:picMkLst>
        </pc:picChg>
        <pc:picChg chg="add mod">
          <ac:chgData name="Hoang Dai Duong 20212738" userId="5f78f6d0-6c79-493f-a901-b7e6d3767380" providerId="ADAL" clId="{0003E54A-C83D-41B0-BC9B-54D10CA9B28A}" dt="2025-08-03T06:57:40.139" v="12" actId="1076"/>
          <ac:picMkLst>
            <pc:docMk/>
            <pc:sldMk cId="1896127063" sldId="439"/>
            <ac:picMk id="9" creationId="{5228D129-5128-EA3E-FA8D-BDC75A7C5383}"/>
          </ac:picMkLst>
        </pc:picChg>
        <pc:picChg chg="mod">
          <ac:chgData name="Hoang Dai Duong 20212738" userId="5f78f6d0-6c79-493f-a901-b7e6d3767380" providerId="ADAL" clId="{0003E54A-C83D-41B0-BC9B-54D10CA9B28A}" dt="2025-08-03T06:46:59.350" v="7" actId="1076"/>
          <ac:picMkLst>
            <pc:docMk/>
            <pc:sldMk cId="1896127063" sldId="439"/>
            <ac:picMk id="14" creationId="{F42C170F-BE0F-9539-CCCE-AF7A3CBA3F04}"/>
          </ac:picMkLst>
        </pc:picChg>
      </pc:sldChg>
    </pc:docChg>
  </pc:docChgLst>
  <pc:docChgLst>
    <pc:chgData name="Cao Lam Tung 20222709" userId="ce9674a6-c058-496c-88bf-33b32ed75606" providerId="ADAL" clId="{4BE5D495-D1B2-4E35-BC6A-CFBD2A3E57D1}"/>
    <pc:docChg chg="undo custSel addSld delSld modSld sldOrd modSection">
      <pc:chgData name="Cao Lam Tung 20222709" userId="ce9674a6-c058-496c-88bf-33b32ed75606" providerId="ADAL" clId="{4BE5D495-D1B2-4E35-BC6A-CFBD2A3E57D1}" dt="2024-10-17T06:57:25.165" v="8110" actId="478"/>
      <pc:docMkLst>
        <pc:docMk/>
      </pc:docMkLst>
      <pc:sldChg chg="modSp mod">
        <pc:chgData name="Cao Lam Tung 20222709" userId="ce9674a6-c058-496c-88bf-33b32ed75606" providerId="ADAL" clId="{4BE5D495-D1B2-4E35-BC6A-CFBD2A3E57D1}" dt="2024-10-13T04:43:14.870" v="7205" actId="20577"/>
        <pc:sldMkLst>
          <pc:docMk/>
          <pc:sldMk cId="425079733" sldId="256"/>
        </pc:sldMkLst>
      </pc:sldChg>
      <pc:sldChg chg="modSp mod">
        <pc:chgData name="Cao Lam Tung 20222709" userId="ce9674a6-c058-496c-88bf-33b32ed75606" providerId="ADAL" clId="{4BE5D495-D1B2-4E35-BC6A-CFBD2A3E57D1}" dt="2024-10-09T02:21:20.422" v="2903" actId="20577"/>
        <pc:sldMkLst>
          <pc:docMk/>
          <pc:sldMk cId="3526839302" sldId="326"/>
        </pc:sldMkLst>
      </pc:sldChg>
      <pc:sldChg chg="modSp mod">
        <pc:chgData name="Cao Lam Tung 20222709" userId="ce9674a6-c058-496c-88bf-33b32ed75606" providerId="ADAL" clId="{4BE5D495-D1B2-4E35-BC6A-CFBD2A3E57D1}" dt="2024-10-06T10:18:06.954" v="2146" actId="20577"/>
        <pc:sldMkLst>
          <pc:docMk/>
          <pc:sldMk cId="3551375587" sldId="356"/>
        </pc:sldMkLst>
      </pc:sldChg>
      <pc:sldChg chg="addSp delSp modSp mod">
        <pc:chgData name="Cao Lam Tung 20222709" userId="ce9674a6-c058-496c-88bf-33b32ed75606" providerId="ADAL" clId="{4BE5D495-D1B2-4E35-BC6A-CFBD2A3E57D1}" dt="2024-10-16T03:17:07.316" v="8033"/>
        <pc:sldMkLst>
          <pc:docMk/>
          <pc:sldMk cId="587138075" sldId="358"/>
        </pc:sldMkLst>
      </pc:sldChg>
      <pc:sldChg chg="modSp mod">
        <pc:chgData name="Cao Lam Tung 20222709" userId="ce9674a6-c058-496c-88bf-33b32ed75606" providerId="ADAL" clId="{4BE5D495-D1B2-4E35-BC6A-CFBD2A3E57D1}" dt="2024-10-08T13:23:38.882" v="2687" actId="2711"/>
        <pc:sldMkLst>
          <pc:docMk/>
          <pc:sldMk cId="2191029587" sldId="360"/>
        </pc:sldMkLst>
      </pc:sldChg>
      <pc:sldChg chg="add">
        <pc:chgData name="Cao Lam Tung 20222709" userId="ce9674a6-c058-496c-88bf-33b32ed75606" providerId="ADAL" clId="{4BE5D495-D1B2-4E35-BC6A-CFBD2A3E57D1}" dt="2024-10-05T12:57:13.895" v="0"/>
        <pc:sldMkLst>
          <pc:docMk/>
          <pc:sldMk cId="2816176213" sldId="363"/>
        </pc:sldMkLst>
      </pc:sldChg>
      <pc:sldChg chg="addSp delSp modSp add mod">
        <pc:chgData name="Cao Lam Tung 20222709" userId="ce9674a6-c058-496c-88bf-33b32ed75606" providerId="ADAL" clId="{4BE5D495-D1B2-4E35-BC6A-CFBD2A3E57D1}" dt="2024-10-06T13:13:02.150" v="2684" actId="113"/>
        <pc:sldMkLst>
          <pc:docMk/>
          <pc:sldMk cId="254701598" sldId="364"/>
        </pc:sldMkLst>
      </pc:sldChg>
      <pc:sldChg chg="addSp delSp modSp add mod">
        <pc:chgData name="Cao Lam Tung 20222709" userId="ce9674a6-c058-496c-88bf-33b32ed75606" providerId="ADAL" clId="{4BE5D495-D1B2-4E35-BC6A-CFBD2A3E57D1}" dt="2024-10-06T09:54:52.570" v="2103" actId="1076"/>
        <pc:sldMkLst>
          <pc:docMk/>
          <pc:sldMk cId="102370313" sldId="365"/>
        </pc:sldMkLst>
      </pc:sldChg>
      <pc:sldChg chg="addSp delSp modSp add del mod">
        <pc:chgData name="Cao Lam Tung 20222709" userId="ce9674a6-c058-496c-88bf-33b32ed75606" providerId="ADAL" clId="{4BE5D495-D1B2-4E35-BC6A-CFBD2A3E57D1}" dt="2024-10-06T09:55:05.111" v="2104" actId="47"/>
        <pc:sldMkLst>
          <pc:docMk/>
          <pc:sldMk cId="1540358898" sldId="366"/>
        </pc:sldMkLst>
      </pc:sldChg>
      <pc:sldChg chg="add del">
        <pc:chgData name="Cao Lam Tung 20222709" userId="ce9674a6-c058-496c-88bf-33b32ed75606" providerId="ADAL" clId="{4BE5D495-D1B2-4E35-BC6A-CFBD2A3E57D1}" dt="2024-10-06T09:42:18.334" v="885"/>
        <pc:sldMkLst>
          <pc:docMk/>
          <pc:sldMk cId="1789308317" sldId="366"/>
        </pc:sldMkLst>
      </pc:sldChg>
      <pc:sldChg chg="addSp delSp modSp add mod">
        <pc:chgData name="Cao Lam Tung 20222709" userId="ce9674a6-c058-496c-88bf-33b32ed75606" providerId="ADAL" clId="{4BE5D495-D1B2-4E35-BC6A-CFBD2A3E57D1}" dt="2024-10-06T10:41:19.685" v="2681" actId="255"/>
        <pc:sldMkLst>
          <pc:docMk/>
          <pc:sldMk cId="4036185631" sldId="366"/>
        </pc:sldMkLst>
      </pc:sldChg>
      <pc:sldChg chg="addSp delSp modSp add del mod">
        <pc:chgData name="Cao Lam Tung 20222709" userId="ce9674a6-c058-496c-88bf-33b32ed75606" providerId="ADAL" clId="{4BE5D495-D1B2-4E35-BC6A-CFBD2A3E57D1}" dt="2024-10-08T13:32:02.593" v="2726" actId="47"/>
        <pc:sldMkLst>
          <pc:docMk/>
          <pc:sldMk cId="2692109009" sldId="367"/>
        </pc:sldMkLst>
      </pc:sldChg>
      <pc:sldChg chg="addSp modSp add mod">
        <pc:chgData name="Cao Lam Tung 20222709" userId="ce9674a6-c058-496c-88bf-33b32ed75606" providerId="ADAL" clId="{4BE5D495-D1B2-4E35-BC6A-CFBD2A3E57D1}" dt="2024-10-12T03:31:23.724" v="5172" actId="20577"/>
        <pc:sldMkLst>
          <pc:docMk/>
          <pc:sldMk cId="3802251741" sldId="367"/>
        </pc:sldMkLst>
      </pc:sldChg>
      <pc:sldChg chg="modSp add mod">
        <pc:chgData name="Cao Lam Tung 20222709" userId="ce9674a6-c058-496c-88bf-33b32ed75606" providerId="ADAL" clId="{4BE5D495-D1B2-4E35-BC6A-CFBD2A3E57D1}" dt="2024-10-13T04:43:21.420" v="7211" actId="20577"/>
        <pc:sldMkLst>
          <pc:docMk/>
          <pc:sldMk cId="3890700654" sldId="368"/>
        </pc:sldMkLst>
      </pc:sldChg>
      <pc:sldChg chg="modSp add mod">
        <pc:chgData name="Cao Lam Tung 20222709" userId="ce9674a6-c058-496c-88bf-33b32ed75606" providerId="ADAL" clId="{4BE5D495-D1B2-4E35-BC6A-CFBD2A3E57D1}" dt="2024-10-16T01:54:46.745" v="7367" actId="20577"/>
        <pc:sldMkLst>
          <pc:docMk/>
          <pc:sldMk cId="180464731" sldId="369"/>
        </pc:sldMkLst>
      </pc:sldChg>
      <pc:sldChg chg="addSp delSp modSp add mod">
        <pc:chgData name="Cao Lam Tung 20222709" userId="ce9674a6-c058-496c-88bf-33b32ed75606" providerId="ADAL" clId="{4BE5D495-D1B2-4E35-BC6A-CFBD2A3E57D1}" dt="2024-10-12T01:58:22.875" v="4128" actId="113"/>
        <pc:sldMkLst>
          <pc:docMk/>
          <pc:sldMk cId="2439579174" sldId="370"/>
        </pc:sldMkLst>
      </pc:sldChg>
      <pc:sldChg chg="addSp delSp modSp add del mod">
        <pc:chgData name="Cao Lam Tung 20222709" userId="ce9674a6-c058-496c-88bf-33b32ed75606" providerId="ADAL" clId="{4BE5D495-D1B2-4E35-BC6A-CFBD2A3E57D1}" dt="2024-10-12T02:35:46.400" v="4653" actId="113"/>
        <pc:sldMkLst>
          <pc:docMk/>
          <pc:sldMk cId="2584602691" sldId="371"/>
        </pc:sldMkLst>
      </pc:sldChg>
      <pc:sldChg chg="delSp new del mod">
        <pc:chgData name="Cao Lam Tung 20222709" userId="ce9674a6-c058-496c-88bf-33b32ed75606" providerId="ADAL" clId="{4BE5D495-D1B2-4E35-BC6A-CFBD2A3E57D1}" dt="2024-10-12T02:16:21.239" v="4376" actId="47"/>
        <pc:sldMkLst>
          <pc:docMk/>
          <pc:sldMk cId="831912484" sldId="372"/>
        </pc:sldMkLst>
      </pc:sldChg>
      <pc:sldChg chg="addSp delSp modSp add mod">
        <pc:chgData name="Cao Lam Tung 20222709" userId="ce9674a6-c058-496c-88bf-33b32ed75606" providerId="ADAL" clId="{4BE5D495-D1B2-4E35-BC6A-CFBD2A3E57D1}" dt="2024-10-13T12:53:34.543" v="7261" actId="113"/>
        <pc:sldMkLst>
          <pc:docMk/>
          <pc:sldMk cId="2644952547" sldId="372"/>
        </pc:sldMkLst>
      </pc:sldChg>
      <pc:sldChg chg="addSp delSp modSp add del mod">
        <pc:chgData name="Cao Lam Tung 20222709" userId="ce9674a6-c058-496c-88bf-33b32ed75606" providerId="ADAL" clId="{4BE5D495-D1B2-4E35-BC6A-CFBD2A3E57D1}" dt="2024-10-12T08:45:46.393" v="5671" actId="47"/>
        <pc:sldMkLst>
          <pc:docMk/>
          <pc:sldMk cId="1641559556" sldId="373"/>
        </pc:sldMkLst>
      </pc:sldChg>
      <pc:sldChg chg="add">
        <pc:chgData name="Cao Lam Tung 20222709" userId="ce9674a6-c058-496c-88bf-33b32ed75606" providerId="ADAL" clId="{4BE5D495-D1B2-4E35-BC6A-CFBD2A3E57D1}" dt="2024-10-12T04:24:07.409" v="5495"/>
        <pc:sldMkLst>
          <pc:docMk/>
          <pc:sldMk cId="984456682" sldId="374"/>
        </pc:sldMkLst>
      </pc:sldChg>
      <pc:sldChg chg="addSp delSp modSp add mod">
        <pc:chgData name="Cao Lam Tung 20222709" userId="ce9674a6-c058-496c-88bf-33b32ed75606" providerId="ADAL" clId="{4BE5D495-D1B2-4E35-BC6A-CFBD2A3E57D1}" dt="2024-10-12T09:12:42.310" v="6103" actId="20577"/>
        <pc:sldMkLst>
          <pc:docMk/>
          <pc:sldMk cId="903395411" sldId="375"/>
        </pc:sldMkLst>
      </pc:sldChg>
      <pc:sldChg chg="addSp delSp modSp add mod">
        <pc:chgData name="Cao Lam Tung 20222709" userId="ce9674a6-c058-496c-88bf-33b32ed75606" providerId="ADAL" clId="{4BE5D495-D1B2-4E35-BC6A-CFBD2A3E57D1}" dt="2024-10-12T09:22:02.590" v="6158"/>
        <pc:sldMkLst>
          <pc:docMk/>
          <pc:sldMk cId="4099831669" sldId="376"/>
        </pc:sldMkLst>
      </pc:sldChg>
      <pc:sldChg chg="addSp delSp modSp add mod">
        <pc:chgData name="Cao Lam Tung 20222709" userId="ce9674a6-c058-496c-88bf-33b32ed75606" providerId="ADAL" clId="{4BE5D495-D1B2-4E35-BC6A-CFBD2A3E57D1}" dt="2024-10-12T09:25:49.634" v="6220" actId="1076"/>
        <pc:sldMkLst>
          <pc:docMk/>
          <pc:sldMk cId="351165591" sldId="377"/>
        </pc:sldMkLst>
      </pc:sldChg>
      <pc:sldChg chg="addSp delSp modSp add mod">
        <pc:chgData name="Cao Lam Tung 20222709" userId="ce9674a6-c058-496c-88bf-33b32ed75606" providerId="ADAL" clId="{4BE5D495-D1B2-4E35-BC6A-CFBD2A3E57D1}" dt="2024-10-13T12:58:11.695" v="7263" actId="113"/>
        <pc:sldMkLst>
          <pc:docMk/>
          <pc:sldMk cId="384454289" sldId="378"/>
        </pc:sldMkLst>
      </pc:sldChg>
      <pc:sldChg chg="addSp delSp modSp add mod">
        <pc:chgData name="Cao Lam Tung 20222709" userId="ce9674a6-c058-496c-88bf-33b32ed75606" providerId="ADAL" clId="{4BE5D495-D1B2-4E35-BC6A-CFBD2A3E57D1}" dt="2024-10-13T00:48:55.258" v="6916" actId="1076"/>
        <pc:sldMkLst>
          <pc:docMk/>
          <pc:sldMk cId="644541385" sldId="379"/>
        </pc:sldMkLst>
      </pc:sldChg>
      <pc:sldChg chg="addSp delSp modSp add mod">
        <pc:chgData name="Cao Lam Tung 20222709" userId="ce9674a6-c058-496c-88bf-33b32ed75606" providerId="ADAL" clId="{4BE5D495-D1B2-4E35-BC6A-CFBD2A3E57D1}" dt="2024-10-12T16:25:56.203" v="6858" actId="1076"/>
        <pc:sldMkLst>
          <pc:docMk/>
          <pc:sldMk cId="2426564679" sldId="380"/>
        </pc:sldMkLst>
      </pc:sldChg>
      <pc:sldChg chg="addSp delSp modSp add mod">
        <pc:chgData name="Cao Lam Tung 20222709" userId="ce9674a6-c058-496c-88bf-33b32ed75606" providerId="ADAL" clId="{4BE5D495-D1B2-4E35-BC6A-CFBD2A3E57D1}" dt="2024-10-12T16:27:38.231" v="6914" actId="20577"/>
        <pc:sldMkLst>
          <pc:docMk/>
          <pc:sldMk cId="3535750256" sldId="381"/>
        </pc:sldMkLst>
      </pc:sldChg>
      <pc:sldChg chg="modSp add mod">
        <pc:chgData name="Cao Lam Tung 20222709" userId="ce9674a6-c058-496c-88bf-33b32ed75606" providerId="ADAL" clId="{4BE5D495-D1B2-4E35-BC6A-CFBD2A3E57D1}" dt="2024-10-16T03:29:57.524" v="8108" actId="20577"/>
        <pc:sldMkLst>
          <pc:docMk/>
          <pc:sldMk cId="3405558723" sldId="382"/>
        </pc:sldMkLst>
      </pc:sldChg>
      <pc:sldChg chg="addSp delSp modSp add mod">
        <pc:chgData name="Cao Lam Tung 20222709" userId="ce9674a6-c058-496c-88bf-33b32ed75606" providerId="ADAL" clId="{4BE5D495-D1B2-4E35-BC6A-CFBD2A3E57D1}" dt="2024-10-16T03:27:58.314" v="8086" actId="1076"/>
        <pc:sldMkLst>
          <pc:docMk/>
          <pc:sldMk cId="1399248863" sldId="383"/>
        </pc:sldMkLst>
      </pc:sldChg>
      <pc:sldChg chg="addSp delSp modSp add mod ord modNotesTx">
        <pc:chgData name="Cao Lam Tung 20222709" userId="ce9674a6-c058-496c-88bf-33b32ed75606" providerId="ADAL" clId="{4BE5D495-D1B2-4E35-BC6A-CFBD2A3E57D1}" dt="2024-10-16T03:13:12.184" v="7988" actId="20577"/>
        <pc:sldMkLst>
          <pc:docMk/>
          <pc:sldMk cId="3932301265" sldId="384"/>
        </pc:sldMkLst>
      </pc:sldChg>
      <pc:sldChg chg="addSp delSp modSp add mod modNotesTx">
        <pc:chgData name="Cao Lam Tung 20222709" userId="ce9674a6-c058-496c-88bf-33b32ed75606" providerId="ADAL" clId="{4BE5D495-D1B2-4E35-BC6A-CFBD2A3E57D1}" dt="2024-10-17T06:57:25.165" v="8110" actId="478"/>
        <pc:sldMkLst>
          <pc:docMk/>
          <pc:sldMk cId="242707907" sldId="385"/>
        </pc:sldMkLst>
      </pc:sldChg>
      <pc:sldChg chg="addSp delSp modSp add mod modNotesTx">
        <pc:chgData name="Cao Lam Tung 20222709" userId="ce9674a6-c058-496c-88bf-33b32ed75606" providerId="ADAL" clId="{4BE5D495-D1B2-4E35-BC6A-CFBD2A3E57D1}" dt="2024-10-16T03:16:29.194" v="8032" actId="1076"/>
        <pc:sldMkLst>
          <pc:docMk/>
          <pc:sldMk cId="3418504531" sldId="386"/>
        </pc:sldMkLst>
      </pc:sldChg>
      <pc:sldChg chg="addSp delSp modSp add mod modNotesTx">
        <pc:chgData name="Cao Lam Tung 20222709" userId="ce9674a6-c058-496c-88bf-33b32ed75606" providerId="ADAL" clId="{4BE5D495-D1B2-4E35-BC6A-CFBD2A3E57D1}" dt="2024-10-16T03:22:19.050" v="8071" actId="1076"/>
        <pc:sldMkLst>
          <pc:docMk/>
          <pc:sldMk cId="3338775315" sldId="387"/>
        </pc:sldMkLst>
      </pc:sldChg>
      <pc:sldChg chg="delSp add del mod">
        <pc:chgData name="Cao Lam Tung 20222709" userId="ce9674a6-c058-496c-88bf-33b32ed75606" providerId="ADAL" clId="{4BE5D495-D1B2-4E35-BC6A-CFBD2A3E57D1}" dt="2024-10-16T15:03:20.176" v="8109" actId="47"/>
        <pc:sldMkLst>
          <pc:docMk/>
          <pc:sldMk cId="1213566329" sldId="388"/>
        </pc:sldMkLst>
      </pc:sldChg>
      <pc:sldChg chg="addSp delSp modSp add mod">
        <pc:chgData name="Cao Lam Tung 20222709" userId="ce9674a6-c058-496c-88bf-33b32ed75606" providerId="ADAL" clId="{4BE5D495-D1B2-4E35-BC6A-CFBD2A3E57D1}" dt="2024-10-16T03:28:34.196" v="8094" actId="1076"/>
        <pc:sldMkLst>
          <pc:docMk/>
          <pc:sldMk cId="1492810559" sldId="389"/>
        </pc:sldMkLst>
      </pc:sldChg>
      <pc:sldChg chg="addSp delSp modSp add mod">
        <pc:chgData name="Cao Lam Tung 20222709" userId="ce9674a6-c058-496c-88bf-33b32ed75606" providerId="ADAL" clId="{4BE5D495-D1B2-4E35-BC6A-CFBD2A3E57D1}" dt="2024-10-16T03:29:09.580" v="8100" actId="1076"/>
        <pc:sldMkLst>
          <pc:docMk/>
          <pc:sldMk cId="4035217822" sldId="390"/>
        </pc:sldMkLst>
      </pc:sldChg>
      <pc:sldChg chg="addSp delSp modSp add mod">
        <pc:chgData name="Cao Lam Tung 20222709" userId="ce9674a6-c058-496c-88bf-33b32ed75606" providerId="ADAL" clId="{4BE5D495-D1B2-4E35-BC6A-CFBD2A3E57D1}" dt="2024-10-16T03:29:37.711" v="8107" actId="1076"/>
        <pc:sldMkLst>
          <pc:docMk/>
          <pc:sldMk cId="1348791252" sldId="391"/>
        </pc:sldMkLst>
      </pc:sldChg>
    </pc:docChg>
  </pc:docChgLst>
  <pc:docChgLst>
    <pc:chgData name="Cao Lam Tung 20222709" userId="ce9674a6-c058-496c-88bf-33b32ed75606" providerId="ADAL" clId="{260F9685-9558-4209-8D92-CF31852B8AE7}"/>
    <pc:docChg chg="modSld">
      <pc:chgData name="Cao Lam Tung 20222709" userId="ce9674a6-c058-496c-88bf-33b32ed75606" providerId="ADAL" clId="{260F9685-9558-4209-8D92-CF31852B8AE7}" dt="2024-04-17T14:23:29.342" v="0"/>
      <pc:docMkLst>
        <pc:docMk/>
      </pc:docMkLst>
      <pc:sldChg chg="modSp mod">
        <pc:chgData name="Cao Lam Tung 20222709" userId="ce9674a6-c058-496c-88bf-33b32ed75606" providerId="ADAL" clId="{260F9685-9558-4209-8D92-CF31852B8AE7}" dt="2024-04-17T14:23:29.342" v="0"/>
        <pc:sldMkLst>
          <pc:docMk/>
          <pc:sldMk cId="425079733" sldId="256"/>
        </pc:sldMkLst>
      </pc:sldChg>
    </pc:docChg>
  </pc:docChgLst>
  <pc:docChgLst>
    <pc:chgData name="Cao Lam Tung 20222709" userId="ce9674a6-c058-496c-88bf-33b32ed75606" providerId="ADAL" clId="{7BEC58D4-8E2B-4C81-A519-91013BC190C1}"/>
    <pc:docChg chg="custSel modSld">
      <pc:chgData name="Cao Lam Tung 20222709" userId="ce9674a6-c058-496c-88bf-33b32ed75606" providerId="ADAL" clId="{7BEC58D4-8E2B-4C81-A519-91013BC190C1}" dt="2025-02-06T02:11:41.298" v="66" actId="113"/>
      <pc:docMkLst>
        <pc:docMk/>
      </pc:docMkLst>
      <pc:sldChg chg="modSp modNotesTx">
        <pc:chgData name="Cao Lam Tung 20222709" userId="ce9674a6-c058-496c-88bf-33b32ed75606" providerId="ADAL" clId="{7BEC58D4-8E2B-4C81-A519-91013BC190C1}" dt="2025-02-05T16:23:26.588" v="48" actId="20577"/>
        <pc:sldMkLst>
          <pc:docMk/>
          <pc:sldMk cId="1512609409" sldId="383"/>
        </pc:sldMkLst>
      </pc:sldChg>
      <pc:sldChg chg="modSp modNotesTx">
        <pc:chgData name="Cao Lam Tung 20222709" userId="ce9674a6-c058-496c-88bf-33b32ed75606" providerId="ADAL" clId="{7BEC58D4-8E2B-4C81-A519-91013BC190C1}" dt="2025-02-06T02:11:41.298" v="66" actId="113"/>
        <pc:sldMkLst>
          <pc:docMk/>
          <pc:sldMk cId="973910400" sldId="387"/>
        </pc:sldMkLst>
      </pc:sldChg>
      <pc:sldChg chg="delSp modSp mod">
        <pc:chgData name="Cao Lam Tung 20222709" userId="ce9674a6-c058-496c-88bf-33b32ed75606" providerId="ADAL" clId="{7BEC58D4-8E2B-4C81-A519-91013BC190C1}" dt="2025-02-05T16:23:56.327" v="52" actId="478"/>
        <pc:sldMkLst>
          <pc:docMk/>
          <pc:sldMk cId="1934133307" sldId="399"/>
        </pc:sldMkLst>
      </pc:sldChg>
      <pc:sldChg chg="modSp">
        <pc:chgData name="Cao Lam Tung 20222709" userId="ce9674a6-c058-496c-88bf-33b32ed75606" providerId="ADAL" clId="{7BEC58D4-8E2B-4C81-A519-91013BC190C1}" dt="2025-02-05T16:25:30.438" v="61" actId="20577"/>
        <pc:sldMkLst>
          <pc:docMk/>
          <pc:sldMk cId="2861518484" sldId="400"/>
        </pc:sldMkLst>
      </pc:sldChg>
    </pc:docChg>
  </pc:docChgLst>
  <pc:docChgLst>
    <pc:chgData name="Cao Lam Tung 20222709" userId="ce9674a6-c058-496c-88bf-33b32ed75606" providerId="ADAL" clId="{713115DA-3C35-4034-938B-A4A1C55AA9E1}"/>
    <pc:docChg chg="undo redo custSel addSld delSld modSld sldOrd modSection">
      <pc:chgData name="Cao Lam Tung 20222709" userId="ce9674a6-c058-496c-88bf-33b32ed75606" providerId="ADAL" clId="{713115DA-3C35-4034-938B-A4A1C55AA9E1}" dt="2025-03-08T14:36:19.173" v="1823" actId="20577"/>
      <pc:docMkLst>
        <pc:docMk/>
      </pc:docMkLst>
      <pc:sldChg chg="modSp mod">
        <pc:chgData name="Cao Lam Tung 20222709" userId="ce9674a6-c058-496c-88bf-33b32ed75606" providerId="ADAL" clId="{713115DA-3C35-4034-938B-A4A1C55AA9E1}" dt="2025-03-08T14:18:47.994" v="1762" actId="20577"/>
        <pc:sldMkLst>
          <pc:docMk/>
          <pc:sldMk cId="425079733" sldId="256"/>
        </pc:sldMkLst>
      </pc:sldChg>
      <pc:sldChg chg="modSp mod">
        <pc:chgData name="Cao Lam Tung 20222709" userId="ce9674a6-c058-496c-88bf-33b32ed75606" providerId="ADAL" clId="{713115DA-3C35-4034-938B-A4A1C55AA9E1}" dt="2025-03-08T14:16:09.625" v="1719" actId="20577"/>
        <pc:sldMkLst>
          <pc:docMk/>
          <pc:sldMk cId="3526839302" sldId="326"/>
        </pc:sldMkLst>
      </pc:sldChg>
      <pc:sldChg chg="del">
        <pc:chgData name="Cao Lam Tung 20222709" userId="ce9674a6-c058-496c-88bf-33b32ed75606" providerId="ADAL" clId="{713115DA-3C35-4034-938B-A4A1C55AA9E1}" dt="2025-03-08T14:07:53.448" v="1510" actId="47"/>
        <pc:sldMkLst>
          <pc:docMk/>
          <pc:sldMk cId="3405558723" sldId="382"/>
        </pc:sldMkLst>
      </pc:sldChg>
      <pc:sldChg chg="del">
        <pc:chgData name="Cao Lam Tung 20222709" userId="ce9674a6-c058-496c-88bf-33b32ed75606" providerId="ADAL" clId="{713115DA-3C35-4034-938B-A4A1C55AA9E1}" dt="2025-03-08T08:54:41.730" v="725" actId="47"/>
        <pc:sldMkLst>
          <pc:docMk/>
          <pc:sldMk cId="1512609409" sldId="383"/>
        </pc:sldMkLst>
      </pc:sldChg>
      <pc:sldChg chg="addSp delSp modSp mod modNotesTx">
        <pc:chgData name="Cao Lam Tung 20222709" userId="ce9674a6-c058-496c-88bf-33b32ed75606" providerId="ADAL" clId="{713115DA-3C35-4034-938B-A4A1C55AA9E1}" dt="2025-03-08T14:21:46.094" v="1802" actId="20577"/>
        <pc:sldMkLst>
          <pc:docMk/>
          <pc:sldMk cId="3887032254" sldId="413"/>
        </pc:sldMkLst>
      </pc:sldChg>
      <pc:sldChg chg="modSp mod">
        <pc:chgData name="Cao Lam Tung 20222709" userId="ce9674a6-c058-496c-88bf-33b32ed75606" providerId="ADAL" clId="{713115DA-3C35-4034-938B-A4A1C55AA9E1}" dt="2025-03-08T14:12:50.166" v="1577" actId="20577"/>
        <pc:sldMkLst>
          <pc:docMk/>
          <pc:sldMk cId="642788118" sldId="414"/>
        </pc:sldMkLst>
      </pc:sldChg>
      <pc:sldChg chg="del">
        <pc:chgData name="Cao Lam Tung 20222709" userId="ce9674a6-c058-496c-88bf-33b32ed75606" providerId="ADAL" clId="{713115DA-3C35-4034-938B-A4A1C55AA9E1}" dt="2025-03-08T08:54:40.430" v="722" actId="47"/>
        <pc:sldMkLst>
          <pc:docMk/>
          <pc:sldMk cId="1274460451" sldId="416"/>
        </pc:sldMkLst>
      </pc:sldChg>
      <pc:sldChg chg="delSp modSp del mod">
        <pc:chgData name="Cao Lam Tung 20222709" userId="ce9674a6-c058-496c-88bf-33b32ed75606" providerId="ADAL" clId="{713115DA-3C35-4034-938B-A4A1C55AA9E1}" dt="2025-03-08T08:54:39.989" v="721" actId="47"/>
        <pc:sldMkLst>
          <pc:docMk/>
          <pc:sldMk cId="3644625469" sldId="417"/>
        </pc:sldMkLst>
      </pc:sldChg>
      <pc:sldChg chg="del">
        <pc:chgData name="Cao Lam Tung 20222709" userId="ce9674a6-c058-496c-88bf-33b32ed75606" providerId="ADAL" clId="{713115DA-3C35-4034-938B-A4A1C55AA9E1}" dt="2025-03-08T08:54:40.960" v="724" actId="47"/>
        <pc:sldMkLst>
          <pc:docMk/>
          <pc:sldMk cId="2808913251" sldId="418"/>
        </pc:sldMkLst>
      </pc:sldChg>
      <pc:sldChg chg="del">
        <pc:chgData name="Cao Lam Tung 20222709" userId="ce9674a6-c058-496c-88bf-33b32ed75606" providerId="ADAL" clId="{713115DA-3C35-4034-938B-A4A1C55AA9E1}" dt="2025-03-08T08:54:42.908" v="727" actId="47"/>
        <pc:sldMkLst>
          <pc:docMk/>
          <pc:sldMk cId="2747384583" sldId="419"/>
        </pc:sldMkLst>
      </pc:sldChg>
      <pc:sldChg chg="del">
        <pc:chgData name="Cao Lam Tung 20222709" userId="ce9674a6-c058-496c-88bf-33b32ed75606" providerId="ADAL" clId="{713115DA-3C35-4034-938B-A4A1C55AA9E1}" dt="2025-03-08T08:54:42.639" v="726" actId="47"/>
        <pc:sldMkLst>
          <pc:docMk/>
          <pc:sldMk cId="3627886200" sldId="420"/>
        </pc:sldMkLst>
      </pc:sldChg>
      <pc:sldChg chg="del">
        <pc:chgData name="Cao Lam Tung 20222709" userId="ce9674a6-c058-496c-88bf-33b32ed75606" providerId="ADAL" clId="{713115DA-3C35-4034-938B-A4A1C55AA9E1}" dt="2025-03-08T08:54:43.748" v="728" actId="47"/>
        <pc:sldMkLst>
          <pc:docMk/>
          <pc:sldMk cId="3303339954" sldId="421"/>
        </pc:sldMkLst>
      </pc:sldChg>
      <pc:sldChg chg="del">
        <pc:chgData name="Cao Lam Tung 20222709" userId="ce9674a6-c058-496c-88bf-33b32ed75606" providerId="ADAL" clId="{713115DA-3C35-4034-938B-A4A1C55AA9E1}" dt="2025-03-08T10:20:42.644" v="819" actId="47"/>
        <pc:sldMkLst>
          <pc:docMk/>
          <pc:sldMk cId="225828607" sldId="422"/>
        </pc:sldMkLst>
      </pc:sldChg>
      <pc:sldChg chg="del">
        <pc:chgData name="Cao Lam Tung 20222709" userId="ce9674a6-c058-496c-88bf-33b32ed75606" providerId="ADAL" clId="{713115DA-3C35-4034-938B-A4A1C55AA9E1}" dt="2025-03-08T08:54:40.728" v="723" actId="47"/>
        <pc:sldMkLst>
          <pc:docMk/>
          <pc:sldMk cId="1048968366" sldId="423"/>
        </pc:sldMkLst>
      </pc:sldChg>
      <pc:sldChg chg="addSp delSp modSp add mod modNotesTx">
        <pc:chgData name="Cao Lam Tung 20222709" userId="ce9674a6-c058-496c-88bf-33b32ed75606" providerId="ADAL" clId="{713115DA-3C35-4034-938B-A4A1C55AA9E1}" dt="2025-03-08T04:29:25.789" v="562" actId="20577"/>
        <pc:sldMkLst>
          <pc:docMk/>
          <pc:sldMk cId="1986084853" sldId="424"/>
        </pc:sldMkLst>
      </pc:sldChg>
      <pc:sldChg chg="addSp delSp modSp add mod modNotesTx">
        <pc:chgData name="Cao Lam Tung 20222709" userId="ce9674a6-c058-496c-88bf-33b32ed75606" providerId="ADAL" clId="{713115DA-3C35-4034-938B-A4A1C55AA9E1}" dt="2025-03-08T14:27:08.390" v="1807" actId="14100"/>
        <pc:sldMkLst>
          <pc:docMk/>
          <pc:sldMk cId="69793235" sldId="425"/>
        </pc:sldMkLst>
      </pc:sldChg>
      <pc:sldChg chg="delSp modSp add del mod">
        <pc:chgData name="Cao Lam Tung 20222709" userId="ce9674a6-c058-496c-88bf-33b32ed75606" providerId="ADAL" clId="{713115DA-3C35-4034-938B-A4A1C55AA9E1}" dt="2025-03-08T08:54:37.539" v="720" actId="47"/>
        <pc:sldMkLst>
          <pc:docMk/>
          <pc:sldMk cId="1278033607" sldId="426"/>
        </pc:sldMkLst>
      </pc:sldChg>
      <pc:sldChg chg="addSp delSp modSp add mod modNotesTx">
        <pc:chgData name="Cao Lam Tung 20222709" userId="ce9674a6-c058-496c-88bf-33b32ed75606" providerId="ADAL" clId="{713115DA-3C35-4034-938B-A4A1C55AA9E1}" dt="2025-03-08T14:36:19.173" v="1823" actId="20577"/>
        <pc:sldMkLst>
          <pc:docMk/>
          <pc:sldMk cId="1631311814" sldId="427"/>
        </pc:sldMkLst>
      </pc:sldChg>
      <pc:sldChg chg="addSp delSp modSp add mod ord">
        <pc:chgData name="Cao Lam Tung 20222709" userId="ce9674a6-c058-496c-88bf-33b32ed75606" providerId="ADAL" clId="{713115DA-3C35-4034-938B-A4A1C55AA9E1}" dt="2025-03-08T10:34:04.750" v="1016" actId="12"/>
        <pc:sldMkLst>
          <pc:docMk/>
          <pc:sldMk cId="1666929767" sldId="428"/>
        </pc:sldMkLst>
      </pc:sldChg>
      <pc:sldChg chg="addSp delSp modSp add mod modNotesTx">
        <pc:chgData name="Cao Lam Tung 20222709" userId="ce9674a6-c058-496c-88bf-33b32ed75606" providerId="ADAL" clId="{713115DA-3C35-4034-938B-A4A1C55AA9E1}" dt="2025-03-08T11:47:28.731" v="1503" actId="1582"/>
        <pc:sldMkLst>
          <pc:docMk/>
          <pc:sldMk cId="575922933" sldId="429"/>
        </pc:sldMkLst>
      </pc:sldChg>
      <pc:sldChg chg="addSp delSp modSp add mod">
        <pc:chgData name="Cao Lam Tung 20222709" userId="ce9674a6-c058-496c-88bf-33b32ed75606" providerId="ADAL" clId="{713115DA-3C35-4034-938B-A4A1C55AA9E1}" dt="2025-03-08T14:36:13.679" v="1817" actId="20577"/>
        <pc:sldMkLst>
          <pc:docMk/>
          <pc:sldMk cId="2723113355" sldId="430"/>
        </pc:sldMkLst>
      </pc:sldChg>
    </pc:docChg>
  </pc:docChgLst>
  <pc:docChgLst>
    <pc:chgData name="Cao Lam Tung 20222709" userId="ce9674a6-c058-496c-88bf-33b32ed75606" providerId="ADAL" clId="{963E6936-EA1B-4B0F-B49E-489E39D2B222}"/>
    <pc:docChg chg="custSel delSld modSld modSection">
      <pc:chgData name="Cao Lam Tung 20222709" userId="ce9674a6-c058-496c-88bf-33b32ed75606" providerId="ADAL" clId="{963E6936-EA1B-4B0F-B49E-489E39D2B222}" dt="2025-04-04T11:44:04.740" v="25" actId="47"/>
      <pc:docMkLst>
        <pc:docMk/>
      </pc:docMkLst>
      <pc:sldChg chg="del">
        <pc:chgData name="Cao Lam Tung 20222709" userId="ce9674a6-c058-496c-88bf-33b32ed75606" providerId="ADAL" clId="{963E6936-EA1B-4B0F-B49E-489E39D2B222}" dt="2025-04-04T11:44:04.740" v="25" actId="47"/>
        <pc:sldMkLst>
          <pc:docMk/>
          <pc:sldMk cId="3313450496" sldId="437"/>
        </pc:sldMkLst>
      </pc:sldChg>
      <pc:sldChg chg="addSp delSp modSp mod">
        <pc:chgData name="Cao Lam Tung 20222709" userId="ce9674a6-c058-496c-88bf-33b32ed75606" providerId="ADAL" clId="{963E6936-EA1B-4B0F-B49E-489E39D2B222}" dt="2025-04-04T11:43:59.212" v="24" actId="1076"/>
        <pc:sldMkLst>
          <pc:docMk/>
          <pc:sldMk cId="2908174157" sldId="440"/>
        </pc:sldMkLst>
      </pc:sldChg>
    </pc:docChg>
  </pc:docChgLst>
  <pc:docChgLst>
    <pc:chgData name="Cao Lam Tung 20222709" userId="ce9674a6-c058-496c-88bf-33b32ed75606" providerId="ADAL" clId="{08E5B4AA-019E-48F2-8757-F5A392E89520}"/>
    <pc:docChg chg="modSld">
      <pc:chgData name="Cao Lam Tung 20222709" userId="ce9674a6-c058-496c-88bf-33b32ed75606" providerId="ADAL" clId="{08E5B4AA-019E-48F2-8757-F5A392E89520}" dt="2025-04-02T13:49:13.203" v="5" actId="1076"/>
      <pc:docMkLst>
        <pc:docMk/>
      </pc:docMkLst>
      <pc:sldChg chg="addSp modSp mod">
        <pc:chgData name="Cao Lam Tung 20222709" userId="ce9674a6-c058-496c-88bf-33b32ed75606" providerId="ADAL" clId="{08E5B4AA-019E-48F2-8757-F5A392E89520}" dt="2025-04-02T13:49:13.203" v="5" actId="1076"/>
        <pc:sldMkLst>
          <pc:docMk/>
          <pc:sldMk cId="2908174157" sldId="440"/>
        </pc:sldMkLst>
      </pc:sldChg>
    </pc:docChg>
  </pc:docChgLst>
  <pc:docChgLst>
    <pc:chgData name="Cao Lam Tung 20222709" userId="S::tung.cl222709@sis.hust.edu.vn::ce9674a6-c058-496c-88bf-33b32ed75606" providerId="AD" clId="Web-{102C6164-87FE-B9B7-3BCD-C2150E9708D8}"/>
    <pc:docChg chg="modSld">
      <pc:chgData name="Cao Lam Tung 20222709" userId="S::tung.cl222709@sis.hust.edu.vn::ce9674a6-c058-496c-88bf-33b32ed75606" providerId="AD" clId="Web-{102C6164-87FE-B9B7-3BCD-C2150E9708D8}" dt="2024-12-21T11:53:55.089" v="18" actId="20577"/>
      <pc:docMkLst>
        <pc:docMk/>
      </pc:docMkLst>
      <pc:sldChg chg="modSp">
        <pc:chgData name="Cao Lam Tung 20222709" userId="S::tung.cl222709@sis.hust.edu.vn::ce9674a6-c058-496c-88bf-33b32ed75606" providerId="AD" clId="Web-{102C6164-87FE-B9B7-3BCD-C2150E9708D8}" dt="2024-12-21T11:53:55.089" v="18" actId="20577"/>
        <pc:sldMkLst>
          <pc:docMk/>
          <pc:sldMk cId="425079733" sldId="256"/>
        </pc:sldMkLst>
      </pc:sldChg>
    </pc:docChg>
  </pc:docChgLst>
  <pc:docChgLst>
    <pc:chgData name="Cao Lam Tung 20222709" userId="ce9674a6-c058-496c-88bf-33b32ed75606" providerId="ADAL" clId="{600EA3E8-7A88-4898-BA5D-3D768744E8FE}"/>
    <pc:docChg chg="undo custSel modSld sldOrd">
      <pc:chgData name="Cao Lam Tung 20222709" userId="ce9674a6-c058-496c-88bf-33b32ed75606" providerId="ADAL" clId="{600EA3E8-7A88-4898-BA5D-3D768744E8FE}" dt="2024-09-11T09:29:54.079" v="793"/>
      <pc:docMkLst>
        <pc:docMk/>
      </pc:docMkLst>
      <pc:sldChg chg="modSp mod">
        <pc:chgData name="Cao Lam Tung 20222709" userId="ce9674a6-c058-496c-88bf-33b32ed75606" providerId="ADAL" clId="{600EA3E8-7A88-4898-BA5D-3D768744E8FE}" dt="2024-08-20T01:47:12.781" v="1" actId="14100"/>
        <pc:sldMkLst>
          <pc:docMk/>
          <pc:sldMk cId="3643748511" sldId="258"/>
        </pc:sldMkLst>
      </pc:sldChg>
      <pc:sldChg chg="ord">
        <pc:chgData name="Cao Lam Tung 20222709" userId="ce9674a6-c058-496c-88bf-33b32ed75606" providerId="ADAL" clId="{600EA3E8-7A88-4898-BA5D-3D768744E8FE}" dt="2024-09-11T09:29:54.079" v="793"/>
        <pc:sldMkLst>
          <pc:docMk/>
          <pc:sldMk cId="463760155" sldId="266"/>
        </pc:sldMkLst>
      </pc:sldChg>
      <pc:sldChg chg="modSp mod">
        <pc:chgData name="Cao Lam Tung 20222709" userId="ce9674a6-c058-496c-88bf-33b32ed75606" providerId="ADAL" clId="{600EA3E8-7A88-4898-BA5D-3D768744E8FE}" dt="2024-08-20T02:39:43.819" v="5" actId="1076"/>
        <pc:sldMkLst>
          <pc:docMk/>
          <pc:sldMk cId="290600735" sldId="328"/>
        </pc:sldMkLst>
      </pc:sldChg>
      <pc:sldChg chg="modSp mod">
        <pc:chgData name="Cao Lam Tung 20222709" userId="ce9674a6-c058-496c-88bf-33b32ed75606" providerId="ADAL" clId="{600EA3E8-7A88-4898-BA5D-3D768744E8FE}" dt="2024-08-25T15:51:53.048" v="290" actId="1076"/>
        <pc:sldMkLst>
          <pc:docMk/>
          <pc:sldMk cId="3209251382" sldId="331"/>
        </pc:sldMkLst>
      </pc:sldChg>
      <pc:sldChg chg="addSp modSp mod">
        <pc:chgData name="Cao Lam Tung 20222709" userId="ce9674a6-c058-496c-88bf-33b32ed75606" providerId="ADAL" clId="{600EA3E8-7A88-4898-BA5D-3D768744E8FE}" dt="2024-09-01T02:48:03.078" v="428" actId="1076"/>
        <pc:sldMkLst>
          <pc:docMk/>
          <pc:sldMk cId="959314624" sldId="332"/>
        </pc:sldMkLst>
      </pc:sldChg>
      <pc:sldChg chg="modSp mod">
        <pc:chgData name="Cao Lam Tung 20222709" userId="ce9674a6-c058-496c-88bf-33b32ed75606" providerId="ADAL" clId="{600EA3E8-7A88-4898-BA5D-3D768744E8FE}" dt="2024-08-20T12:58:45.203" v="192" actId="20577"/>
        <pc:sldMkLst>
          <pc:docMk/>
          <pc:sldMk cId="563296614" sldId="334"/>
        </pc:sldMkLst>
      </pc:sldChg>
      <pc:sldChg chg="modSp mod">
        <pc:chgData name="Cao Lam Tung 20222709" userId="ce9674a6-c058-496c-88bf-33b32ed75606" providerId="ADAL" clId="{600EA3E8-7A88-4898-BA5D-3D768744E8FE}" dt="2024-08-20T03:18:19.974" v="182" actId="1076"/>
        <pc:sldMkLst>
          <pc:docMk/>
          <pc:sldMk cId="2749988275" sldId="335"/>
        </pc:sldMkLst>
      </pc:sldChg>
      <pc:sldChg chg="addSp delSp modSp mod">
        <pc:chgData name="Cao Lam Tung 20222709" userId="ce9674a6-c058-496c-88bf-33b32ed75606" providerId="ADAL" clId="{600EA3E8-7A88-4898-BA5D-3D768744E8FE}" dt="2024-09-11T09:08:54.613" v="716" actId="20577"/>
        <pc:sldMkLst>
          <pc:docMk/>
          <pc:sldMk cId="2379758615" sldId="337"/>
        </pc:sldMkLst>
      </pc:sldChg>
      <pc:sldChg chg="addSp delSp modSp mod">
        <pc:chgData name="Cao Lam Tung 20222709" userId="ce9674a6-c058-496c-88bf-33b32ed75606" providerId="ADAL" clId="{600EA3E8-7A88-4898-BA5D-3D768744E8FE}" dt="2024-09-11T09:10:33.167" v="747" actId="478"/>
        <pc:sldMkLst>
          <pc:docMk/>
          <pc:sldMk cId="629533612" sldId="338"/>
        </pc:sldMkLst>
      </pc:sldChg>
      <pc:sldChg chg="addSp delSp modSp mod">
        <pc:chgData name="Cao Lam Tung 20222709" userId="ce9674a6-c058-496c-88bf-33b32ed75606" providerId="ADAL" clId="{600EA3E8-7A88-4898-BA5D-3D768744E8FE}" dt="2024-09-11T09:19:29.738" v="780" actId="20577"/>
        <pc:sldMkLst>
          <pc:docMk/>
          <pc:sldMk cId="3803284696" sldId="339"/>
        </pc:sldMkLst>
      </pc:sldChg>
      <pc:sldChg chg="modSp mod">
        <pc:chgData name="Cao Lam Tung 20222709" userId="ce9674a6-c058-496c-88bf-33b32ed75606" providerId="ADAL" clId="{600EA3E8-7A88-4898-BA5D-3D768744E8FE}" dt="2024-09-11T09:29:28.867" v="782" actId="20577"/>
        <pc:sldMkLst>
          <pc:docMk/>
          <pc:sldMk cId="3904980597" sldId="340"/>
        </pc:sldMkLst>
      </pc:sldChg>
      <pc:sldChg chg="modSp mod">
        <pc:chgData name="Cao Lam Tung 20222709" userId="ce9674a6-c058-496c-88bf-33b32ed75606" providerId="ADAL" clId="{600EA3E8-7A88-4898-BA5D-3D768744E8FE}" dt="2024-09-11T09:29:32.105" v="784" actId="20577"/>
        <pc:sldMkLst>
          <pc:docMk/>
          <pc:sldMk cId="3158382041" sldId="341"/>
        </pc:sldMkLst>
      </pc:sldChg>
      <pc:sldChg chg="modSp">
        <pc:chgData name="Cao Lam Tung 20222709" userId="ce9674a6-c058-496c-88bf-33b32ed75606" providerId="ADAL" clId="{600EA3E8-7A88-4898-BA5D-3D768744E8FE}" dt="2024-09-01T03:10:37.292" v="429" actId="20577"/>
        <pc:sldMkLst>
          <pc:docMk/>
          <pc:sldMk cId="2416454450" sldId="342"/>
        </pc:sldMkLst>
      </pc:sldChg>
      <pc:sldChg chg="modSp mod">
        <pc:chgData name="Cao Lam Tung 20222709" userId="ce9674a6-c058-496c-88bf-33b32ed75606" providerId="ADAL" clId="{600EA3E8-7A88-4898-BA5D-3D768744E8FE}" dt="2024-09-11T09:29:46.710" v="789" actId="20577"/>
        <pc:sldMkLst>
          <pc:docMk/>
          <pc:sldMk cId="18072324" sldId="343"/>
        </pc:sldMkLst>
      </pc:sldChg>
      <pc:sldChg chg="modSp mod">
        <pc:chgData name="Cao Lam Tung 20222709" userId="ce9674a6-c058-496c-88bf-33b32ed75606" providerId="ADAL" clId="{600EA3E8-7A88-4898-BA5D-3D768744E8FE}" dt="2024-09-11T09:29:49.296" v="791" actId="20577"/>
        <pc:sldMkLst>
          <pc:docMk/>
          <pc:sldMk cId="958536204" sldId="344"/>
        </pc:sldMkLst>
      </pc:sldChg>
    </pc:docChg>
  </pc:docChgLst>
  <pc:docChgLst>
    <pc:chgData name="Cao Lam Tung 20222709" userId="ce9674a6-c058-496c-88bf-33b32ed75606" providerId="ADAL" clId="{D55E4134-4533-4B33-A121-23ECB8AB8F30}"/>
    <pc:docChg chg="undo redo custSel addSld delSld modSld modSection">
      <pc:chgData name="Cao Lam Tung 20222709" userId="ce9674a6-c058-496c-88bf-33b32ed75606" providerId="ADAL" clId="{D55E4134-4533-4B33-A121-23ECB8AB8F30}" dt="2024-12-27T09:28:46.660" v="1019" actId="20577"/>
      <pc:docMkLst>
        <pc:docMk/>
      </pc:docMkLst>
      <pc:sldChg chg="modSp mod">
        <pc:chgData name="Cao Lam Tung 20222709" userId="ce9674a6-c058-496c-88bf-33b32ed75606" providerId="ADAL" clId="{D55E4134-4533-4B33-A121-23ECB8AB8F30}" dt="2024-12-25T15:13:45.052" v="22" actId="20577"/>
        <pc:sldMkLst>
          <pc:docMk/>
          <pc:sldMk cId="425079733" sldId="256"/>
        </pc:sldMkLst>
      </pc:sldChg>
      <pc:sldChg chg="modSp mod">
        <pc:chgData name="Cao Lam Tung 20222709" userId="ce9674a6-c058-496c-88bf-33b32ed75606" providerId="ADAL" clId="{D55E4134-4533-4B33-A121-23ECB8AB8F30}" dt="2024-12-27T09:28:46.660" v="1019" actId="20577"/>
        <pc:sldMkLst>
          <pc:docMk/>
          <pc:sldMk cId="3405558723" sldId="382"/>
        </pc:sldMkLst>
      </pc:sldChg>
      <pc:sldChg chg="addSp delSp modSp mod">
        <pc:chgData name="Cao Lam Tung 20222709" userId="ce9674a6-c058-496c-88bf-33b32ed75606" providerId="ADAL" clId="{D55E4134-4533-4B33-A121-23ECB8AB8F30}" dt="2024-12-27T08:27:18.850" v="562" actId="1076"/>
        <pc:sldMkLst>
          <pc:docMk/>
          <pc:sldMk cId="1512609409" sldId="383"/>
        </pc:sldMkLst>
      </pc:sldChg>
      <pc:sldChg chg="modNotesTx">
        <pc:chgData name="Cao Lam Tung 20222709" userId="ce9674a6-c058-496c-88bf-33b32ed75606" providerId="ADAL" clId="{D55E4134-4533-4B33-A121-23ECB8AB8F30}" dt="2024-12-27T08:18:48.901" v="250"/>
        <pc:sldMkLst>
          <pc:docMk/>
          <pc:sldMk cId="973910400" sldId="387"/>
        </pc:sldMkLst>
      </pc:sldChg>
      <pc:sldChg chg="modSp mod">
        <pc:chgData name="Cao Lam Tung 20222709" userId="ce9674a6-c058-496c-88bf-33b32ed75606" providerId="ADAL" clId="{D55E4134-4533-4B33-A121-23ECB8AB8F30}" dt="2024-12-27T04:21:13.097" v="45" actId="1076"/>
        <pc:sldMkLst>
          <pc:docMk/>
          <pc:sldMk cId="1705887883" sldId="396"/>
        </pc:sldMkLst>
      </pc:sldChg>
      <pc:sldChg chg="modSp mod modNotesTx">
        <pc:chgData name="Cao Lam Tung 20222709" userId="ce9674a6-c058-496c-88bf-33b32ed75606" providerId="ADAL" clId="{D55E4134-4533-4B33-A121-23ECB8AB8F30}" dt="2024-12-27T04:21:48.991" v="53" actId="1076"/>
        <pc:sldMkLst>
          <pc:docMk/>
          <pc:sldMk cId="3490198815" sldId="397"/>
        </pc:sldMkLst>
      </pc:sldChg>
      <pc:sldChg chg="modSp mod modNotesTx">
        <pc:chgData name="Cao Lam Tung 20222709" userId="ce9674a6-c058-496c-88bf-33b32ed75606" providerId="ADAL" clId="{D55E4134-4533-4B33-A121-23ECB8AB8F30}" dt="2024-12-27T04:29:06.232" v="232" actId="20577"/>
        <pc:sldMkLst>
          <pc:docMk/>
          <pc:sldMk cId="3618849856" sldId="398"/>
        </pc:sldMkLst>
      </pc:sldChg>
      <pc:sldChg chg="addSp delSp modSp add mod modNotesTx">
        <pc:chgData name="Cao Lam Tung 20222709" userId="ce9674a6-c058-496c-88bf-33b32ed75606" providerId="ADAL" clId="{D55E4134-4533-4B33-A121-23ECB8AB8F30}" dt="2024-12-27T08:52:42.707" v="796" actId="20577"/>
        <pc:sldMkLst>
          <pc:docMk/>
          <pc:sldMk cId="2861518484" sldId="400"/>
        </pc:sldMkLst>
      </pc:sldChg>
      <pc:sldChg chg="add del">
        <pc:chgData name="Cao Lam Tung 20222709" userId="ce9674a6-c058-496c-88bf-33b32ed75606" providerId="ADAL" clId="{D55E4134-4533-4B33-A121-23ECB8AB8F30}" dt="2024-12-27T04:22:01.763" v="56" actId="47"/>
        <pc:sldMkLst>
          <pc:docMk/>
          <pc:sldMk cId="3575042794" sldId="400"/>
        </pc:sldMkLst>
      </pc:sldChg>
      <pc:sldChg chg="addSp delSp modSp add mod">
        <pc:chgData name="Cao Lam Tung 20222709" userId="ce9674a6-c058-496c-88bf-33b32ed75606" providerId="ADAL" clId="{D55E4134-4533-4B33-A121-23ECB8AB8F30}" dt="2024-12-27T08:55:30.451" v="818" actId="478"/>
        <pc:sldMkLst>
          <pc:docMk/>
          <pc:sldMk cId="513666704" sldId="401"/>
        </pc:sldMkLst>
      </pc:sldChg>
      <pc:sldChg chg="add del">
        <pc:chgData name="Cao Lam Tung 20222709" userId="ce9674a6-c058-496c-88bf-33b32ed75606" providerId="ADAL" clId="{D55E4134-4533-4B33-A121-23ECB8AB8F30}" dt="2024-12-27T08:51:14.388" v="787"/>
        <pc:sldMkLst>
          <pc:docMk/>
          <pc:sldMk cId="2806087674" sldId="402"/>
        </pc:sldMkLst>
      </pc:sldChg>
      <pc:sldChg chg="addSp delSp modSp add mod modNotesTx">
        <pc:chgData name="Cao Lam Tung 20222709" userId="ce9674a6-c058-496c-88bf-33b32ed75606" providerId="ADAL" clId="{D55E4134-4533-4B33-A121-23ECB8AB8F30}" dt="2024-12-27T09:25:25.508" v="988"/>
        <pc:sldMkLst>
          <pc:docMk/>
          <pc:sldMk cId="4265039605" sldId="402"/>
        </pc:sldMkLst>
      </pc:sldChg>
      <pc:sldChg chg="addSp delSp modSp add mod modNotesTx">
        <pc:chgData name="Cao Lam Tung 20222709" userId="ce9674a6-c058-496c-88bf-33b32ed75606" providerId="ADAL" clId="{D55E4134-4533-4B33-A121-23ECB8AB8F30}" dt="2024-12-27T09:26:56.086" v="1016"/>
        <pc:sldMkLst>
          <pc:docMk/>
          <pc:sldMk cId="3866274425" sldId="403"/>
        </pc:sldMkLst>
      </pc:sldChg>
    </pc:docChg>
  </pc:docChgLst>
  <pc:docChgLst>
    <pc:chgData name="Cao Lam Tung 20222709" userId="ce9674a6-c058-496c-88bf-33b32ed75606" providerId="ADAL" clId="{59C245AA-3E57-4BD3-8E2D-0701251E041C}"/>
    <pc:docChg chg="undo custSel addSld modSld sldOrd">
      <pc:chgData name="Cao Lam Tung 20222709" userId="ce9674a6-c058-496c-88bf-33b32ed75606" providerId="ADAL" clId="{59C245AA-3E57-4BD3-8E2D-0701251E041C}" dt="2024-04-10T14:27:09.552" v="1905" actId="20577"/>
      <pc:docMkLst>
        <pc:docMk/>
      </pc:docMkLst>
      <pc:sldChg chg="addSp delSp modSp mod">
        <pc:chgData name="Cao Lam Tung 20222709" userId="ce9674a6-c058-496c-88bf-33b32ed75606" providerId="ADAL" clId="{59C245AA-3E57-4BD3-8E2D-0701251E041C}" dt="2024-04-02T13:57:11.298" v="51" actId="478"/>
        <pc:sldMkLst>
          <pc:docMk/>
          <pc:sldMk cId="425079733" sldId="256"/>
        </pc:sldMkLst>
      </pc:sldChg>
      <pc:sldChg chg="modSp mod">
        <pc:chgData name="Cao Lam Tung 20222709" userId="ce9674a6-c058-496c-88bf-33b32ed75606" providerId="ADAL" clId="{59C245AA-3E57-4BD3-8E2D-0701251E041C}" dt="2024-04-10T14:01:45.579" v="1895" actId="20577"/>
        <pc:sldMkLst>
          <pc:docMk/>
          <pc:sldMk cId="3629502066" sldId="327"/>
        </pc:sldMkLst>
      </pc:sldChg>
      <pc:sldChg chg="modSp mod">
        <pc:chgData name="Cao Lam Tung 20222709" userId="ce9674a6-c058-496c-88bf-33b32ed75606" providerId="ADAL" clId="{59C245AA-3E57-4BD3-8E2D-0701251E041C}" dt="2024-04-06T03:50:43.762" v="186" actId="14100"/>
        <pc:sldMkLst>
          <pc:docMk/>
          <pc:sldMk cId="960568514" sldId="329"/>
        </pc:sldMkLst>
      </pc:sldChg>
      <pc:sldChg chg="modSp mod">
        <pc:chgData name="Cao Lam Tung 20222709" userId="ce9674a6-c058-496c-88bf-33b32ed75606" providerId="ADAL" clId="{59C245AA-3E57-4BD3-8E2D-0701251E041C}" dt="2024-04-10T14:11:27.784" v="1897" actId="1076"/>
        <pc:sldMkLst>
          <pc:docMk/>
          <pc:sldMk cId="2374838604" sldId="330"/>
        </pc:sldMkLst>
      </pc:sldChg>
      <pc:sldChg chg="ord">
        <pc:chgData name="Cao Lam Tung 20222709" userId="ce9674a6-c058-496c-88bf-33b32ed75606" providerId="ADAL" clId="{59C245AA-3E57-4BD3-8E2D-0701251E041C}" dt="2024-04-10T09:52:50.596" v="1508"/>
        <pc:sldMkLst>
          <pc:docMk/>
          <pc:sldMk cId="3277081014" sldId="331"/>
        </pc:sldMkLst>
      </pc:sldChg>
      <pc:sldChg chg="modSp mod">
        <pc:chgData name="Cao Lam Tung 20222709" userId="ce9674a6-c058-496c-88bf-33b32ed75606" providerId="ADAL" clId="{59C245AA-3E57-4BD3-8E2D-0701251E041C}" dt="2024-04-10T14:12:18.291" v="1898" actId="14100"/>
        <pc:sldMkLst>
          <pc:docMk/>
          <pc:sldMk cId="1778810197" sldId="332"/>
        </pc:sldMkLst>
      </pc:sldChg>
      <pc:sldChg chg="addSp delSp modSp mod">
        <pc:chgData name="Cao Lam Tung 20222709" userId="ce9674a6-c058-496c-88bf-33b32ed75606" providerId="ADAL" clId="{59C245AA-3E57-4BD3-8E2D-0701251E041C}" dt="2024-04-10T13:43:30.660" v="1861" actId="20577"/>
        <pc:sldMkLst>
          <pc:docMk/>
          <pc:sldMk cId="2994529451" sldId="334"/>
        </pc:sldMkLst>
      </pc:sldChg>
      <pc:sldChg chg="modSp">
        <pc:chgData name="Cao Lam Tung 20222709" userId="ce9674a6-c058-496c-88bf-33b32ed75606" providerId="ADAL" clId="{59C245AA-3E57-4BD3-8E2D-0701251E041C}" dt="2024-04-01T14:56:14.318" v="42" actId="20577"/>
        <pc:sldMkLst>
          <pc:docMk/>
          <pc:sldMk cId="154274497" sldId="335"/>
        </pc:sldMkLst>
      </pc:sldChg>
      <pc:sldChg chg="modSp mod">
        <pc:chgData name="Cao Lam Tung 20222709" userId="ce9674a6-c058-496c-88bf-33b32ed75606" providerId="ADAL" clId="{59C245AA-3E57-4BD3-8E2D-0701251E041C}" dt="2024-04-08T14:50:48.468" v="1227" actId="14100"/>
        <pc:sldMkLst>
          <pc:docMk/>
          <pc:sldMk cId="3620825576" sldId="336"/>
        </pc:sldMkLst>
      </pc:sldChg>
      <pc:sldChg chg="modSp mod">
        <pc:chgData name="Cao Lam Tung 20222709" userId="ce9674a6-c058-496c-88bf-33b32ed75606" providerId="ADAL" clId="{59C245AA-3E57-4BD3-8E2D-0701251E041C}" dt="2024-04-01T14:59:40.805" v="45" actId="5793"/>
        <pc:sldMkLst>
          <pc:docMk/>
          <pc:sldMk cId="3520922490" sldId="337"/>
        </pc:sldMkLst>
      </pc:sldChg>
      <pc:sldChg chg="modSp mod">
        <pc:chgData name="Cao Lam Tung 20222709" userId="ce9674a6-c058-496c-88bf-33b32ed75606" providerId="ADAL" clId="{59C245AA-3E57-4BD3-8E2D-0701251E041C}" dt="2024-04-10T14:25:14.371" v="1900" actId="20577"/>
        <pc:sldMkLst>
          <pc:docMk/>
          <pc:sldMk cId="3055845051" sldId="338"/>
        </pc:sldMkLst>
      </pc:sldChg>
      <pc:sldChg chg="modSp mod modNotesTx">
        <pc:chgData name="Cao Lam Tung 20222709" userId="ce9674a6-c058-496c-88bf-33b32ed75606" providerId="ADAL" clId="{59C245AA-3E57-4BD3-8E2D-0701251E041C}" dt="2024-04-10T14:23:26.622" v="1899" actId="20577"/>
        <pc:sldMkLst>
          <pc:docMk/>
          <pc:sldMk cId="3331722372" sldId="340"/>
        </pc:sldMkLst>
      </pc:sldChg>
      <pc:sldChg chg="modSp mod">
        <pc:chgData name="Cao Lam Tung 20222709" userId="ce9674a6-c058-496c-88bf-33b32ed75606" providerId="ADAL" clId="{59C245AA-3E57-4BD3-8E2D-0701251E041C}" dt="2024-04-08T15:05:49.187" v="1299" actId="20577"/>
        <pc:sldMkLst>
          <pc:docMk/>
          <pc:sldMk cId="2381576624" sldId="341"/>
        </pc:sldMkLst>
      </pc:sldChg>
      <pc:sldChg chg="modSp mod">
        <pc:chgData name="Cao Lam Tung 20222709" userId="ce9674a6-c058-496c-88bf-33b32ed75606" providerId="ADAL" clId="{59C245AA-3E57-4BD3-8E2D-0701251E041C}" dt="2024-04-10T14:27:09.552" v="1905" actId="20577"/>
        <pc:sldMkLst>
          <pc:docMk/>
          <pc:sldMk cId="705244559" sldId="344"/>
        </pc:sldMkLst>
      </pc:sldChg>
      <pc:sldChg chg="delSp modSp mod">
        <pc:chgData name="Cao Lam Tung 20222709" userId="ce9674a6-c058-496c-88bf-33b32ed75606" providerId="ADAL" clId="{59C245AA-3E57-4BD3-8E2D-0701251E041C}" dt="2024-04-10T14:26:55.398" v="1904" actId="1076"/>
        <pc:sldMkLst>
          <pc:docMk/>
          <pc:sldMk cId="1478040463" sldId="345"/>
        </pc:sldMkLst>
      </pc:sldChg>
      <pc:sldChg chg="addSp delSp modSp mod">
        <pc:chgData name="Cao Lam Tung 20222709" userId="ce9674a6-c058-496c-88bf-33b32ed75606" providerId="ADAL" clId="{59C245AA-3E57-4BD3-8E2D-0701251E041C}" dt="2024-04-01T14:30:35.444" v="25" actId="1076"/>
        <pc:sldMkLst>
          <pc:docMk/>
          <pc:sldMk cId="960387769" sldId="346"/>
        </pc:sldMkLst>
      </pc:sldChg>
      <pc:sldChg chg="addSp delSp modSp mod">
        <pc:chgData name="Cao Lam Tung 20222709" userId="ce9674a6-c058-496c-88bf-33b32ed75606" providerId="ADAL" clId="{59C245AA-3E57-4BD3-8E2D-0701251E041C}" dt="2024-04-01T14:32:30.889" v="36" actId="1076"/>
        <pc:sldMkLst>
          <pc:docMk/>
          <pc:sldMk cId="395672225" sldId="347"/>
        </pc:sldMkLst>
      </pc:sldChg>
      <pc:sldChg chg="addSp delSp modSp add mod modNotesTx">
        <pc:chgData name="Cao Lam Tung 20222709" userId="ce9674a6-c058-496c-88bf-33b32ed75606" providerId="ADAL" clId="{59C245AA-3E57-4BD3-8E2D-0701251E041C}" dt="2024-04-08T14:44:36.766" v="1226" actId="20577"/>
        <pc:sldMkLst>
          <pc:docMk/>
          <pc:sldMk cId="3366579801" sldId="348"/>
        </pc:sldMkLst>
      </pc:sldChg>
      <pc:sldChg chg="addSp delSp modSp add mod">
        <pc:chgData name="Cao Lam Tung 20222709" userId="ce9674a6-c058-496c-88bf-33b32ed75606" providerId="ADAL" clId="{59C245AA-3E57-4BD3-8E2D-0701251E041C}" dt="2024-04-10T13:59:44.825" v="1891" actId="20577"/>
        <pc:sldMkLst>
          <pc:docMk/>
          <pc:sldMk cId="3961883896" sldId="349"/>
        </pc:sldMkLst>
      </pc:sldChg>
      <pc:sldChg chg="addSp delSp modSp add mod">
        <pc:chgData name="Cao Lam Tung 20222709" userId="ce9674a6-c058-496c-88bf-33b32ed75606" providerId="ADAL" clId="{59C245AA-3E57-4BD3-8E2D-0701251E041C}" dt="2024-04-10T13:45:33.147" v="1887" actId="20577"/>
        <pc:sldMkLst>
          <pc:docMk/>
          <pc:sldMk cId="222181308" sldId="35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5F609B-B55F-A07D-10CA-7D2972295C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43B17-FA46-C125-D20C-5A4DAAE398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69803-8E01-439A-8EF2-8343EF927035}" type="datetimeFigureOut">
              <a:rPr lang="en-GB" smtClean="0"/>
              <a:t>03/08/2025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5C246-29ED-77E0-BDDB-7AA6805E7E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BDD5A-91D2-0765-6DD2-25C29598C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57474-0C81-451B-9A7B-CFBB443387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0071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1D244-FD28-4770-BAA8-BC78F887939F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2663" y="1243013"/>
            <a:ext cx="4832350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F491F-38FF-4C0B-9F2E-A8B25753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2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92CFF-8087-F60B-BE06-57A62297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079E83-80D3-71BF-AD9C-FC6B07A1C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910F6-E572-CB7D-EC9F-2A80310DB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557FF-79C6-7653-B49A-B5E87AC34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61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FEB9-3AD5-45E7-1D09-8C5E33E94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24EB6-A548-BFB3-26D9-5EB8B8D4D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E59B8-D091-BC80-F13F-19C0540B1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F7BB3-DAC4-2909-B640-5B3E1C616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74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AACB7-DE41-11A3-50F1-8925958EE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AD846-0F93-F827-548E-D098FD3EB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5A215D-14F5-6C4D-87B7-32164F02E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560C1-7DC1-A120-53A5-77060B57B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25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402AF-5A3B-E86F-DC5C-2D7537F0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A29DC-E17D-2A38-F294-09FACF588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F1265A-AB3F-DCDF-1402-A7C0E05F7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43427-A9CE-172B-42D0-59F4AA13D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20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9C8AA-BC3E-FE48-5267-5AA28FA42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AAB53-335D-C1CF-AC7D-3877B330A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3BD83-7B86-0B3C-92AE-AE7E6097D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B049E-BFF7-B0C1-7FDE-91B22F468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95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B2EB7-E39D-264D-22BA-A867935F2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6E6B6-BD72-179E-CEE3-8BDE4A12D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2E7C4-6957-4C51-C013-6E58B7007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9EB11-1A60-DC84-E05F-E42C70297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226D4-A84B-0A32-07E2-04D84E0E9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DACD4E-0855-E915-8C00-621BE2F94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58B96-001B-ED8F-373D-7DB01FF00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AFB0E-C2E5-B406-7F18-72C0C3ABB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21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0972F-74E8-A2E9-DC53-991C92430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629AC-5387-DB10-4AA6-9FAD439A4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2A938-DF5F-D3A1-A58C-5FD9A2810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AA415-FB11-DA24-3328-01454A085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31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71892-5451-8135-6C6D-7288C8DA0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7F5A-178A-99B5-65FE-D06A8ECAB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AC07C-C8AC-CA5B-FB92-E1C250478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330FB-62F1-9751-80F6-F9078DF43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F491F-38FF-4C0B-9F2E-A8B257536E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742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 bwMode="hidden">
          <a:xfrm>
            <a:off x="-1" y="0"/>
            <a:ext cx="9906002" cy="6858000"/>
            <a:chOff x="-1" y="0"/>
            <a:chExt cx="12192002" cy="6858000"/>
          </a:xfrm>
        </p:grpSpPr>
        <p:cxnSp>
          <p:nvCxnSpPr>
            <p:cNvPr id="18" name="Straight Connector 1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52" name="Straight Connector 5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Group 5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63" name="Straight Connector 6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8" name="Straight Connector 5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6" name="Straight Connector 3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" name="Straight Connector 4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2" name="Straight Connector 4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597" y="1890366"/>
            <a:ext cx="8914946" cy="2709774"/>
          </a:xfrm>
        </p:spPr>
        <p:txBody>
          <a:bodyPr anchor="ctr"/>
          <a:lstStyle>
            <a:lvl1pPr algn="ctr"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597" y="4744714"/>
            <a:ext cx="3617571" cy="1753089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3" name="Pentagon 12"/>
          <p:cNvSpPr/>
          <p:nvPr/>
        </p:nvSpPr>
        <p:spPr>
          <a:xfrm>
            <a:off x="1" y="543"/>
            <a:ext cx="1764770" cy="765195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7D3501-5DF6-029A-CD59-0C6F6CFB40F1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4A61AE-4D8B-5C5C-73F4-747601782A95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02143D-35F6-E9E4-E61C-DF061DA20CC4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DDF2ECF-CE97-3838-BE8C-F2DE5BF553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rcRect t="13822" r="8049" b="20445"/>
          <a:stretch/>
        </p:blipFill>
        <p:spPr>
          <a:xfrm>
            <a:off x="6310240" y="5051904"/>
            <a:ext cx="3100460" cy="1753089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B89F6C4C-F7A4-0677-3851-DD45029DA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2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750" y="872455"/>
            <a:ext cx="9163050" cy="549353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  <a:lvl2pPr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2pPr>
            <a:lvl3pPr>
              <a:spcBef>
                <a:spcPts val="0"/>
              </a:spcBef>
              <a:spcAft>
                <a:spcPts val="1200"/>
              </a:spcAft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3pPr>
            <a:lvl4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4pPr>
            <a:lvl5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6570787"/>
            <a:ext cx="9906000" cy="287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3600">
              <a:solidFill>
                <a:schemeClr val="tx1">
                  <a:lumMod val="75000"/>
                  <a:lumOff val="25000"/>
                </a:schemeClr>
              </a:solidFill>
              <a:latin typeface="Dosis" pitchFamily="2" charset="0"/>
              <a:ea typeface="Asana" panose="02000603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4CDACB4C-8576-42BD-A1CF-557C555A32CD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9888" y="6570787"/>
            <a:ext cx="4086225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>
            <a:lvl1pPr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Dosis" pitchFamily="2" charset="0"/>
                <a:cs typeface="Lato" panose="020F0502020204030203" pitchFamily="34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761877"/>
            <a:ext cx="9906000" cy="0"/>
          </a:xfrm>
          <a:prstGeom prst="line">
            <a:avLst/>
          </a:prstGeom>
          <a:ln w="161290"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entagon 34">
            <a:extLst>
              <a:ext uri="{FF2B5EF4-FFF2-40B4-BE49-F238E27FC236}">
                <a16:creationId xmlns:a16="http://schemas.microsoft.com/office/drawing/2014/main" id="{A304340F-8DFF-4AB2-A40A-65680CCCC2A3}"/>
              </a:ext>
            </a:extLst>
          </p:cNvPr>
          <p:cNvSpPr/>
          <p:nvPr userDrawn="1"/>
        </p:nvSpPr>
        <p:spPr>
          <a:xfrm>
            <a:off x="1" y="0"/>
            <a:ext cx="9905999" cy="6668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Dosis" pitchFamily="2" charset="0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D07F2A2-C0A2-B481-673B-2559D4D7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7" y="99095"/>
            <a:ext cx="9766931" cy="548731"/>
          </a:xfrm>
        </p:spPr>
        <p:txBody>
          <a:bodyPr>
            <a:noAutofit/>
          </a:bodyPr>
          <a:lstStyle>
            <a:lvl1pPr algn="ctr">
              <a:defRPr sz="4000" b="0">
                <a:solidFill>
                  <a:schemeClr val="tx1">
                    <a:lumMod val="85000"/>
                    <a:lumOff val="1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359FCEE-08D4-F3CD-A046-CE7160FCCC8B}"/>
              </a:ext>
            </a:extLst>
          </p:cNvPr>
          <p:cNvCxnSpPr/>
          <p:nvPr userDrawn="1"/>
        </p:nvCxnSpPr>
        <p:spPr>
          <a:xfrm>
            <a:off x="0" y="6460990"/>
            <a:ext cx="9906000" cy="0"/>
          </a:xfrm>
          <a:prstGeom prst="line">
            <a:avLst/>
          </a:prstGeom>
          <a:ln w="64516">
            <a:gradFill flip="none" rotWithShape="1">
              <a:gsLst>
                <a:gs pos="50000">
                  <a:schemeClr val="bg1">
                    <a:lumMod val="85000"/>
                  </a:schemeClr>
                </a:gs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E4AFCD61-5E35-E6B8-23E3-7A57B3CEAB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50" y="99095"/>
            <a:ext cx="889256" cy="54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9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entagon 34">
            <a:extLst>
              <a:ext uri="{FF2B5EF4-FFF2-40B4-BE49-F238E27FC236}">
                <a16:creationId xmlns:a16="http://schemas.microsoft.com/office/drawing/2014/main" id="{C49DF1B1-6F22-1FA9-363C-0874B083CF80}"/>
              </a:ext>
            </a:extLst>
          </p:cNvPr>
          <p:cNvSpPr/>
          <p:nvPr userDrawn="1"/>
        </p:nvSpPr>
        <p:spPr>
          <a:xfrm>
            <a:off x="1" y="-1"/>
            <a:ext cx="9905999" cy="841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371600" indent="0" algn="ctr"/>
            <a:endParaRPr lang="en-US" sz="2800">
              <a:solidFill>
                <a:srgbClr val="003600"/>
              </a:solidFill>
              <a:latin typeface="Dosis" pitchFamily="2" charset="0"/>
              <a:cs typeface="Lato Black" panose="020F0A0202020403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  <a:noFill/>
        </p:spPr>
        <p:txBody>
          <a:bodyPr anchor="b">
            <a:normAutofit/>
          </a:bodyPr>
          <a:lstStyle>
            <a:lvl1pPr algn="r">
              <a:defRPr sz="5400">
                <a:solidFill>
                  <a:schemeClr val="tx1">
                    <a:lumMod val="95000"/>
                    <a:lumOff val="5000"/>
                  </a:schemeClr>
                </a:solidFill>
                <a:latin typeface="Dosis ExtraBold" pitchFamily="2" charset="0"/>
                <a:cs typeface="Lato Black" panose="020F0A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793EBA4-575F-EF45-9BFA-5DA97F2E2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26" y="93337"/>
            <a:ext cx="1919857" cy="118468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698A9-839C-FEF5-73A1-CDD184341F98}"/>
              </a:ext>
            </a:extLst>
          </p:cNvPr>
          <p:cNvGrpSpPr/>
          <p:nvPr userDrawn="1"/>
        </p:nvGrpSpPr>
        <p:grpSpPr>
          <a:xfrm>
            <a:off x="2425148" y="201033"/>
            <a:ext cx="7141731" cy="946077"/>
            <a:chOff x="2276474" y="99057"/>
            <a:chExt cx="6391089" cy="66929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969E7E-4D8D-2521-E18E-2B53FAA2E84A}"/>
                </a:ext>
              </a:extLst>
            </p:cNvPr>
            <p:cNvSpPr txBox="1"/>
            <p:nvPr userDrawn="1"/>
          </p:nvSpPr>
          <p:spPr>
            <a:xfrm>
              <a:off x="2276474" y="99057"/>
              <a:ext cx="6391089" cy="387662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 ExtraBold" pitchFamily="2" charset="0"/>
                  <a:cs typeface="Lato Black" panose="020F0A02020204030203" pitchFamily="34" charset="0"/>
                </a:rPr>
                <a:t>Electric Vehicle Supply Equipment Laboratory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EC54A9-7E48-5CD8-B7B5-46412D6E4831}"/>
                </a:ext>
              </a:extLst>
            </p:cNvPr>
            <p:cNvSpPr txBox="1"/>
            <p:nvPr userDrawn="1"/>
          </p:nvSpPr>
          <p:spPr>
            <a:xfrm>
              <a:off x="2276474" y="563153"/>
              <a:ext cx="6391089" cy="205195"/>
            </a:xfrm>
            <a:prstGeom prst="rect">
              <a:avLst/>
            </a:prstGeom>
            <a:noFill/>
          </p:spPr>
          <p:txBody>
            <a:bodyPr wrap="square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C1B,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Đại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học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Bách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Khoa Hà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Nội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 – </a:t>
              </a:r>
              <a:r>
                <a:rPr lang="en-US" sz="14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tel</a:t>
              </a:r>
              <a:r>
                <a:rPr 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Dosis" pitchFamily="2" charset="0"/>
                  <a:cs typeface="Lato" panose="020F0502020204030203" pitchFamily="34" charset="0"/>
                </a:rPr>
                <a:t>: 0963441242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3729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7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825625"/>
            <a:ext cx="4189413" cy="4351338"/>
          </a:xfrm>
        </p:spPr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  <a:lvl2pPr>
              <a:defRPr>
                <a:latin typeface="Dosis" pitchFamily="2" charset="0"/>
                <a:ea typeface="Asana" panose="02000603000000000000" pitchFamily="2" charset="0"/>
              </a:defRPr>
            </a:lvl2pPr>
            <a:lvl3pPr>
              <a:defRPr>
                <a:latin typeface="Dosis" pitchFamily="2" charset="0"/>
                <a:ea typeface="Asana" panose="02000603000000000000" pitchFamily="2" charset="0"/>
              </a:defRPr>
            </a:lvl3pPr>
            <a:lvl4pPr>
              <a:defRPr>
                <a:latin typeface="Dosis" pitchFamily="2" charset="0"/>
                <a:ea typeface="Asana" panose="02000603000000000000" pitchFamily="2" charset="0"/>
              </a:defRPr>
            </a:lvl4pPr>
            <a:lvl5pPr>
              <a:defRPr>
                <a:latin typeface="Dosis" pitchFamily="2" charset="0"/>
                <a:ea typeface="Asana" panose="020006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8486AEFA-A6B3-4308-BB6F-8F14B94AB78D}" type="datetime1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Dosis" pitchFamily="2" charset="0"/>
                <a:ea typeface="Asana" panose="02000603000000000000" pitchFamily="2" charset="0"/>
              </a:defRPr>
            </a:lvl1pPr>
          </a:lstStyle>
          <a:p>
            <a:fld id="{6FC7B32C-BCDB-467B-AAD1-D0D29C12FD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00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759" y="1681163"/>
            <a:ext cx="41911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759" y="2505075"/>
            <a:ext cx="4191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77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77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D2C7-3A3E-4B56-A242-025A9BBF22A6}" type="datetime1">
              <a:rPr lang="en-US" smtClean="0"/>
              <a:t>8/3/2025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4AC71-9848-405B-9B91-B93C22A55D1B}" type="datetime1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4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4F-76C1-4D35-A79B-A1015E85895A}" type="datetime1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80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AA2D-9D1F-4CB2-9106-8A6C2678C1D1}" type="datetime1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8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9" y="457200"/>
            <a:ext cx="31953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1770" y="987428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759" y="2057400"/>
            <a:ext cx="31953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6C926-791A-477A-B2A2-9226E1CB11C1}" type="datetime1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DEDCC-E10C-4C4B-B8FB-8C75F28E78C3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8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5"/>
            <a:ext cx="62428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940C4-A1F9-4C45-8027-9FEC331E6005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4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B1036F8-06E0-4557-8645-2D4F4EB94467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r>
              <a:rPr lang="en-US"/>
              <a:t>EVSELab brief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sana" panose="02000603000000000000"/>
              </a:defRPr>
            </a:lvl1pPr>
          </a:lstStyle>
          <a:p>
            <a:fld id="{6FC7B32C-BCDB-467B-AAD1-D0D29C12F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98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sana" panose="0200060300000000000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sana" panose="0200060300000000000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sana" panose="0200060300000000000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sana" panose="0200060300000000000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sana" panose="0200060300000000000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4FAB818-6B30-A7C5-7D4E-1D98E2B32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575" y="2401221"/>
            <a:ext cx="9496425" cy="2930366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Mô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</a:t>
            </a:r>
            <a:r>
              <a:rPr lang="en-US" dirty="0" err="1">
                <a:solidFill>
                  <a:srgbClr val="262626"/>
                </a:solidFill>
                <a:latin typeface="+mj-lt"/>
                <a:cs typeface="Lato Black"/>
              </a:rPr>
              <a:t>phỏng</a:t>
            </a:r>
            <a:r>
              <a:rPr lang="en-US" dirty="0">
                <a:solidFill>
                  <a:srgbClr val="262626"/>
                </a:solidFill>
                <a:latin typeface="+mj-lt"/>
                <a:cs typeface="Lato Black"/>
              </a:rPr>
              <a:t> PSIM</a:t>
            </a:r>
            <a:br>
              <a:rPr lang="en-US" dirty="0">
                <a:latin typeface="+mj-lt"/>
              </a:rPr>
            </a:br>
            <a:br>
              <a:rPr lang="en-US" dirty="0"/>
            </a:br>
            <a:endParaRPr lang="en-US" sz="4800" dirty="0">
              <a:solidFill>
                <a:srgbClr val="262626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65D6D1F-DA43-4175-DF4B-854E11B5E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596" y="5160397"/>
            <a:ext cx="3378314" cy="1337406"/>
          </a:xfrm>
        </p:spPr>
        <p:txBody>
          <a:bodyPr>
            <a:normAutofit/>
          </a:bodyPr>
          <a:lstStyle/>
          <a:p>
            <a:pPr algn="l">
              <a:spcBef>
                <a:spcPts val="300"/>
              </a:spcBef>
            </a:pPr>
            <a:r>
              <a:rPr lang="en-US" sz="1800">
                <a:solidFill>
                  <a:srgbClr val="262626"/>
                </a:solidFill>
                <a:latin typeface="Dosis ExtraBold"/>
                <a:cs typeface="Lato"/>
              </a:rPr>
              <a:t>Cao Lam Tung, [Member]</a:t>
            </a:r>
          </a:p>
          <a:p>
            <a:pPr algn="l">
              <a:spcBef>
                <a:spcPts val="300"/>
              </a:spcBef>
            </a:pPr>
            <a:r>
              <a:rPr lang="en-US" sz="1400" err="1">
                <a:solidFill>
                  <a:srgbClr val="262626"/>
                </a:solidFill>
                <a:latin typeface="Dosis"/>
                <a:cs typeface="Lato"/>
              </a:rPr>
              <a:t>EVSELab</a:t>
            </a: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 Co., Ltd., </a:t>
            </a:r>
            <a:endParaRPr lang="en-US" sz="1400">
              <a:solidFill>
                <a:srgbClr val="262626"/>
              </a:solidFill>
            </a:endParaRP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410-C1B bldg., No. 01, Dai Co Viet Street, </a:t>
            </a:r>
            <a:endParaRPr lang="en-US" sz="1400">
              <a:solidFill>
                <a:srgbClr val="262626"/>
              </a:solidFill>
            </a:endParaRP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Hai Ba Trung, Hanoi, Vietnam 100000</a:t>
            </a:r>
          </a:p>
          <a:p>
            <a:pPr algn="l">
              <a:spcBef>
                <a:spcPts val="300"/>
              </a:spcBef>
            </a:pPr>
            <a:r>
              <a:rPr lang="en-US" sz="1400">
                <a:solidFill>
                  <a:srgbClr val="262626"/>
                </a:solidFill>
                <a:latin typeface="Dosis"/>
                <a:cs typeface="Lato"/>
              </a:rPr>
              <a:t>Email: tung.cl222709@sis.hust.edu.vn</a:t>
            </a:r>
            <a:endParaRPr lang="en-US" sz="1400" u="sng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79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5A506-3843-4133-A061-4C59624F0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643" y="1048837"/>
            <a:ext cx="9766930" cy="5665557"/>
          </a:xfrm>
        </p:spPr>
        <p:txBody>
          <a:bodyPr>
            <a:normAutofit/>
          </a:bodyPr>
          <a:lstStyle/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 err="1">
                <a:latin typeface="+mj-lt"/>
              </a:rPr>
              <a:t>Lấy</a:t>
            </a:r>
            <a:r>
              <a:rPr lang="en-US" sz="3200" dirty="0">
                <a:latin typeface="+mj-lt"/>
              </a:rPr>
              <a:t> data </a:t>
            </a:r>
            <a:r>
              <a:rPr lang="en-US" sz="3200" dirty="0" err="1">
                <a:latin typeface="+mj-lt"/>
              </a:rPr>
              <a:t>từ</a:t>
            </a:r>
            <a:r>
              <a:rPr lang="en-US" sz="3200" dirty="0">
                <a:latin typeface="+mj-lt"/>
              </a:rPr>
              <a:t> PSIM</a:t>
            </a: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 err="1">
                <a:latin typeface="+mj-lt"/>
              </a:rPr>
              <a:t>Kết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quả</a:t>
            </a:r>
            <a:endParaRPr lang="en-US" sz="3200" dirty="0">
              <a:latin typeface="+mj-lt"/>
            </a:endParaRP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 err="1">
                <a:latin typeface="+mj-lt"/>
              </a:rPr>
              <a:t>Xử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lí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kết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quả</a:t>
            </a:r>
            <a:endParaRPr lang="en-US" sz="3200" dirty="0">
              <a:latin typeface="+mj-lt"/>
            </a:endParaRP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sz="3200" dirty="0" err="1">
                <a:latin typeface="+mj-lt"/>
              </a:rPr>
              <a:t>Mô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 err="1">
                <a:latin typeface="+mj-lt"/>
              </a:rPr>
              <a:t>phỏng</a:t>
            </a:r>
            <a:endParaRPr lang="en-US" sz="3200" dirty="0">
              <a:latin typeface="+mj-lt"/>
            </a:endParaRPr>
          </a:p>
          <a:p>
            <a:pPr marL="857250" indent="-857250">
              <a:spcBef>
                <a:spcPts val="600"/>
              </a:spcBef>
              <a:spcAft>
                <a:spcPts val="600"/>
              </a:spcAft>
              <a:buAutoNum type="romanUcPeriod"/>
            </a:pPr>
            <a:endParaRPr lang="en-US" sz="3200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27021-6598-489D-972C-6DF2286E4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DD94-7782-45D4-9A6E-CEF4E1EEEE1C}" type="datetime1">
              <a:rPr lang="en-US" smtClean="0"/>
              <a:pPr/>
              <a:t>8/3/2025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AB66B-E483-4C8D-8F44-DFE1840FD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EVSELab profile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51315-16B0-46D3-A201-00B9C895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B32C-BCDB-467B-AAD1-D0D29C12FD8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226ED-8FD6-4FB0-9224-C0EAEEEE5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18" y="69598"/>
            <a:ext cx="9766931" cy="548731"/>
          </a:xfrm>
        </p:spPr>
        <p:txBody>
          <a:bodyPr/>
          <a:lstStyle/>
          <a:p>
            <a:r>
              <a:rPr lang="en-US">
                <a:latin typeface="+mj-lt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526839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B9FAE-83B5-C5B6-F497-93DB9DCC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9AD54-66A0-5A65-ABD4-C56B59DD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8/3/2025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C33C9-B293-AC95-DCBC-C0360300F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1D003-8B85-73CE-F08A-EBE30605A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I. </a:t>
            </a:r>
            <a:r>
              <a:rPr lang="en-US" sz="3600" dirty="0" err="1">
                <a:latin typeface="+mj-lt"/>
              </a:rPr>
              <a:t>Lấy</a:t>
            </a:r>
            <a:r>
              <a:rPr lang="en-US" sz="3600" dirty="0">
                <a:latin typeface="+mj-lt"/>
              </a:rPr>
              <a:t> data </a:t>
            </a:r>
            <a:r>
              <a:rPr lang="en-US" sz="3600" dirty="0" err="1">
                <a:latin typeface="+mj-lt"/>
              </a:rPr>
              <a:t>từ</a:t>
            </a:r>
            <a:r>
              <a:rPr lang="en-US" sz="3600" dirty="0">
                <a:latin typeface="+mj-lt"/>
              </a:rPr>
              <a:t> PSIM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1B958-2112-7B31-B34A-EE9D8EBC646C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Mạch</a:t>
            </a:r>
            <a:r>
              <a:rPr lang="en-US" sz="2600" b="1" dirty="0"/>
              <a:t> </a:t>
            </a:r>
            <a:r>
              <a:rPr lang="en-US" sz="2600" b="1" dirty="0" err="1"/>
              <a:t>sạc</a:t>
            </a:r>
            <a:r>
              <a:rPr lang="en-US" sz="2600" b="1" dirty="0"/>
              <a:t> pin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75DF22-86AA-0F77-D2A0-7E4AF3C6E7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35638"/>
          <a:stretch/>
        </p:blipFill>
        <p:spPr>
          <a:xfrm>
            <a:off x="3812920" y="1287788"/>
            <a:ext cx="5693629" cy="44739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6B0624-9FBC-BDA3-E3B2-FC985F7F7D22}"/>
              </a:ext>
            </a:extLst>
          </p:cNvPr>
          <p:cNvSpPr txBox="1"/>
          <p:nvPr/>
        </p:nvSpPr>
        <p:spPr>
          <a:xfrm>
            <a:off x="264366" y="5115438"/>
            <a:ext cx="4989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SoC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r>
              <a:rPr lang="en-US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4F8475-6F91-7B82-71E9-19578D9D4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84567"/>
            <a:ext cx="3642239" cy="2385183"/>
          </a:xfrm>
          <a:prstGeom prst="rect">
            <a:avLst/>
          </a:prstGeom>
        </p:spPr>
      </p:pic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FA346598-39D2-250F-EDD7-EA5BF72AE97A}"/>
              </a:ext>
            </a:extLst>
          </p:cNvPr>
          <p:cNvSpPr/>
          <p:nvPr/>
        </p:nvSpPr>
        <p:spPr>
          <a:xfrm>
            <a:off x="2883719" y="2694449"/>
            <a:ext cx="45719" cy="50445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18A9BF-686C-402E-554C-BE77D0E072D4}"/>
              </a:ext>
            </a:extLst>
          </p:cNvPr>
          <p:cNvSpPr txBox="1"/>
          <p:nvPr/>
        </p:nvSpPr>
        <p:spPr>
          <a:xfrm>
            <a:off x="2759259" y="2417450"/>
            <a:ext cx="248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388703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0898E-890B-8863-3E1C-02FA28E25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62953-D0A3-B2FB-5308-D8620346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8/3/2025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7D67F-531B-808F-D2DC-1BF7A2C7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797194-8C79-5FD8-7FF4-80C9F8288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I. </a:t>
            </a:r>
            <a:r>
              <a:rPr lang="en-US" sz="3600" dirty="0" err="1">
                <a:latin typeface="+mj-lt"/>
              </a:rPr>
              <a:t>Lấy</a:t>
            </a:r>
            <a:r>
              <a:rPr lang="en-US" sz="3600" dirty="0">
                <a:latin typeface="+mj-lt"/>
              </a:rPr>
              <a:t> data </a:t>
            </a:r>
            <a:r>
              <a:rPr lang="en-US" sz="3600" dirty="0" err="1">
                <a:latin typeface="+mj-lt"/>
              </a:rPr>
              <a:t>từ</a:t>
            </a:r>
            <a:r>
              <a:rPr lang="en-US" sz="3600" dirty="0">
                <a:latin typeface="+mj-lt"/>
              </a:rPr>
              <a:t> PSIM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51342-828B-DADD-4A6F-53781D1B1B98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Mạch</a:t>
            </a:r>
            <a:r>
              <a:rPr lang="en-US" sz="2600" b="1" dirty="0"/>
              <a:t> </a:t>
            </a:r>
            <a:r>
              <a:rPr lang="en-US" sz="2600" b="1" dirty="0" err="1"/>
              <a:t>sạc</a:t>
            </a:r>
            <a:r>
              <a:rPr lang="en-US" sz="2600" b="1" dirty="0"/>
              <a:t> pin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42BEA4-70CF-1D95-7FDB-08298E92B539}"/>
                  </a:ext>
                </a:extLst>
              </p:cNvPr>
              <p:cNvSpPr txBox="1"/>
              <p:nvPr/>
            </p:nvSpPr>
            <p:spPr>
              <a:xfrm>
                <a:off x="194865" y="4205113"/>
                <a:ext cx="498978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Tại SoC = 0.1: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sz="1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=3.77517</m:t>
                    </m:r>
                  </m:oMath>
                </a14:m>
                <a:endParaRPr lang="en-US" sz="1800" b="0" dirty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=3.80017</m:t>
                    </m:r>
                  </m:oMath>
                </a14:m>
                <a:endParaRPr lang="en-US" sz="1800" b="0" dirty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=3.80234</m:t>
                    </m:r>
                  </m:oMath>
                </a14:m>
                <a:endParaRPr lang="en-US" sz="1800" b="0" dirty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=3.77633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742BEA4-70CF-1D95-7FDB-08298E92B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65" y="4205113"/>
                <a:ext cx="4989786" cy="1754326"/>
              </a:xfrm>
              <a:prstGeom prst="rect">
                <a:avLst/>
              </a:prstGeom>
              <a:blipFill>
                <a:blip r:embed="rId3"/>
                <a:stretch>
                  <a:fillRect l="-855" t="-2083" b="-3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834EDC0-097C-3A36-1B5F-B0DD32766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776" y="1185333"/>
            <a:ext cx="6094224" cy="27142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C20A54-CF15-AE93-1D87-5F65797D5FBE}"/>
                  </a:ext>
                </a:extLst>
              </p:cNvPr>
              <p:cNvSpPr txBox="1"/>
              <p:nvPr/>
            </p:nvSpPr>
            <p:spPr>
              <a:xfrm>
                <a:off x="1397253" y="1391847"/>
                <a:ext cx="55652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C20A54-CF15-AE93-1D87-5F65797D5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253" y="1391847"/>
                <a:ext cx="5565226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289549-6F83-26E0-C3EA-B1EC5521E629}"/>
                  </a:ext>
                </a:extLst>
              </p:cNvPr>
              <p:cNvSpPr txBox="1"/>
              <p:nvPr/>
            </p:nvSpPr>
            <p:spPr>
              <a:xfrm>
                <a:off x="5979503" y="1313376"/>
                <a:ext cx="55652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289549-6F83-26E0-C3EA-B1EC5521E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503" y="1313376"/>
                <a:ext cx="5565226" cy="369332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DD1BEBD0-F5B7-643C-6CE6-5AE6BC285D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537" y="1416487"/>
            <a:ext cx="3642239" cy="2385183"/>
          </a:xfrm>
          <a:prstGeom prst="rect">
            <a:avLst/>
          </a:prstGeom>
        </p:spPr>
      </p:pic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38C901FD-0B46-DE48-50B8-D1BEE7ECFC39}"/>
              </a:ext>
            </a:extLst>
          </p:cNvPr>
          <p:cNvSpPr/>
          <p:nvPr/>
        </p:nvSpPr>
        <p:spPr>
          <a:xfrm>
            <a:off x="3053256" y="2426369"/>
            <a:ext cx="45719" cy="50445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AE06F5-5DC3-86A0-2791-F92D12970D75}"/>
              </a:ext>
            </a:extLst>
          </p:cNvPr>
          <p:cNvSpPr txBox="1"/>
          <p:nvPr/>
        </p:nvSpPr>
        <p:spPr>
          <a:xfrm>
            <a:off x="2928796" y="2149370"/>
            <a:ext cx="248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F886840-BD95-733A-F8F9-899227F4D57B}"/>
                  </a:ext>
                </a:extLst>
              </p:cNvPr>
              <p:cNvSpPr txBox="1"/>
              <p:nvPr/>
            </p:nvSpPr>
            <p:spPr>
              <a:xfrm>
                <a:off x="6635912" y="1958976"/>
                <a:ext cx="62011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F886840-BD95-733A-F8F9-899227F4D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912" y="1958976"/>
                <a:ext cx="6201102" cy="369332"/>
              </a:xfrm>
              <a:prstGeom prst="rect">
                <a:avLst/>
              </a:prstGeom>
              <a:blipFill>
                <a:blip r:embed="rId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7AD712AD-A7FD-A400-78C1-0CA0126CF3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1088" y="4106108"/>
            <a:ext cx="4589648" cy="224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69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02BA3-88EF-2E10-DB8C-3AB95B2BD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81CBA-5C2A-BAF1-A4B6-97FB8AAC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8/3/2025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91E89-33B5-B3BC-0024-D3BC86DD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8C8F9D-4FAF-B443-EFEA-A846813C4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Kết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quả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C40E6-9B99-D584-140E-FFE229B1BFC5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Mô</a:t>
            </a:r>
            <a:r>
              <a:rPr lang="en-US" sz="2600" b="1" dirty="0"/>
              <a:t> </a:t>
            </a:r>
            <a:r>
              <a:rPr lang="en-US" sz="2600" b="1" dirty="0" err="1"/>
              <a:t>hình</a:t>
            </a:r>
            <a:r>
              <a:rPr lang="en-US" sz="2600" b="1" dirty="0"/>
              <a:t> Thevenin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9BCABEC-1BAE-803A-B915-6CC1778C59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530600"/>
              </p:ext>
            </p:extLst>
          </p:nvPr>
        </p:nvGraphicFramePr>
        <p:xfrm>
          <a:off x="1050708" y="1185333"/>
          <a:ext cx="7711407" cy="528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616117" imgH="3847974" progId="Excel.Sheet.12">
                  <p:embed/>
                </p:oleObj>
              </mc:Choice>
              <mc:Fallback>
                <p:oleObj name="Worksheet" r:id="rId3" imgW="5616117" imgH="3847974" progId="Excel.Shee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29BCABEC-1BAE-803A-B915-6CC1778C59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0708" y="1185333"/>
                        <a:ext cx="7711407" cy="5283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4023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BB746-0EC8-A44D-0E29-0DD462A9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DB9A9-8A5F-60B7-9905-FBC4B30D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8/3/2025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3F552-484E-3FF5-909F-E6F3B6AC0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3F989-2870-6BC3-E8CD-99678B06E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Kết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quả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3B9FF6-7828-36B9-B003-308FD27AF565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Mô</a:t>
            </a:r>
            <a:r>
              <a:rPr lang="en-US" sz="2600" b="1" dirty="0"/>
              <a:t> </a:t>
            </a:r>
            <a:r>
              <a:rPr lang="en-US" sz="2600" b="1" dirty="0" err="1"/>
              <a:t>hình</a:t>
            </a:r>
            <a:r>
              <a:rPr lang="en-US" sz="2600" b="1" dirty="0"/>
              <a:t> DP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C3981-49A1-05D4-EDFC-73B6660E4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" y="1401733"/>
            <a:ext cx="3908957" cy="2065499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C27B1B-624B-CF50-037F-7225E2C9E09B}"/>
              </a:ext>
            </a:extLst>
          </p:cNvPr>
          <p:cNvCxnSpPr>
            <a:cxnSpLocks/>
          </p:cNvCxnSpPr>
          <p:nvPr/>
        </p:nvCxnSpPr>
        <p:spPr>
          <a:xfrm flipV="1">
            <a:off x="698183" y="1825781"/>
            <a:ext cx="65722" cy="3124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EA1CDD-12F2-1278-9D07-B306445BF4A7}"/>
              </a:ext>
            </a:extLst>
          </p:cNvPr>
          <p:cNvCxnSpPr>
            <a:cxnSpLocks/>
          </p:cNvCxnSpPr>
          <p:nvPr/>
        </p:nvCxnSpPr>
        <p:spPr>
          <a:xfrm>
            <a:off x="698183" y="1867657"/>
            <a:ext cx="65722" cy="441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10227C-A4E5-F224-E144-EC5D43763635}"/>
                  </a:ext>
                </a:extLst>
              </p:cNvPr>
              <p:cNvSpPr txBox="1"/>
              <p:nvPr/>
            </p:nvSpPr>
            <p:spPr>
              <a:xfrm>
                <a:off x="1853938" y="2033775"/>
                <a:ext cx="13144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05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10227C-A4E5-F224-E144-EC5D43763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938" y="2033775"/>
                <a:ext cx="131446" cy="161583"/>
              </a:xfrm>
              <a:prstGeom prst="rect">
                <a:avLst/>
              </a:prstGeom>
              <a:blipFill>
                <a:blip r:embed="rId4"/>
                <a:stretch>
                  <a:fillRect l="-22727" r="-1363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268A03-5132-E52E-9D69-1B7B55AE1B49}"/>
                  </a:ext>
                </a:extLst>
              </p:cNvPr>
              <p:cNvSpPr txBox="1"/>
              <p:nvPr/>
            </p:nvSpPr>
            <p:spPr>
              <a:xfrm>
                <a:off x="2831177" y="2033775"/>
                <a:ext cx="13144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05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A268A03-5132-E52E-9D69-1B7B55AE1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177" y="2033775"/>
                <a:ext cx="131446" cy="161583"/>
              </a:xfrm>
              <a:prstGeom prst="rect">
                <a:avLst/>
              </a:prstGeom>
              <a:blipFill>
                <a:blip r:embed="rId4"/>
                <a:stretch>
                  <a:fillRect l="-22727" r="-1363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9355BE-C2B1-0333-CD4A-E0AD2A6E2EC1}"/>
                  </a:ext>
                </a:extLst>
              </p:cNvPr>
              <p:cNvSpPr txBox="1"/>
              <p:nvPr/>
            </p:nvSpPr>
            <p:spPr>
              <a:xfrm>
                <a:off x="1609757" y="2025359"/>
                <a:ext cx="13144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105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69355BE-C2B1-0333-CD4A-E0AD2A6E2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57" y="2025359"/>
                <a:ext cx="131446" cy="161583"/>
              </a:xfrm>
              <a:prstGeom prst="rect">
                <a:avLst/>
              </a:prstGeom>
              <a:blipFill>
                <a:blip r:embed="rId5"/>
                <a:stretch>
                  <a:fillRect l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7E319A-7CD9-9076-1A23-528E95FE31FB}"/>
                  </a:ext>
                </a:extLst>
              </p:cNvPr>
              <p:cNvSpPr txBox="1"/>
              <p:nvPr/>
            </p:nvSpPr>
            <p:spPr>
              <a:xfrm>
                <a:off x="2586996" y="2031237"/>
                <a:ext cx="131446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sz="105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7E319A-7CD9-9076-1A23-528E95FE3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996" y="2031237"/>
                <a:ext cx="131446" cy="161583"/>
              </a:xfrm>
              <a:prstGeom prst="rect">
                <a:avLst/>
              </a:prstGeom>
              <a:blipFill>
                <a:blip r:embed="rId5"/>
                <a:stretch>
                  <a:fillRect l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208B2906-6274-4499-EDA4-1C7D9F2B21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6140" y="1084165"/>
            <a:ext cx="3908957" cy="255984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4211645-EE58-ADCD-98AB-7D8B75FB6DEB}"/>
              </a:ext>
            </a:extLst>
          </p:cNvPr>
          <p:cNvSpPr/>
          <p:nvPr/>
        </p:nvSpPr>
        <p:spPr>
          <a:xfrm>
            <a:off x="2492444" y="5421959"/>
            <a:ext cx="7308204" cy="81159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764FC8-57EC-6D2D-4D37-F2C636A91875}"/>
                  </a:ext>
                </a:extLst>
              </p:cNvPr>
              <p:cNvSpPr txBox="1"/>
              <p:nvPr/>
            </p:nvSpPr>
            <p:spPr>
              <a:xfrm>
                <a:off x="3162227" y="3564147"/>
                <a:ext cx="5783578" cy="5738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764FC8-57EC-6D2D-4D37-F2C636A91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227" y="3564147"/>
                <a:ext cx="5783578" cy="5738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0BD14E8-DBE9-94B8-9623-40D2F96799A4}"/>
                  </a:ext>
                </a:extLst>
              </p:cNvPr>
              <p:cNvSpPr txBox="1"/>
              <p:nvPr/>
            </p:nvSpPr>
            <p:spPr>
              <a:xfrm>
                <a:off x="3125432" y="4652413"/>
                <a:ext cx="6029665" cy="412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0BD14E8-DBE9-94B8-9623-40D2F9679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432" y="4652413"/>
                <a:ext cx="6029665" cy="412934"/>
              </a:xfrm>
              <a:prstGeom prst="rect">
                <a:avLst/>
              </a:prstGeom>
              <a:blipFill>
                <a:blip r:embed="rId8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D2EA97F-EBA3-8642-8405-8A8DDF225E9A}"/>
              </a:ext>
            </a:extLst>
          </p:cNvPr>
          <p:cNvCxnSpPr>
            <a:cxnSpLocks/>
          </p:cNvCxnSpPr>
          <p:nvPr/>
        </p:nvCxnSpPr>
        <p:spPr>
          <a:xfrm>
            <a:off x="6174557" y="4162553"/>
            <a:ext cx="0" cy="4018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8">
                <a:extLst>
                  <a:ext uri="{FF2B5EF4-FFF2-40B4-BE49-F238E27FC236}">
                    <a16:creationId xmlns:a16="http://schemas.microsoft.com/office/drawing/2014/main" id="{2406F2C5-89CE-FDCC-7A4B-BA14B1962D79}"/>
                  </a:ext>
                </a:extLst>
              </p:cNvPr>
              <p:cNvSpPr txBox="1"/>
              <p:nvPr/>
            </p:nvSpPr>
            <p:spPr>
              <a:xfrm>
                <a:off x="2586996" y="5706009"/>
                <a:ext cx="7128270" cy="412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𝑉𝐺</m:t>
                          </m:r>
                          <m:r>
                            <a:rPr lang="en-US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𝑉𝐹</m:t>
                          </m:r>
                          <m:r>
                            <a:rPr lang="en-US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8">
                <a:extLst>
                  <a:ext uri="{FF2B5EF4-FFF2-40B4-BE49-F238E27FC236}">
                    <a16:creationId xmlns:a16="http://schemas.microsoft.com/office/drawing/2014/main" id="{2406F2C5-89CE-FDCC-7A4B-BA14B1962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996" y="5706009"/>
                <a:ext cx="7128270" cy="412934"/>
              </a:xfrm>
              <a:prstGeom prst="rect">
                <a:avLst/>
              </a:prstGeom>
              <a:blipFill>
                <a:blip r:embed="rId9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647CF4-7DF3-9CF9-CD75-427D228EA68A}"/>
              </a:ext>
            </a:extLst>
          </p:cNvPr>
          <p:cNvCxnSpPr>
            <a:cxnSpLocks/>
          </p:cNvCxnSpPr>
          <p:nvPr/>
        </p:nvCxnSpPr>
        <p:spPr>
          <a:xfrm>
            <a:off x="6174557" y="5020101"/>
            <a:ext cx="0" cy="4018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57C27C5-60E3-92A8-1243-B1BA9E86F388}"/>
                  </a:ext>
                </a:extLst>
              </p:cNvPr>
              <p:cNvSpPr txBox="1"/>
              <p:nvPr/>
            </p:nvSpPr>
            <p:spPr>
              <a:xfrm>
                <a:off x="-323884" y="4237679"/>
                <a:ext cx="3867282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  <a:p>
                <a:endParaRPr lang="en-US" sz="2000" b="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57C27C5-60E3-92A8-1243-B1BA9E86F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3884" y="4237679"/>
                <a:ext cx="3867282" cy="10156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5F82C4-45C6-0AAB-7F14-4A3050B06F65}"/>
              </a:ext>
            </a:extLst>
          </p:cNvPr>
          <p:cNvCxnSpPr>
            <a:cxnSpLocks/>
          </p:cNvCxnSpPr>
          <p:nvPr/>
        </p:nvCxnSpPr>
        <p:spPr>
          <a:xfrm>
            <a:off x="2333026" y="4819172"/>
            <a:ext cx="253970" cy="4435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471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0C8AD-747D-4D48-083E-7744E9B12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3362B-3BAE-878C-B0C6-D27BCE33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8/3/2025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69BA9-072E-814B-1FE0-B88C8090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74002-3112-AF0B-E358-0E251574A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Kết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quả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81965-C8B4-F959-A0CB-85D9B3C76911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Mô</a:t>
            </a:r>
            <a:r>
              <a:rPr lang="en-US" sz="2600" b="1" dirty="0"/>
              <a:t> </a:t>
            </a:r>
            <a:r>
              <a:rPr lang="en-US" sz="2600" b="1" dirty="0" err="1"/>
              <a:t>hình</a:t>
            </a:r>
            <a:r>
              <a:rPr lang="en-US" sz="2600" b="1" dirty="0"/>
              <a:t> DP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A28A8B-10B5-C948-B8AB-90D0BD627A3F}"/>
              </a:ext>
            </a:extLst>
          </p:cNvPr>
          <p:cNvSpPr/>
          <p:nvPr/>
        </p:nvSpPr>
        <p:spPr>
          <a:xfrm>
            <a:off x="1536003" y="1287788"/>
            <a:ext cx="7308204" cy="81159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8">
                <a:extLst>
                  <a:ext uri="{FF2B5EF4-FFF2-40B4-BE49-F238E27FC236}">
                    <a16:creationId xmlns:a16="http://schemas.microsoft.com/office/drawing/2014/main" id="{E3CA8956-0574-BA2C-BD20-C979CF4A41E7}"/>
                  </a:ext>
                </a:extLst>
              </p:cNvPr>
              <p:cNvSpPr txBox="1"/>
              <p:nvPr/>
            </p:nvSpPr>
            <p:spPr>
              <a:xfrm>
                <a:off x="1630555" y="1571838"/>
                <a:ext cx="7128270" cy="412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000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sz="2000" b="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𝑉𝐺</m:t>
                          </m:r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𝑉𝐹</m:t>
                          </m:r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8">
                <a:extLst>
                  <a:ext uri="{FF2B5EF4-FFF2-40B4-BE49-F238E27FC236}">
                    <a16:creationId xmlns:a16="http://schemas.microsoft.com/office/drawing/2014/main" id="{E3CA8956-0574-BA2C-BD20-C979CF4A4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555" y="1571838"/>
                <a:ext cx="7128270" cy="412934"/>
              </a:xfrm>
              <a:prstGeom prst="rect">
                <a:avLst/>
              </a:prstGeom>
              <a:blipFill>
                <a:blip r:embed="rId3"/>
                <a:stretch>
                  <a:fillRect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E30E385A-2C8C-1253-A07B-8E43988FA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1995" y="2268822"/>
            <a:ext cx="6863772" cy="368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575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2F9B1-029E-1A4C-0473-5D357D23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0F888-2105-98AC-A2B4-38C86D7C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8/3/2025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D72EF-919D-EE10-36BB-2BFDBCB72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BD7261-CC14-A31A-5C9C-E08488C7A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II. </a:t>
            </a:r>
            <a:r>
              <a:rPr lang="en-US" sz="3600" dirty="0" err="1">
                <a:latin typeface="+mj-lt"/>
              </a:rPr>
              <a:t>Kết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quả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A3214D-A862-9DDE-B05C-20DC69800A77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Mô</a:t>
            </a:r>
            <a:r>
              <a:rPr lang="en-US" sz="2600" b="1" dirty="0"/>
              <a:t> </a:t>
            </a:r>
            <a:r>
              <a:rPr lang="en-US" sz="2600" b="1" dirty="0" err="1"/>
              <a:t>hình</a:t>
            </a:r>
            <a:r>
              <a:rPr lang="en-US" sz="2600" b="1" dirty="0"/>
              <a:t> DP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EA8BCE-1217-0CD1-1938-81DE8C72235D}"/>
              </a:ext>
            </a:extLst>
          </p:cNvPr>
          <p:cNvSpPr txBox="1"/>
          <p:nvPr/>
        </p:nvSpPr>
        <p:spPr>
          <a:xfrm>
            <a:off x="355600" y="5701780"/>
            <a:ext cx="919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Tuy </a:t>
            </a:r>
            <a:r>
              <a:rPr lang="en-US" dirty="0" err="1"/>
              <a:t>nhiên</a:t>
            </a:r>
            <a:r>
              <a:rPr lang="en-US" dirty="0"/>
              <a:t>: Các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rời</a:t>
            </a:r>
            <a:r>
              <a:rPr lang="en-US" dirty="0"/>
              <a:t> </a:t>
            </a:r>
            <a:r>
              <a:rPr lang="en-US" dirty="0" err="1"/>
              <a:t>rạc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SoC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hơn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564613-EE4B-01EE-ED2A-D1D2ADAA5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26" y="1287633"/>
            <a:ext cx="9615948" cy="428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148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BC9AB-534D-9F90-A49B-20A521A0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54BAB-06BB-DC09-C688-90FE6BEB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8/3/2025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EA928-D42F-7CD2-72D7-192083E7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44DEE6-D49F-F52F-FEC7-57D1AE7D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III. </a:t>
            </a:r>
            <a:r>
              <a:rPr lang="en-US" sz="3600" dirty="0" err="1">
                <a:latin typeface="+mj-lt"/>
              </a:rPr>
              <a:t>Xử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lí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kết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quả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0CBC0-621F-B7C6-D6A9-8840FE055BFF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Hàm</a:t>
            </a:r>
            <a:r>
              <a:rPr lang="en-US" sz="2600" b="1" dirty="0"/>
              <a:t> OCV(SoC)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ED78CB-D3A0-2A34-FB51-1D1C210CF321}"/>
              </a:ext>
            </a:extLst>
          </p:cNvPr>
          <p:cNvSpPr txBox="1"/>
          <p:nvPr/>
        </p:nvSpPr>
        <p:spPr>
          <a:xfrm>
            <a:off x="355600" y="4376664"/>
            <a:ext cx="919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[4]: </a:t>
            </a:r>
            <a:r>
              <a:rPr lang="en-US" dirty="0" err="1"/>
              <a:t>Hàm</a:t>
            </a:r>
            <a:r>
              <a:rPr lang="en-US" dirty="0"/>
              <a:t> Tremblay 2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OCV(SoC)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BD3B56-C297-B1D3-6A94-3E9450DE1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138" y="879814"/>
            <a:ext cx="5572942" cy="33174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1EF9CA-0F57-89D9-56D1-0FE821ECD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659" y="4912850"/>
            <a:ext cx="5963482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774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9CA09-FAF0-6787-4B9A-567944C30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83E54-2BBA-ACDE-E38F-A5FDCBE14B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8/3/2025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D98B2-5DE7-BCC3-780C-127F642E6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623B3C-67C7-B838-2DAB-BF39EA9EF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III. </a:t>
            </a:r>
            <a:r>
              <a:rPr lang="en-US" sz="3600" dirty="0" err="1">
                <a:latin typeface="+mj-lt"/>
              </a:rPr>
              <a:t>Xử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lí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kết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quả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432D3-B7BB-84D1-77B0-54E492F27F8E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Hàm</a:t>
            </a:r>
            <a:r>
              <a:rPr lang="en-US" sz="2600" b="1" dirty="0"/>
              <a:t> OCV(SoC)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2C170F-BE0F-9539-CCCE-AF7A3CBA3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21" y="1236809"/>
            <a:ext cx="6215131" cy="25711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79BBCA-F706-29D9-77FA-0393DDB56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2039583"/>
            <a:ext cx="4949504" cy="44019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E74C4CA-36FC-8C55-6004-C312192F87D1}"/>
              </a:ext>
            </a:extLst>
          </p:cNvPr>
          <p:cNvSpPr txBox="1"/>
          <p:nvPr/>
        </p:nvSpPr>
        <p:spPr>
          <a:xfrm>
            <a:off x="0" y="5280361"/>
            <a:ext cx="5135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Tham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[a, b, c, d, e]:</a:t>
            </a:r>
          </a:p>
          <a:p>
            <a:r>
              <a:rPr lang="en-US" dirty="0"/>
              <a:t>    3.9892    0.2400   12.5814    0.0256    0.0198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6E9C182-5B49-4832-2929-170BEB2FCF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865" y="4240549"/>
            <a:ext cx="4758135" cy="858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28D129-5128-EA3E-FA8D-BDC75A7C53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6979" y="2305469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127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A99F5-D9E1-DBA5-8D90-863E178D3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2B1D2-8A03-A47D-F5FC-C25F698D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8/3/2025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C90C8-1A31-0969-C683-EB23048BC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D822AF-BD15-5813-7CB7-FCFB59055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416" y="331083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+mj-lt"/>
              </a:rPr>
              <a:t>III. </a:t>
            </a:r>
            <a:r>
              <a:rPr lang="en-US" sz="3600" dirty="0" err="1">
                <a:latin typeface="+mj-lt"/>
              </a:rPr>
              <a:t>Xử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lí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kết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quả</a:t>
            </a:r>
            <a:br>
              <a:rPr lang="en-US" sz="3600" dirty="0">
                <a:latin typeface="+mj-lt"/>
              </a:rPr>
            </a:br>
            <a:endParaRPr lang="en-US" sz="36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09F686-BA47-D62D-A242-8C08BE4D59E9}"/>
              </a:ext>
            </a:extLst>
          </p:cNvPr>
          <p:cNvSpPr txBox="1"/>
          <p:nvPr/>
        </p:nvSpPr>
        <p:spPr>
          <a:xfrm>
            <a:off x="194865" y="739057"/>
            <a:ext cx="706201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rtl="0" fontAlgn="ctr">
              <a:buFont typeface="Wingdings" panose="05000000000000000000" pitchFamily="2" charset="2"/>
              <a:buChar char="q"/>
            </a:pPr>
            <a:r>
              <a:rPr lang="en-US" sz="2600" b="1" dirty="0" err="1"/>
              <a:t>Hàm</a:t>
            </a:r>
            <a:r>
              <a:rPr lang="en-US" sz="2600" b="1" dirty="0"/>
              <a:t> R0, Rp, Cp </a:t>
            </a:r>
            <a:r>
              <a:rPr lang="en-US" sz="2600" b="1" dirty="0" err="1"/>
              <a:t>theo</a:t>
            </a:r>
            <a:r>
              <a:rPr lang="en-US" sz="2600" b="1" dirty="0"/>
              <a:t> SoC</a:t>
            </a:r>
            <a:endParaRPr lang="en-US" sz="2600" b="1" dirty="0">
              <a:effectLst/>
            </a:endParaRPr>
          </a:p>
          <a:p>
            <a:pPr rtl="0" fontAlgn="ctr"/>
            <a:endParaRPr lang="vi-VN" sz="2600" b="1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F43C53-75D3-6F1F-0D7C-4DE4903E8658}"/>
              </a:ext>
            </a:extLst>
          </p:cNvPr>
          <p:cNvSpPr txBox="1"/>
          <p:nvPr/>
        </p:nvSpPr>
        <p:spPr>
          <a:xfrm>
            <a:off x="194865" y="1222637"/>
            <a:ext cx="919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7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OCV(SoC)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3E1367-A14D-7AA2-4654-959E96BBA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37" y="1827299"/>
            <a:ext cx="4826363" cy="42916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957EDE-6C3F-F886-AA85-7630E419A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827299"/>
            <a:ext cx="4790029" cy="429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74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AFB8-00C0-CAD3-1DB0-3550AE15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AEE74-FCC9-B793-0048-34AF8E1B48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1038" y="6570787"/>
            <a:ext cx="2228850" cy="287215"/>
          </a:xfrm>
        </p:spPr>
        <p:txBody>
          <a:bodyPr/>
          <a:lstStyle/>
          <a:p>
            <a:fld id="{4F253143-4615-40A0-8AC3-64886600ECE3}" type="datetime1">
              <a:rPr lang="en-US" smtClean="0"/>
              <a:t>8/3/2025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23755-3444-3AC4-138E-D1DDEC462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570787"/>
            <a:ext cx="2228850" cy="287215"/>
          </a:xfrm>
        </p:spPr>
        <p:txBody>
          <a:bodyPr/>
          <a:lstStyle/>
          <a:p>
            <a:fld id="{6FC7B32C-BCDB-467B-AAD1-D0D29C12FD8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4A90E-282B-28D2-EC99-55AD18A7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380" y="837820"/>
            <a:ext cx="9766931" cy="548731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+mj-lt"/>
              </a:rPr>
              <a:t>Reference</a:t>
            </a: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br>
              <a:rPr lang="en-US" dirty="0">
                <a:latin typeface="+mj-lt"/>
              </a:rPr>
            </a:br>
            <a:endParaRPr lang="en-US" dirty="0">
              <a:latin typeface="+mj-lt"/>
            </a:endParaRP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46D8192F-9D1D-8B21-AEF1-598E91CF5453}"/>
              </a:ext>
            </a:extLst>
          </p:cNvPr>
          <p:cNvSpPr>
            <a:spLocks noGrp="1"/>
          </p:cNvSpPr>
          <p:nvPr/>
        </p:nvSpPr>
        <p:spPr>
          <a:xfrm>
            <a:off x="292817" y="957537"/>
            <a:ext cx="9355680" cy="5493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Dosis" pitchFamily="2" charset="0"/>
                <a:ea typeface="+mn-ea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[1] Modeling and Simulation of Lithium-ion </a:t>
            </a:r>
            <a:r>
              <a:rPr lang="en-US" sz="2400" dirty="0" err="1"/>
              <a:t>BatteryConsidering</a:t>
            </a:r>
            <a:r>
              <a:rPr lang="en-US" sz="2400" dirty="0"/>
              <a:t> the Effect of Charge-Discharge Yin Jin et al 2021 J. Phys.: Conf. Ser. 1907 012003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[2] Parameters identification using experimental measurements for equivalent circuit Lithium-Ion cell models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[3] Battery Models for Battery Powered </a:t>
            </a:r>
            <a:r>
              <a:rPr lang="en-US" sz="2400" dirty="0" err="1"/>
              <a:t>Applications:AComparative</a:t>
            </a:r>
            <a:r>
              <a:rPr lang="en-US" sz="2400" dirty="0"/>
              <a:t> </a:t>
            </a:r>
            <a:r>
              <a:rPr lang="en-US" sz="2400" dirty="0" err="1"/>
              <a:t>StudyNicola</a:t>
            </a:r>
            <a:r>
              <a:rPr lang="en-US" sz="2400" dirty="0"/>
              <a:t> Campagna 1, Vincenzo Castiglia 1 , Rosario Miceli 1Ciro Spataro 1, Marco Trapanese 1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[4] PSO-Based Identification of the Li-Ion Battery Cell Parameters Tadeusz </a:t>
            </a:r>
            <a:r>
              <a:rPr lang="en-US" sz="2400" dirty="0" err="1"/>
              <a:t>Biało´n</a:t>
            </a:r>
            <a:r>
              <a:rPr lang="en-US" sz="2400" dirty="0"/>
              <a:t> 1,2,* , Roman </a:t>
            </a:r>
            <a:r>
              <a:rPr lang="en-US" sz="2400" dirty="0" err="1"/>
              <a:t>Niestrój</a:t>
            </a:r>
            <a:r>
              <a:rPr lang="en-US" sz="2400" dirty="0"/>
              <a:t> 1,2 1andWojciechKorski2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[5] </a:t>
            </a:r>
            <a:r>
              <a:rPr lang="en-US" sz="2400" dirty="0" err="1"/>
              <a:t>HPPCTest</a:t>
            </a:r>
            <a:r>
              <a:rPr lang="en-US" sz="2400" dirty="0"/>
              <a:t> Methodology Using LFP Battery Cell </a:t>
            </a:r>
            <a:r>
              <a:rPr lang="en-US" sz="2400" dirty="0" err="1"/>
              <a:t>IdentificationTests</a:t>
            </a:r>
            <a:r>
              <a:rPr lang="en-US" sz="2400" dirty="0"/>
              <a:t> as an </a:t>
            </a:r>
            <a:r>
              <a:rPr lang="en-US" sz="2400" dirty="0" err="1"/>
              <a:t>ExampleTadeusz</a:t>
            </a:r>
            <a:r>
              <a:rPr lang="en-US" sz="2400" dirty="0"/>
              <a:t> </a:t>
            </a:r>
            <a:r>
              <a:rPr lang="en-US" sz="2400" dirty="0" err="1"/>
              <a:t>Biało´n</a:t>
            </a:r>
            <a:r>
              <a:rPr lang="en-US" sz="2400" dirty="0"/>
              <a:t> 1,2 , Roman </a:t>
            </a:r>
            <a:r>
              <a:rPr lang="en-US" sz="2400" dirty="0" err="1"/>
              <a:t>Niestrój</a:t>
            </a:r>
            <a:r>
              <a:rPr lang="en-US" sz="2400" dirty="0"/>
              <a:t> 1,21 , Wojciech Skarka 3,4,* andWojciechKorski2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2788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7C3E56-9554-4523-9A4E-665171C2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>
                <a:solidFill>
                  <a:srgbClr val="262626"/>
                </a:solidFill>
                <a:latin typeface="Dosis ExtraBold" pitchFamily="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63760155"/>
      </p:ext>
    </p:extLst>
  </p:cSld>
  <p:clrMapOvr>
    <a:masterClrMapping/>
  </p:clrMapOvr>
</p:sld>
</file>

<file path=ppt/theme/theme1.xml><?xml version="1.0" encoding="utf-8"?>
<a:theme xmlns:a="http://schemas.openxmlformats.org/drawingml/2006/main" name="VPEC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Lato Black"/>
        <a:ea typeface="Asana"/>
        <a:cs typeface=""/>
      </a:majorFont>
      <a:minorFont>
        <a:latin typeface="Lato"/>
        <a:ea typeface="Asan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PEC_theme" id="{8AA4AFE5-4C9B-498E-826A-13CB54DF4FD5}" vid="{7D9A3D0F-9812-4AC9-A974-F1C3C9BA3B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885E8D135CD643938305DEC3E1B53E" ma:contentTypeVersion="15" ma:contentTypeDescription="Create a new document." ma:contentTypeScope="" ma:versionID="45de50b7e88deb6083a0dff5ba7ea129">
  <xsd:schema xmlns:xsd="http://www.w3.org/2001/XMLSchema" xmlns:xs="http://www.w3.org/2001/XMLSchema" xmlns:p="http://schemas.microsoft.com/office/2006/metadata/properties" xmlns:ns3="c80d803b-ee30-4cf1-8997-d5dbef288d47" xmlns:ns4="1c1e4822-5b82-4cb4-a39e-28e929ec74cb" targetNamespace="http://schemas.microsoft.com/office/2006/metadata/properties" ma:root="true" ma:fieldsID="38d12aaa13ef255769ffd61df056c248" ns3:_="" ns4:_="">
    <xsd:import namespace="c80d803b-ee30-4cf1-8997-d5dbef288d47"/>
    <xsd:import namespace="1c1e4822-5b82-4cb4-a39e-28e929ec74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0d803b-ee30-4cf1-8997-d5dbef288d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1e4822-5b82-4cb4-a39e-28e929ec74c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0d803b-ee30-4cf1-8997-d5dbef288d47" xsi:nil="true"/>
  </documentManagement>
</p:properties>
</file>

<file path=customXml/itemProps1.xml><?xml version="1.0" encoding="utf-8"?>
<ds:datastoreItem xmlns:ds="http://schemas.openxmlformats.org/officeDocument/2006/customXml" ds:itemID="{9E41CB36-A453-437A-9828-23DF9E5FC86D}">
  <ds:schemaRefs>
    <ds:schemaRef ds:uri="1c1e4822-5b82-4cb4-a39e-28e929ec74cb"/>
    <ds:schemaRef ds:uri="c80d803b-ee30-4cf1-8997-d5dbef288d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5919F86-A71C-4826-BFD2-23EB659F8B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A7C5A7-05C0-4FE3-B169-7E865D8495CE}">
  <ds:schemaRefs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dcmitype/"/>
    <ds:schemaRef ds:uri="http://schemas.microsoft.com/office/2006/metadata/properties"/>
    <ds:schemaRef ds:uri="1c1e4822-5b82-4cb4-a39e-28e929ec74cb"/>
    <ds:schemaRef ds:uri="http://schemas.microsoft.com/office/2006/documentManagement/types"/>
    <ds:schemaRef ds:uri="http://purl.org/dc/elements/1.1/"/>
    <ds:schemaRef ds:uri="c80d803b-ee30-4cf1-8997-d5dbef288d4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VPEC_theme</Template>
  <TotalTime>4219</TotalTime>
  <Words>493</Words>
  <Application>Microsoft Office PowerPoint</Application>
  <PresentationFormat>A4 Paper (210x297 mm)</PresentationFormat>
  <Paragraphs>97</Paragraphs>
  <Slides>13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Arial</vt:lpstr>
      <vt:lpstr>Asana</vt:lpstr>
      <vt:lpstr>Calibri</vt:lpstr>
      <vt:lpstr>Cambria Math</vt:lpstr>
      <vt:lpstr>Dosis</vt:lpstr>
      <vt:lpstr>Dosis ExtraBold</vt:lpstr>
      <vt:lpstr>Wingdings</vt:lpstr>
      <vt:lpstr>VPEC_theme</vt:lpstr>
      <vt:lpstr>Worksheet</vt:lpstr>
      <vt:lpstr>Mô phỏng PSIM  </vt:lpstr>
      <vt:lpstr>Outline</vt:lpstr>
      <vt:lpstr>I. Lấy data từ PSIM </vt:lpstr>
      <vt:lpstr>I. Lấy data từ PSIM </vt:lpstr>
      <vt:lpstr>II. Kết quả </vt:lpstr>
      <vt:lpstr>II. Kết quả </vt:lpstr>
      <vt:lpstr>II. Kết quả </vt:lpstr>
      <vt:lpstr>II. Kết quả </vt:lpstr>
      <vt:lpstr>III. Xử lí kết quả </vt:lpstr>
      <vt:lpstr>III. Xử lí kết quả </vt:lpstr>
      <vt:lpstr>III. Xử lí kết quả </vt:lpstr>
      <vt:lpstr>Reference  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Duy Dinh</dc:creator>
  <cp:lastModifiedBy>Hoang Dai Duong 20212738</cp:lastModifiedBy>
  <cp:revision>16</cp:revision>
  <cp:lastPrinted>2024-01-25T03:56:08Z</cp:lastPrinted>
  <dcterms:created xsi:type="dcterms:W3CDTF">2020-11-17T01:54:46Z</dcterms:created>
  <dcterms:modified xsi:type="dcterms:W3CDTF">2025-08-03T06:57:51Z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0x01010091885E8D135CD643938305DEC3E1B53E</vt:lpwstr>
  </property>
</Properties>
</file>