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326" r:id="rId6"/>
    <p:sldId id="383" r:id="rId7"/>
    <p:sldId id="405" r:id="rId8"/>
    <p:sldId id="406" r:id="rId9"/>
    <p:sldId id="404" r:id="rId10"/>
    <p:sldId id="407" r:id="rId11"/>
    <p:sldId id="408" r:id="rId12"/>
    <p:sldId id="409" r:id="rId13"/>
    <p:sldId id="410" r:id="rId14"/>
    <p:sldId id="411" r:id="rId15"/>
    <p:sldId id="412" r:id="rId16"/>
    <p:sldId id="382" r:id="rId17"/>
    <p:sldId id="266" r:id="rId18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256"/>
            <p14:sldId id="326"/>
            <p14:sldId id="383"/>
            <p14:sldId id="405"/>
            <p14:sldId id="406"/>
            <p14:sldId id="404"/>
            <p14:sldId id="407"/>
            <p14:sldId id="408"/>
            <p14:sldId id="409"/>
            <p14:sldId id="410"/>
            <p14:sldId id="411"/>
            <p14:sldId id="412"/>
            <p14:sldId id="382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  <a:srgbClr val="262626"/>
    <a:srgbClr val="01204C"/>
    <a:srgbClr val="D2DEEF"/>
    <a:srgbClr val="990134"/>
    <a:srgbClr val="00552B"/>
    <a:srgbClr val="CFAFE7"/>
    <a:srgbClr val="B686DA"/>
    <a:srgbClr val="F5B68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C58D4-8E2B-4C81-A519-91013BC190C1}" v="68" dt="2025-02-06T02:11:28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67" autoAdjust="0"/>
  </p:normalViewPr>
  <p:slideViewPr>
    <p:cSldViewPr snapToGrid="0">
      <p:cViewPr>
        <p:scale>
          <a:sx n="75" d="100"/>
          <a:sy n="75" d="100"/>
        </p:scale>
        <p:origin x="14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Lam Tung 20222709" userId="S::tung.cl222709@sis.hust.edu.vn::ce9674a6-c058-496c-88bf-33b32ed75606" providerId="AD" clId="Web-{102C6164-87FE-B9B7-3BCD-C2150E9708D8}"/>
    <pc:docChg chg="modSld">
      <pc:chgData name="Cao Lam Tung 20222709" userId="S::tung.cl222709@sis.hust.edu.vn::ce9674a6-c058-496c-88bf-33b32ed75606" providerId="AD" clId="Web-{102C6164-87FE-B9B7-3BCD-C2150E9708D8}" dt="2024-12-21T11:53:55.089" v="18" actId="20577"/>
      <pc:docMkLst>
        <pc:docMk/>
      </pc:docMkLst>
      <pc:sldChg chg="modSp">
        <pc:chgData name="Cao Lam Tung 20222709" userId="S::tung.cl222709@sis.hust.edu.vn::ce9674a6-c058-496c-88bf-33b32ed75606" providerId="AD" clId="Web-{102C6164-87FE-B9B7-3BCD-C2150E9708D8}" dt="2024-12-21T11:53:55.089" v="18" actId="20577"/>
        <pc:sldMkLst>
          <pc:docMk/>
          <pc:sldMk cId="425079733" sldId="256"/>
        </pc:sldMkLst>
        <pc:spChg chg="mod">
          <ac:chgData name="Cao Lam Tung 20222709" userId="S::tung.cl222709@sis.hust.edu.vn::ce9674a6-c058-496c-88bf-33b32ed75606" providerId="AD" clId="Web-{102C6164-87FE-B9B7-3BCD-C2150E9708D8}" dt="2024-12-21T11:53:55.089" v="18" actId="20577"/>
          <ac:spMkLst>
            <pc:docMk/>
            <pc:sldMk cId="425079733" sldId="256"/>
            <ac:spMk id="16" creationId="{54FAB818-6B30-A7C5-7D4E-1D98E2B32425}"/>
          </ac:spMkLst>
        </pc:spChg>
      </pc:sldChg>
    </pc:docChg>
  </pc:docChgLst>
  <pc:docChgLst>
    <pc:chgData name="Cao Lam Tung 20222709" userId="ce9674a6-c058-496c-88bf-33b32ed75606" providerId="ADAL" clId="{D55E4134-4533-4B33-A121-23ECB8AB8F30}"/>
    <pc:docChg chg="undo redo custSel addSld delSld modSld modSection">
      <pc:chgData name="Cao Lam Tung 20222709" userId="ce9674a6-c058-496c-88bf-33b32ed75606" providerId="ADAL" clId="{D55E4134-4533-4B33-A121-23ECB8AB8F30}" dt="2024-12-27T09:28:46.660" v="1019" actId="20577"/>
      <pc:docMkLst>
        <pc:docMk/>
      </pc:docMkLst>
      <pc:sldChg chg="modSp mod">
        <pc:chgData name="Cao Lam Tung 20222709" userId="ce9674a6-c058-496c-88bf-33b32ed75606" providerId="ADAL" clId="{D55E4134-4533-4B33-A121-23ECB8AB8F30}" dt="2024-12-25T15:13:45.052" v="22" actId="20577"/>
        <pc:sldMkLst>
          <pc:docMk/>
          <pc:sldMk cId="425079733" sldId="256"/>
        </pc:sldMkLst>
        <pc:spChg chg="mod">
          <ac:chgData name="Cao Lam Tung 20222709" userId="ce9674a6-c058-496c-88bf-33b32ed75606" providerId="ADAL" clId="{D55E4134-4533-4B33-A121-23ECB8AB8F30}" dt="2024-12-25T15:13:45.052" v="22" actId="20577"/>
          <ac:spMkLst>
            <pc:docMk/>
            <pc:sldMk cId="425079733" sldId="256"/>
            <ac:spMk id="16" creationId="{54FAB818-6B30-A7C5-7D4E-1D98E2B32425}"/>
          </ac:spMkLst>
        </pc:spChg>
      </pc:sldChg>
      <pc:sldChg chg="modSp mod">
        <pc:chgData name="Cao Lam Tung 20222709" userId="ce9674a6-c058-496c-88bf-33b32ed75606" providerId="ADAL" clId="{D55E4134-4533-4B33-A121-23ECB8AB8F30}" dt="2024-12-27T09:28:46.660" v="1019" actId="20577"/>
        <pc:sldMkLst>
          <pc:docMk/>
          <pc:sldMk cId="3405558723" sldId="382"/>
        </pc:sldMkLst>
        <pc:spChg chg="mod">
          <ac:chgData name="Cao Lam Tung 20222709" userId="ce9674a6-c058-496c-88bf-33b32ed75606" providerId="ADAL" clId="{D55E4134-4533-4B33-A121-23ECB8AB8F30}" dt="2024-12-27T09:28:46.660" v="1019" actId="20577"/>
          <ac:spMkLst>
            <pc:docMk/>
            <pc:sldMk cId="3405558723" sldId="382"/>
            <ac:spMk id="3" creationId="{AA5BBBF7-8B5C-1DB5-0228-26CA7CD1CB96}"/>
          </ac:spMkLst>
        </pc:spChg>
      </pc:sldChg>
      <pc:sldChg chg="addSp delSp modSp mod">
        <pc:chgData name="Cao Lam Tung 20222709" userId="ce9674a6-c058-496c-88bf-33b32ed75606" providerId="ADAL" clId="{D55E4134-4533-4B33-A121-23ECB8AB8F30}" dt="2024-12-27T08:27:18.850" v="562" actId="1076"/>
        <pc:sldMkLst>
          <pc:docMk/>
          <pc:sldMk cId="1512609409" sldId="383"/>
        </pc:sldMkLst>
        <pc:spChg chg="mod">
          <ac:chgData name="Cao Lam Tung 20222709" userId="ce9674a6-c058-496c-88bf-33b32ed75606" providerId="ADAL" clId="{D55E4134-4533-4B33-A121-23ECB8AB8F30}" dt="2024-12-27T08:23:58.699" v="403" actId="1076"/>
          <ac:spMkLst>
            <pc:docMk/>
            <pc:sldMk cId="1512609409" sldId="383"/>
            <ac:spMk id="6" creationId="{7B2671D9-5B0E-1F96-9900-9179589A4E7F}"/>
          </ac:spMkLst>
        </pc:spChg>
        <pc:spChg chg="add mod">
          <ac:chgData name="Cao Lam Tung 20222709" userId="ce9674a6-c058-496c-88bf-33b32ed75606" providerId="ADAL" clId="{D55E4134-4533-4B33-A121-23ECB8AB8F30}" dt="2024-12-27T08:27:18.850" v="562" actId="1076"/>
          <ac:spMkLst>
            <pc:docMk/>
            <pc:sldMk cId="1512609409" sldId="383"/>
            <ac:spMk id="10" creationId="{D57757B1-AB7B-8393-2ADF-D90D4131F592}"/>
          </ac:spMkLst>
        </pc:spChg>
        <pc:spChg chg="mod">
          <ac:chgData name="Cao Lam Tung 20222709" userId="ce9674a6-c058-496c-88bf-33b32ed75606" providerId="ADAL" clId="{D55E4134-4533-4B33-A121-23ECB8AB8F30}" dt="2024-12-27T08:27:13.392" v="561" actId="255"/>
          <ac:spMkLst>
            <pc:docMk/>
            <pc:sldMk cId="1512609409" sldId="383"/>
            <ac:spMk id="11" creationId="{81495CAB-2BD3-F321-3DF7-620E4C5C3B7F}"/>
          </ac:spMkLst>
        </pc:spChg>
        <pc:picChg chg="mod ord">
          <ac:chgData name="Cao Lam Tung 20222709" userId="ce9674a6-c058-496c-88bf-33b32ed75606" providerId="ADAL" clId="{D55E4134-4533-4B33-A121-23ECB8AB8F30}" dt="2024-12-27T08:24:07.129" v="406" actId="1076"/>
          <ac:picMkLst>
            <pc:docMk/>
            <pc:sldMk cId="1512609409" sldId="383"/>
            <ac:picMk id="9" creationId="{E6D95D0F-CC7D-0FB3-7A37-3E1E35046A56}"/>
          </ac:picMkLst>
        </pc:picChg>
      </pc:sldChg>
      <pc:sldChg chg="modNotesTx">
        <pc:chgData name="Cao Lam Tung 20222709" userId="ce9674a6-c058-496c-88bf-33b32ed75606" providerId="ADAL" clId="{D55E4134-4533-4B33-A121-23ECB8AB8F30}" dt="2024-12-27T08:18:48.901" v="250"/>
        <pc:sldMkLst>
          <pc:docMk/>
          <pc:sldMk cId="973910400" sldId="387"/>
        </pc:sldMkLst>
      </pc:sldChg>
      <pc:sldChg chg="modSp mod">
        <pc:chgData name="Cao Lam Tung 20222709" userId="ce9674a6-c058-496c-88bf-33b32ed75606" providerId="ADAL" clId="{D55E4134-4533-4B33-A121-23ECB8AB8F30}" dt="2024-12-27T04:21:13.097" v="45" actId="1076"/>
        <pc:sldMkLst>
          <pc:docMk/>
          <pc:sldMk cId="1705887883" sldId="396"/>
        </pc:sldMkLst>
        <pc:spChg chg="mod">
          <ac:chgData name="Cao Lam Tung 20222709" userId="ce9674a6-c058-496c-88bf-33b32ed75606" providerId="ADAL" clId="{D55E4134-4533-4B33-A121-23ECB8AB8F30}" dt="2024-12-27T04:21:13.097" v="45" actId="1076"/>
          <ac:spMkLst>
            <pc:docMk/>
            <pc:sldMk cId="1705887883" sldId="396"/>
            <ac:spMk id="2" creationId="{3D816E79-E267-DDF2-9C9A-6C77D7845F36}"/>
          </ac:spMkLst>
        </pc:spChg>
      </pc:sldChg>
      <pc:sldChg chg="modSp mod modNotesTx">
        <pc:chgData name="Cao Lam Tung 20222709" userId="ce9674a6-c058-496c-88bf-33b32ed75606" providerId="ADAL" clId="{D55E4134-4533-4B33-A121-23ECB8AB8F30}" dt="2024-12-27T04:21:48.991" v="53" actId="1076"/>
        <pc:sldMkLst>
          <pc:docMk/>
          <pc:sldMk cId="3490198815" sldId="397"/>
        </pc:sldMkLst>
        <pc:spChg chg="mod">
          <ac:chgData name="Cao Lam Tung 20222709" userId="ce9674a6-c058-496c-88bf-33b32ed75606" providerId="ADAL" clId="{D55E4134-4533-4B33-A121-23ECB8AB8F30}" dt="2024-12-27T04:21:48.991" v="53" actId="1076"/>
          <ac:spMkLst>
            <pc:docMk/>
            <pc:sldMk cId="3490198815" sldId="397"/>
            <ac:spMk id="2" creationId="{D9D4A239-75AE-0747-1A9C-10CBB25E50B8}"/>
          </ac:spMkLst>
        </pc:spChg>
      </pc:sldChg>
      <pc:sldChg chg="modSp mod modNotesTx">
        <pc:chgData name="Cao Lam Tung 20222709" userId="ce9674a6-c058-496c-88bf-33b32ed75606" providerId="ADAL" clId="{D55E4134-4533-4B33-A121-23ECB8AB8F30}" dt="2024-12-27T04:29:06.232" v="232" actId="20577"/>
        <pc:sldMkLst>
          <pc:docMk/>
          <pc:sldMk cId="3618849856" sldId="398"/>
        </pc:sldMkLst>
        <pc:spChg chg="mod">
          <ac:chgData name="Cao Lam Tung 20222709" userId="ce9674a6-c058-496c-88bf-33b32ed75606" providerId="ADAL" clId="{D55E4134-4533-4B33-A121-23ECB8AB8F30}" dt="2024-12-27T04:21:56.169" v="55" actId="1076"/>
          <ac:spMkLst>
            <pc:docMk/>
            <pc:sldMk cId="3618849856" sldId="398"/>
            <ac:spMk id="2" creationId="{1ECD75A4-351F-BB1D-FB17-764231AB8F76}"/>
          </ac:spMkLst>
        </pc:spChg>
        <pc:spChg chg="mod">
          <ac:chgData name="Cao Lam Tung 20222709" userId="ce9674a6-c058-496c-88bf-33b32ed75606" providerId="ADAL" clId="{D55E4134-4533-4B33-A121-23ECB8AB8F30}" dt="2024-12-27T04:20:33.631" v="42" actId="1076"/>
          <ac:spMkLst>
            <pc:docMk/>
            <pc:sldMk cId="3618849856" sldId="398"/>
            <ac:spMk id="18" creationId="{5093E4DD-F672-7076-7252-6E1FC9C9D4F8}"/>
          </ac:spMkLst>
        </pc:spChg>
        <pc:spChg chg="mod">
          <ac:chgData name="Cao Lam Tung 20222709" userId="ce9674a6-c058-496c-88bf-33b32ed75606" providerId="ADAL" clId="{D55E4134-4533-4B33-A121-23ECB8AB8F30}" dt="2024-12-27T04:20:33.631" v="42" actId="1076"/>
          <ac:spMkLst>
            <pc:docMk/>
            <pc:sldMk cId="3618849856" sldId="398"/>
            <ac:spMk id="20" creationId="{F68870EF-DB64-5382-78CD-AA078D877D9C}"/>
          </ac:spMkLst>
        </pc:spChg>
      </pc:sldChg>
      <pc:sldChg chg="addSp delSp modSp add mod modNotesTx">
        <pc:chgData name="Cao Lam Tung 20222709" userId="ce9674a6-c058-496c-88bf-33b32ed75606" providerId="ADAL" clId="{D55E4134-4533-4B33-A121-23ECB8AB8F30}" dt="2024-12-27T08:52:42.707" v="796" actId="20577"/>
        <pc:sldMkLst>
          <pc:docMk/>
          <pc:sldMk cId="2861518484" sldId="400"/>
        </pc:sldMkLst>
        <pc:spChg chg="add mod">
          <ac:chgData name="Cao Lam Tung 20222709" userId="ce9674a6-c058-496c-88bf-33b32ed75606" providerId="ADAL" clId="{D55E4134-4533-4B33-A121-23ECB8AB8F30}" dt="2024-12-27T08:48:55.188" v="781" actId="1076"/>
          <ac:spMkLst>
            <pc:docMk/>
            <pc:sldMk cId="2861518484" sldId="400"/>
            <ac:spMk id="5" creationId="{683CFC02-E05C-E3F2-AD6C-A9E22C0B4FC5}"/>
          </ac:spMkLst>
        </pc:spChg>
        <pc:spChg chg="mod">
          <ac:chgData name="Cao Lam Tung 20222709" userId="ce9674a6-c058-496c-88bf-33b32ed75606" providerId="ADAL" clId="{D55E4134-4533-4B33-A121-23ECB8AB8F30}" dt="2024-12-27T04:22:38.495" v="84" actId="20577"/>
          <ac:spMkLst>
            <pc:docMk/>
            <pc:sldMk cId="2861518484" sldId="400"/>
            <ac:spMk id="6" creationId="{249B2A53-EDF0-7D7C-CE7A-23AF986B980C}"/>
          </ac:spMkLst>
        </pc:spChg>
        <pc:spChg chg="add mod">
          <ac:chgData name="Cao Lam Tung 20222709" userId="ce9674a6-c058-496c-88bf-33b32ed75606" providerId="ADAL" clId="{D55E4134-4533-4B33-A121-23ECB8AB8F30}" dt="2024-12-27T08:48:41.247" v="779" actId="12"/>
          <ac:spMkLst>
            <pc:docMk/>
            <pc:sldMk cId="2861518484" sldId="400"/>
            <ac:spMk id="8" creationId="{E7E19761-DAF4-CB8F-A9F9-5F457C92B76A}"/>
          </ac:spMkLst>
        </pc:spChg>
        <pc:spChg chg="mod">
          <ac:chgData name="Cao Lam Tung 20222709" userId="ce9674a6-c058-496c-88bf-33b32ed75606" providerId="ADAL" clId="{D55E4134-4533-4B33-A121-23ECB8AB8F30}" dt="2024-12-27T08:43:35.456" v="571" actId="1076"/>
          <ac:spMkLst>
            <pc:docMk/>
            <pc:sldMk cId="2861518484" sldId="400"/>
            <ac:spMk id="13" creationId="{85CE0434-C2BC-46A9-D5FE-ED455F8FD4B1}"/>
          </ac:spMkLst>
        </pc:spChg>
        <pc:picChg chg="add mod ord">
          <ac:chgData name="Cao Lam Tung 20222709" userId="ce9674a6-c058-496c-88bf-33b32ed75606" providerId="ADAL" clId="{D55E4134-4533-4B33-A121-23ECB8AB8F30}" dt="2024-12-27T08:43:51.775" v="575" actId="1076"/>
          <ac:picMkLst>
            <pc:docMk/>
            <pc:sldMk cId="2861518484" sldId="400"/>
            <ac:picMk id="3" creationId="{24E53B13-3FB8-16C3-3C60-0A31A41DEFAE}"/>
          </ac:picMkLst>
        </pc:picChg>
      </pc:sldChg>
      <pc:sldChg chg="add del">
        <pc:chgData name="Cao Lam Tung 20222709" userId="ce9674a6-c058-496c-88bf-33b32ed75606" providerId="ADAL" clId="{D55E4134-4533-4B33-A121-23ECB8AB8F30}" dt="2024-12-27T04:22:01.763" v="56" actId="47"/>
        <pc:sldMkLst>
          <pc:docMk/>
          <pc:sldMk cId="3575042794" sldId="400"/>
        </pc:sldMkLst>
      </pc:sldChg>
      <pc:sldChg chg="addSp delSp modSp add mod">
        <pc:chgData name="Cao Lam Tung 20222709" userId="ce9674a6-c058-496c-88bf-33b32ed75606" providerId="ADAL" clId="{D55E4134-4533-4B33-A121-23ECB8AB8F30}" dt="2024-12-27T08:55:30.451" v="818" actId="478"/>
        <pc:sldMkLst>
          <pc:docMk/>
          <pc:sldMk cId="513666704" sldId="401"/>
        </pc:sldMkLst>
        <pc:spChg chg="add mod">
          <ac:chgData name="Cao Lam Tung 20222709" userId="ce9674a6-c058-496c-88bf-33b32ed75606" providerId="ADAL" clId="{D55E4134-4533-4B33-A121-23ECB8AB8F30}" dt="2024-12-27T08:55:07.326" v="811" actId="20577"/>
          <ac:spMkLst>
            <pc:docMk/>
            <pc:sldMk cId="513666704" sldId="401"/>
            <ac:spMk id="9" creationId="{BB35ECA9-8F73-7C63-7FDE-20CF51A84141}"/>
          </ac:spMkLst>
        </pc:spChg>
        <pc:picChg chg="mod">
          <ac:chgData name="Cao Lam Tung 20222709" userId="ce9674a6-c058-496c-88bf-33b32ed75606" providerId="ADAL" clId="{D55E4134-4533-4B33-A121-23ECB8AB8F30}" dt="2024-12-27T08:53:48.873" v="802" actId="1076"/>
          <ac:picMkLst>
            <pc:docMk/>
            <pc:sldMk cId="513666704" sldId="401"/>
            <ac:picMk id="3" creationId="{61123F97-F621-9B82-3DED-5787FCF8C90C}"/>
          </ac:picMkLst>
        </pc:picChg>
      </pc:sldChg>
      <pc:sldChg chg="add del">
        <pc:chgData name="Cao Lam Tung 20222709" userId="ce9674a6-c058-496c-88bf-33b32ed75606" providerId="ADAL" clId="{D55E4134-4533-4B33-A121-23ECB8AB8F30}" dt="2024-12-27T08:51:14.388" v="787"/>
        <pc:sldMkLst>
          <pc:docMk/>
          <pc:sldMk cId="2806087674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5:25.508" v="988"/>
        <pc:sldMkLst>
          <pc:docMk/>
          <pc:sldMk cId="4265039605" sldId="402"/>
        </pc:sldMkLst>
        <pc:spChg chg="add mod">
          <ac:chgData name="Cao Lam Tung 20222709" userId="ce9674a6-c058-496c-88bf-33b32ed75606" providerId="ADAL" clId="{D55E4134-4533-4B33-A121-23ECB8AB8F30}" dt="2024-12-27T09:25:02.500" v="987" actId="2711"/>
          <ac:spMkLst>
            <pc:docMk/>
            <pc:sldMk cId="4265039605" sldId="402"/>
            <ac:spMk id="5" creationId="{B46B5873-3ED7-C288-9F36-E108A318F055}"/>
          </ac:spMkLst>
        </pc:spChg>
        <pc:spChg chg="mod">
          <ac:chgData name="Cao Lam Tung 20222709" userId="ce9674a6-c058-496c-88bf-33b32ed75606" providerId="ADAL" clId="{D55E4134-4533-4B33-A121-23ECB8AB8F30}" dt="2024-12-27T09:23:41.423" v="914" actId="1076"/>
          <ac:spMkLst>
            <pc:docMk/>
            <pc:sldMk cId="4265039605" sldId="402"/>
            <ac:spMk id="6" creationId="{EE3688BD-B3DC-0915-1A9D-CAA30EA387E7}"/>
          </ac:spMkLst>
        </pc:spChg>
        <pc:picChg chg="mod">
          <ac:chgData name="Cao Lam Tung 20222709" userId="ce9674a6-c058-496c-88bf-33b32ed75606" providerId="ADAL" clId="{D55E4134-4533-4B33-A121-23ECB8AB8F30}" dt="2024-12-27T09:24:17.151" v="947" actId="1076"/>
          <ac:picMkLst>
            <pc:docMk/>
            <pc:sldMk cId="4265039605" sldId="402"/>
            <ac:picMk id="3" creationId="{832DB9BA-44B4-0D27-F19B-99E5500FDBB6}"/>
          </ac:picMkLst>
        </pc:picChg>
      </pc:sldChg>
      <pc:sldChg chg="addSp delSp modSp add mod modNotesTx">
        <pc:chgData name="Cao Lam Tung 20222709" userId="ce9674a6-c058-496c-88bf-33b32ed75606" providerId="ADAL" clId="{D55E4134-4533-4B33-A121-23ECB8AB8F30}" dt="2024-12-27T09:26:56.086" v="1016"/>
        <pc:sldMkLst>
          <pc:docMk/>
          <pc:sldMk cId="3866274425" sldId="403"/>
        </pc:sldMkLst>
        <pc:spChg chg="add mod">
          <ac:chgData name="Cao Lam Tung 20222709" userId="ce9674a6-c058-496c-88bf-33b32ed75606" providerId="ADAL" clId="{D55E4134-4533-4B33-A121-23ECB8AB8F30}" dt="2024-12-27T09:26:44.591" v="1014" actId="14100"/>
          <ac:spMkLst>
            <pc:docMk/>
            <pc:sldMk cId="3866274425" sldId="403"/>
            <ac:spMk id="10" creationId="{6ADB3166-C7B6-546A-1414-296325E86320}"/>
          </ac:spMkLst>
        </pc:spChg>
        <pc:picChg chg="mod">
          <ac:chgData name="Cao Lam Tung 20222709" userId="ce9674a6-c058-496c-88bf-33b32ed75606" providerId="ADAL" clId="{D55E4134-4533-4B33-A121-23ECB8AB8F30}" dt="2024-12-27T09:26:47.828" v="1015" actId="1076"/>
          <ac:picMkLst>
            <pc:docMk/>
            <pc:sldMk cId="3866274425" sldId="403"/>
            <ac:picMk id="3" creationId="{A51AB3D1-EB22-E624-5E2D-D89A9C57F01F}"/>
          </ac:picMkLst>
        </pc:picChg>
      </pc:sldChg>
    </pc:docChg>
  </pc:docChgLst>
  <pc:docChgLst>
    <pc:chgData name="Cao Lam Tung 20222709" userId="ce9674a6-c058-496c-88bf-33b32ed75606" providerId="ADAL" clId="{600EA3E8-7A88-4898-BA5D-3D768744E8FE}"/>
    <pc:docChg chg="undo custSel modSld sldOrd">
      <pc:chgData name="Cao Lam Tung 20222709" userId="ce9674a6-c058-496c-88bf-33b32ed75606" providerId="ADAL" clId="{600EA3E8-7A88-4898-BA5D-3D768744E8FE}" dt="2024-09-11T09:29:54.079" v="793"/>
      <pc:docMkLst>
        <pc:docMk/>
      </pc:docMkLst>
      <pc:sldChg chg="modSp mod">
        <pc:chgData name="Cao Lam Tung 20222709" userId="ce9674a6-c058-496c-88bf-33b32ed75606" providerId="ADAL" clId="{600EA3E8-7A88-4898-BA5D-3D768744E8FE}" dt="2024-08-20T01:47:12.781" v="1" actId="14100"/>
        <pc:sldMkLst>
          <pc:docMk/>
          <pc:sldMk cId="3643748511" sldId="258"/>
        </pc:sldMkLst>
      </pc:sldChg>
      <pc:sldChg chg="ord">
        <pc:chgData name="Cao Lam Tung 20222709" userId="ce9674a6-c058-496c-88bf-33b32ed75606" providerId="ADAL" clId="{600EA3E8-7A88-4898-BA5D-3D768744E8FE}" dt="2024-09-11T09:29:54.079" v="793"/>
        <pc:sldMkLst>
          <pc:docMk/>
          <pc:sldMk cId="463760155" sldId="266"/>
        </pc:sldMkLst>
      </pc:sldChg>
      <pc:sldChg chg="modSp mod">
        <pc:chgData name="Cao Lam Tung 20222709" userId="ce9674a6-c058-496c-88bf-33b32ed75606" providerId="ADAL" clId="{600EA3E8-7A88-4898-BA5D-3D768744E8FE}" dt="2024-08-20T02:39:43.819" v="5" actId="1076"/>
        <pc:sldMkLst>
          <pc:docMk/>
          <pc:sldMk cId="290600735" sldId="328"/>
        </pc:sldMkLst>
      </pc:sldChg>
      <pc:sldChg chg="modSp mod">
        <pc:chgData name="Cao Lam Tung 20222709" userId="ce9674a6-c058-496c-88bf-33b32ed75606" providerId="ADAL" clId="{600EA3E8-7A88-4898-BA5D-3D768744E8FE}" dt="2024-08-25T15:51:53.048" v="290" actId="1076"/>
        <pc:sldMkLst>
          <pc:docMk/>
          <pc:sldMk cId="3209251382" sldId="331"/>
        </pc:sldMkLst>
      </pc:sldChg>
      <pc:sldChg chg="addSp modSp mod">
        <pc:chgData name="Cao Lam Tung 20222709" userId="ce9674a6-c058-496c-88bf-33b32ed75606" providerId="ADAL" clId="{600EA3E8-7A88-4898-BA5D-3D768744E8FE}" dt="2024-09-01T02:48:03.078" v="428" actId="1076"/>
        <pc:sldMkLst>
          <pc:docMk/>
          <pc:sldMk cId="959314624" sldId="332"/>
        </pc:sldMkLst>
      </pc:sldChg>
      <pc:sldChg chg="modSp mod">
        <pc:chgData name="Cao Lam Tung 20222709" userId="ce9674a6-c058-496c-88bf-33b32ed75606" providerId="ADAL" clId="{600EA3E8-7A88-4898-BA5D-3D768744E8FE}" dt="2024-08-20T12:58:45.203" v="192" actId="20577"/>
        <pc:sldMkLst>
          <pc:docMk/>
          <pc:sldMk cId="563296614" sldId="334"/>
        </pc:sldMkLst>
      </pc:sldChg>
      <pc:sldChg chg="modSp mod">
        <pc:chgData name="Cao Lam Tung 20222709" userId="ce9674a6-c058-496c-88bf-33b32ed75606" providerId="ADAL" clId="{600EA3E8-7A88-4898-BA5D-3D768744E8FE}" dt="2024-08-20T03:18:19.974" v="182" actId="1076"/>
        <pc:sldMkLst>
          <pc:docMk/>
          <pc:sldMk cId="2749988275" sldId="335"/>
        </pc:sldMkLst>
      </pc:sldChg>
      <pc:sldChg chg="addSp delSp modSp mod">
        <pc:chgData name="Cao Lam Tung 20222709" userId="ce9674a6-c058-496c-88bf-33b32ed75606" providerId="ADAL" clId="{600EA3E8-7A88-4898-BA5D-3D768744E8FE}" dt="2024-09-11T09:08:54.613" v="716" actId="20577"/>
        <pc:sldMkLst>
          <pc:docMk/>
          <pc:sldMk cId="2379758615" sldId="337"/>
        </pc:sldMkLst>
      </pc:sldChg>
      <pc:sldChg chg="addSp delSp modSp mod">
        <pc:chgData name="Cao Lam Tung 20222709" userId="ce9674a6-c058-496c-88bf-33b32ed75606" providerId="ADAL" clId="{600EA3E8-7A88-4898-BA5D-3D768744E8FE}" dt="2024-09-11T09:10:33.167" v="747" actId="478"/>
        <pc:sldMkLst>
          <pc:docMk/>
          <pc:sldMk cId="629533612" sldId="338"/>
        </pc:sldMkLst>
      </pc:sldChg>
      <pc:sldChg chg="addSp delSp modSp mod">
        <pc:chgData name="Cao Lam Tung 20222709" userId="ce9674a6-c058-496c-88bf-33b32ed75606" providerId="ADAL" clId="{600EA3E8-7A88-4898-BA5D-3D768744E8FE}" dt="2024-09-11T09:19:29.738" v="780" actId="20577"/>
        <pc:sldMkLst>
          <pc:docMk/>
          <pc:sldMk cId="3803284696" sldId="339"/>
        </pc:sldMkLst>
      </pc:sldChg>
      <pc:sldChg chg="modSp mod">
        <pc:chgData name="Cao Lam Tung 20222709" userId="ce9674a6-c058-496c-88bf-33b32ed75606" providerId="ADAL" clId="{600EA3E8-7A88-4898-BA5D-3D768744E8FE}" dt="2024-09-11T09:29:28.867" v="782" actId="20577"/>
        <pc:sldMkLst>
          <pc:docMk/>
          <pc:sldMk cId="3904980597" sldId="340"/>
        </pc:sldMkLst>
      </pc:sldChg>
      <pc:sldChg chg="modSp mod">
        <pc:chgData name="Cao Lam Tung 20222709" userId="ce9674a6-c058-496c-88bf-33b32ed75606" providerId="ADAL" clId="{600EA3E8-7A88-4898-BA5D-3D768744E8FE}" dt="2024-09-11T09:29:32.105" v="784" actId="20577"/>
        <pc:sldMkLst>
          <pc:docMk/>
          <pc:sldMk cId="3158382041" sldId="341"/>
        </pc:sldMkLst>
      </pc:sldChg>
      <pc:sldChg chg="modSp">
        <pc:chgData name="Cao Lam Tung 20222709" userId="ce9674a6-c058-496c-88bf-33b32ed75606" providerId="ADAL" clId="{600EA3E8-7A88-4898-BA5D-3D768744E8FE}" dt="2024-09-01T03:10:37.292" v="429" actId="20577"/>
        <pc:sldMkLst>
          <pc:docMk/>
          <pc:sldMk cId="2416454450" sldId="342"/>
        </pc:sldMkLst>
      </pc:sldChg>
      <pc:sldChg chg="modSp mod">
        <pc:chgData name="Cao Lam Tung 20222709" userId="ce9674a6-c058-496c-88bf-33b32ed75606" providerId="ADAL" clId="{600EA3E8-7A88-4898-BA5D-3D768744E8FE}" dt="2024-09-11T09:29:46.710" v="789" actId="20577"/>
        <pc:sldMkLst>
          <pc:docMk/>
          <pc:sldMk cId="18072324" sldId="343"/>
        </pc:sldMkLst>
      </pc:sldChg>
      <pc:sldChg chg="modSp mod">
        <pc:chgData name="Cao Lam Tung 20222709" userId="ce9674a6-c058-496c-88bf-33b32ed75606" providerId="ADAL" clId="{600EA3E8-7A88-4898-BA5D-3D768744E8FE}" dt="2024-09-11T09:29:49.296" v="791" actId="20577"/>
        <pc:sldMkLst>
          <pc:docMk/>
          <pc:sldMk cId="958536204" sldId="344"/>
        </pc:sldMkLst>
      </pc:sldChg>
    </pc:docChg>
  </pc:docChgLst>
  <pc:docChgLst>
    <pc:chgData name="Cao Lam Tung 20222709" userId="ce9674a6-c058-496c-88bf-33b32ed75606" providerId="ADAL" clId="{59C245AA-3E57-4BD3-8E2D-0701251E041C}"/>
    <pc:docChg chg="undo custSel addSld modSld sldOrd">
      <pc:chgData name="Cao Lam Tung 20222709" userId="ce9674a6-c058-496c-88bf-33b32ed75606" providerId="ADAL" clId="{59C245AA-3E57-4BD3-8E2D-0701251E041C}" dt="2024-04-10T14:27:09.552" v="1905" actId="20577"/>
      <pc:docMkLst>
        <pc:docMk/>
      </pc:docMkLst>
      <pc:sldChg chg="addSp delSp modSp mod">
        <pc:chgData name="Cao Lam Tung 20222709" userId="ce9674a6-c058-496c-88bf-33b32ed75606" providerId="ADAL" clId="{59C245AA-3E57-4BD3-8E2D-0701251E041C}" dt="2024-04-02T13:57:11.298" v="51" actId="478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59C245AA-3E57-4BD3-8E2D-0701251E041C}" dt="2024-04-10T14:01:45.579" v="1895" actId="20577"/>
        <pc:sldMkLst>
          <pc:docMk/>
          <pc:sldMk cId="3629502066" sldId="327"/>
        </pc:sldMkLst>
      </pc:sldChg>
      <pc:sldChg chg="modSp mod">
        <pc:chgData name="Cao Lam Tung 20222709" userId="ce9674a6-c058-496c-88bf-33b32ed75606" providerId="ADAL" clId="{59C245AA-3E57-4BD3-8E2D-0701251E041C}" dt="2024-04-06T03:50:43.762" v="186" actId="14100"/>
        <pc:sldMkLst>
          <pc:docMk/>
          <pc:sldMk cId="960568514" sldId="329"/>
        </pc:sldMkLst>
      </pc:sldChg>
      <pc:sldChg chg="modSp mod">
        <pc:chgData name="Cao Lam Tung 20222709" userId="ce9674a6-c058-496c-88bf-33b32ed75606" providerId="ADAL" clId="{59C245AA-3E57-4BD3-8E2D-0701251E041C}" dt="2024-04-10T14:11:27.784" v="1897" actId="1076"/>
        <pc:sldMkLst>
          <pc:docMk/>
          <pc:sldMk cId="2374838604" sldId="330"/>
        </pc:sldMkLst>
      </pc:sldChg>
      <pc:sldChg chg="ord">
        <pc:chgData name="Cao Lam Tung 20222709" userId="ce9674a6-c058-496c-88bf-33b32ed75606" providerId="ADAL" clId="{59C245AA-3E57-4BD3-8E2D-0701251E041C}" dt="2024-04-10T09:52:50.596" v="1508"/>
        <pc:sldMkLst>
          <pc:docMk/>
          <pc:sldMk cId="3277081014" sldId="331"/>
        </pc:sldMkLst>
      </pc:sldChg>
      <pc:sldChg chg="modSp mod">
        <pc:chgData name="Cao Lam Tung 20222709" userId="ce9674a6-c058-496c-88bf-33b32ed75606" providerId="ADAL" clId="{59C245AA-3E57-4BD3-8E2D-0701251E041C}" dt="2024-04-10T14:12:18.291" v="1898" actId="14100"/>
        <pc:sldMkLst>
          <pc:docMk/>
          <pc:sldMk cId="1778810197" sldId="332"/>
        </pc:sldMkLst>
      </pc:sldChg>
      <pc:sldChg chg="addSp delSp modSp mod">
        <pc:chgData name="Cao Lam Tung 20222709" userId="ce9674a6-c058-496c-88bf-33b32ed75606" providerId="ADAL" clId="{59C245AA-3E57-4BD3-8E2D-0701251E041C}" dt="2024-04-10T13:43:30.660" v="1861" actId="20577"/>
        <pc:sldMkLst>
          <pc:docMk/>
          <pc:sldMk cId="2994529451" sldId="334"/>
        </pc:sldMkLst>
      </pc:sldChg>
      <pc:sldChg chg="modSp">
        <pc:chgData name="Cao Lam Tung 20222709" userId="ce9674a6-c058-496c-88bf-33b32ed75606" providerId="ADAL" clId="{59C245AA-3E57-4BD3-8E2D-0701251E041C}" dt="2024-04-01T14:56:14.318" v="42" actId="20577"/>
        <pc:sldMkLst>
          <pc:docMk/>
          <pc:sldMk cId="154274497" sldId="335"/>
        </pc:sldMkLst>
      </pc:sldChg>
      <pc:sldChg chg="modSp mod">
        <pc:chgData name="Cao Lam Tung 20222709" userId="ce9674a6-c058-496c-88bf-33b32ed75606" providerId="ADAL" clId="{59C245AA-3E57-4BD3-8E2D-0701251E041C}" dt="2024-04-08T14:50:48.468" v="1227" actId="14100"/>
        <pc:sldMkLst>
          <pc:docMk/>
          <pc:sldMk cId="3620825576" sldId="336"/>
        </pc:sldMkLst>
      </pc:sldChg>
      <pc:sldChg chg="modSp mod">
        <pc:chgData name="Cao Lam Tung 20222709" userId="ce9674a6-c058-496c-88bf-33b32ed75606" providerId="ADAL" clId="{59C245AA-3E57-4BD3-8E2D-0701251E041C}" dt="2024-04-01T14:59:40.805" v="45" actId="5793"/>
        <pc:sldMkLst>
          <pc:docMk/>
          <pc:sldMk cId="3520922490" sldId="337"/>
        </pc:sldMkLst>
      </pc:sldChg>
      <pc:sldChg chg="modSp mod">
        <pc:chgData name="Cao Lam Tung 20222709" userId="ce9674a6-c058-496c-88bf-33b32ed75606" providerId="ADAL" clId="{59C245AA-3E57-4BD3-8E2D-0701251E041C}" dt="2024-04-10T14:25:14.371" v="1900" actId="20577"/>
        <pc:sldMkLst>
          <pc:docMk/>
          <pc:sldMk cId="3055845051" sldId="338"/>
        </pc:sldMkLst>
      </pc:sldChg>
      <pc:sldChg chg="modSp mod modNotesTx">
        <pc:chgData name="Cao Lam Tung 20222709" userId="ce9674a6-c058-496c-88bf-33b32ed75606" providerId="ADAL" clId="{59C245AA-3E57-4BD3-8E2D-0701251E041C}" dt="2024-04-10T14:23:26.622" v="1899" actId="20577"/>
        <pc:sldMkLst>
          <pc:docMk/>
          <pc:sldMk cId="3331722372" sldId="340"/>
        </pc:sldMkLst>
      </pc:sldChg>
      <pc:sldChg chg="modSp mod">
        <pc:chgData name="Cao Lam Tung 20222709" userId="ce9674a6-c058-496c-88bf-33b32ed75606" providerId="ADAL" clId="{59C245AA-3E57-4BD3-8E2D-0701251E041C}" dt="2024-04-08T15:05:49.187" v="1299" actId="20577"/>
        <pc:sldMkLst>
          <pc:docMk/>
          <pc:sldMk cId="2381576624" sldId="341"/>
        </pc:sldMkLst>
      </pc:sldChg>
      <pc:sldChg chg="modSp mod">
        <pc:chgData name="Cao Lam Tung 20222709" userId="ce9674a6-c058-496c-88bf-33b32ed75606" providerId="ADAL" clId="{59C245AA-3E57-4BD3-8E2D-0701251E041C}" dt="2024-04-10T14:27:09.552" v="1905" actId="20577"/>
        <pc:sldMkLst>
          <pc:docMk/>
          <pc:sldMk cId="705244559" sldId="344"/>
        </pc:sldMkLst>
      </pc:sldChg>
      <pc:sldChg chg="delSp modSp mod">
        <pc:chgData name="Cao Lam Tung 20222709" userId="ce9674a6-c058-496c-88bf-33b32ed75606" providerId="ADAL" clId="{59C245AA-3E57-4BD3-8E2D-0701251E041C}" dt="2024-04-10T14:26:55.398" v="1904" actId="1076"/>
        <pc:sldMkLst>
          <pc:docMk/>
          <pc:sldMk cId="1478040463" sldId="345"/>
        </pc:sldMkLst>
      </pc:sldChg>
      <pc:sldChg chg="addSp delSp modSp mod">
        <pc:chgData name="Cao Lam Tung 20222709" userId="ce9674a6-c058-496c-88bf-33b32ed75606" providerId="ADAL" clId="{59C245AA-3E57-4BD3-8E2D-0701251E041C}" dt="2024-04-01T14:30:35.444" v="25" actId="1076"/>
        <pc:sldMkLst>
          <pc:docMk/>
          <pc:sldMk cId="960387769" sldId="346"/>
        </pc:sldMkLst>
      </pc:sldChg>
      <pc:sldChg chg="addSp delSp modSp mod">
        <pc:chgData name="Cao Lam Tung 20222709" userId="ce9674a6-c058-496c-88bf-33b32ed75606" providerId="ADAL" clId="{59C245AA-3E57-4BD3-8E2D-0701251E041C}" dt="2024-04-01T14:32:30.889" v="36" actId="1076"/>
        <pc:sldMkLst>
          <pc:docMk/>
          <pc:sldMk cId="395672225" sldId="347"/>
        </pc:sldMkLst>
      </pc:sldChg>
      <pc:sldChg chg="addSp delSp modSp add mod modNotesTx">
        <pc:chgData name="Cao Lam Tung 20222709" userId="ce9674a6-c058-496c-88bf-33b32ed75606" providerId="ADAL" clId="{59C245AA-3E57-4BD3-8E2D-0701251E041C}" dt="2024-04-08T14:44:36.766" v="1226" actId="20577"/>
        <pc:sldMkLst>
          <pc:docMk/>
          <pc:sldMk cId="3366579801" sldId="348"/>
        </pc:sldMkLst>
      </pc:sldChg>
      <pc:sldChg chg="addSp delSp modSp add mod">
        <pc:chgData name="Cao Lam Tung 20222709" userId="ce9674a6-c058-496c-88bf-33b32ed75606" providerId="ADAL" clId="{59C245AA-3E57-4BD3-8E2D-0701251E041C}" dt="2024-04-10T13:59:44.825" v="1891" actId="20577"/>
        <pc:sldMkLst>
          <pc:docMk/>
          <pc:sldMk cId="3961883896" sldId="349"/>
        </pc:sldMkLst>
      </pc:sldChg>
      <pc:sldChg chg="addSp delSp modSp add mod">
        <pc:chgData name="Cao Lam Tung 20222709" userId="ce9674a6-c058-496c-88bf-33b32ed75606" providerId="ADAL" clId="{59C245AA-3E57-4BD3-8E2D-0701251E041C}" dt="2024-04-10T13:45:33.147" v="1887" actId="20577"/>
        <pc:sldMkLst>
          <pc:docMk/>
          <pc:sldMk cId="222181308" sldId="350"/>
        </pc:sldMkLst>
      </pc:sldChg>
    </pc:docChg>
  </pc:docChgLst>
  <pc:docChgLst>
    <pc:chgData name="Cao Lam Tung 20222709" userId="ce9674a6-c058-496c-88bf-33b32ed75606" providerId="ADAL" clId="{7BEC58D4-8E2B-4C81-A519-91013BC190C1}"/>
    <pc:docChg chg="custSel modSld">
      <pc:chgData name="Cao Lam Tung 20222709" userId="ce9674a6-c058-496c-88bf-33b32ed75606" providerId="ADAL" clId="{7BEC58D4-8E2B-4C81-A519-91013BC190C1}" dt="2025-02-06T02:11:41.298" v="66" actId="113"/>
      <pc:docMkLst>
        <pc:docMk/>
      </pc:docMkLst>
      <pc:sldChg chg="modSp modNotesTx">
        <pc:chgData name="Cao Lam Tung 20222709" userId="ce9674a6-c058-496c-88bf-33b32ed75606" providerId="ADAL" clId="{7BEC58D4-8E2B-4C81-A519-91013BC190C1}" dt="2025-02-05T16:23:26.588" v="48" actId="20577"/>
        <pc:sldMkLst>
          <pc:docMk/>
          <pc:sldMk cId="1512609409" sldId="383"/>
        </pc:sldMkLst>
        <pc:spChg chg="mod">
          <ac:chgData name="Cao Lam Tung 20222709" userId="ce9674a6-c058-496c-88bf-33b32ed75606" providerId="ADAL" clId="{7BEC58D4-8E2B-4C81-A519-91013BC190C1}" dt="2025-02-05T16:23:26.588" v="48" actId="20577"/>
          <ac:spMkLst>
            <pc:docMk/>
            <pc:sldMk cId="1512609409" sldId="383"/>
            <ac:spMk id="10" creationId="{D57757B1-AB7B-8393-2ADF-D90D4131F592}"/>
          </ac:spMkLst>
        </pc:spChg>
      </pc:sldChg>
      <pc:sldChg chg="modSp modNotesTx">
        <pc:chgData name="Cao Lam Tung 20222709" userId="ce9674a6-c058-496c-88bf-33b32ed75606" providerId="ADAL" clId="{7BEC58D4-8E2B-4C81-A519-91013BC190C1}" dt="2025-02-06T02:11:41.298" v="66" actId="113"/>
        <pc:sldMkLst>
          <pc:docMk/>
          <pc:sldMk cId="973910400" sldId="387"/>
        </pc:sldMkLst>
        <pc:spChg chg="mod">
          <ac:chgData name="Cao Lam Tung 20222709" userId="ce9674a6-c058-496c-88bf-33b32ed75606" providerId="ADAL" clId="{7BEC58D4-8E2B-4C81-A519-91013BC190C1}" dt="2025-02-06T02:11:28.925" v="65" actId="113"/>
          <ac:spMkLst>
            <pc:docMk/>
            <pc:sldMk cId="973910400" sldId="387"/>
            <ac:spMk id="17" creationId="{9E240E71-9810-D596-A9D1-4A35CC1F1C12}"/>
          </ac:spMkLst>
        </pc:spChg>
      </pc:sldChg>
      <pc:sldChg chg="delSp modSp mod">
        <pc:chgData name="Cao Lam Tung 20222709" userId="ce9674a6-c058-496c-88bf-33b32ed75606" providerId="ADAL" clId="{7BEC58D4-8E2B-4C81-A519-91013BC190C1}" dt="2025-02-05T16:23:56.327" v="52" actId="478"/>
        <pc:sldMkLst>
          <pc:docMk/>
          <pc:sldMk cId="1934133307" sldId="399"/>
        </pc:sldMkLst>
        <pc:picChg chg="del mod">
          <ac:chgData name="Cao Lam Tung 20222709" userId="ce9674a6-c058-496c-88bf-33b32ed75606" providerId="ADAL" clId="{7BEC58D4-8E2B-4C81-A519-91013BC190C1}" dt="2025-02-05T16:23:56.327" v="52" actId="478"/>
          <ac:picMkLst>
            <pc:docMk/>
            <pc:sldMk cId="1934133307" sldId="399"/>
            <ac:picMk id="11" creationId="{3CC1422C-9AED-558C-AF90-685C00358266}"/>
          </ac:picMkLst>
        </pc:picChg>
      </pc:sldChg>
      <pc:sldChg chg="modSp">
        <pc:chgData name="Cao Lam Tung 20222709" userId="ce9674a6-c058-496c-88bf-33b32ed75606" providerId="ADAL" clId="{7BEC58D4-8E2B-4C81-A519-91013BC190C1}" dt="2025-02-05T16:25:30.438" v="61" actId="20577"/>
        <pc:sldMkLst>
          <pc:docMk/>
          <pc:sldMk cId="2861518484" sldId="400"/>
        </pc:sldMkLst>
        <pc:spChg chg="mod">
          <ac:chgData name="Cao Lam Tung 20222709" userId="ce9674a6-c058-496c-88bf-33b32ed75606" providerId="ADAL" clId="{7BEC58D4-8E2B-4C81-A519-91013BC190C1}" dt="2025-02-05T16:25:30.438" v="61" actId="20577"/>
          <ac:spMkLst>
            <pc:docMk/>
            <pc:sldMk cId="2861518484" sldId="400"/>
            <ac:spMk id="8" creationId="{E7E19761-DAF4-CB8F-A9F9-5F457C92B76A}"/>
          </ac:spMkLst>
        </pc:spChg>
      </pc:sldChg>
    </pc:docChg>
  </pc:docChgLst>
  <pc:docChgLst>
    <pc:chgData name="Cao Lam Tung 20222709" userId="ce9674a6-c058-496c-88bf-33b32ed75606" providerId="ADAL" clId="{260F9685-9558-4209-8D92-CF31852B8AE7}"/>
    <pc:docChg chg="modSld">
      <pc:chgData name="Cao Lam Tung 20222709" userId="ce9674a6-c058-496c-88bf-33b32ed75606" providerId="ADAL" clId="{260F9685-9558-4209-8D92-CF31852B8AE7}" dt="2024-04-17T14:23:29.342" v="0"/>
      <pc:docMkLst>
        <pc:docMk/>
      </pc:docMkLst>
      <pc:sldChg chg="modSp mod">
        <pc:chgData name="Cao Lam Tung 20222709" userId="ce9674a6-c058-496c-88bf-33b32ed75606" providerId="ADAL" clId="{260F9685-9558-4209-8D92-CF31852B8AE7}" dt="2024-04-17T14:23:29.342" v="0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4BE5D495-D1B2-4E35-BC6A-CFBD2A3E57D1}"/>
    <pc:docChg chg="undo custSel addSld delSld modSld sldOrd modSection">
      <pc:chgData name="Cao Lam Tung 20222709" userId="ce9674a6-c058-496c-88bf-33b32ed75606" providerId="ADAL" clId="{4BE5D495-D1B2-4E35-BC6A-CFBD2A3E57D1}" dt="2024-10-17T06:57:25.165" v="8110" actId="478"/>
      <pc:docMkLst>
        <pc:docMk/>
      </pc:docMkLst>
      <pc:sldChg chg="modSp mod">
        <pc:chgData name="Cao Lam Tung 20222709" userId="ce9674a6-c058-496c-88bf-33b32ed75606" providerId="ADAL" clId="{4BE5D495-D1B2-4E35-BC6A-CFBD2A3E57D1}" dt="2024-10-13T04:43:14.870" v="7205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4BE5D495-D1B2-4E35-BC6A-CFBD2A3E57D1}" dt="2024-10-09T02:21:20.422" v="2903" actId="20577"/>
        <pc:sldMkLst>
          <pc:docMk/>
          <pc:sldMk cId="3526839302" sldId="326"/>
        </pc:sldMkLst>
      </pc:sldChg>
      <pc:sldChg chg="modSp mod">
        <pc:chgData name="Cao Lam Tung 20222709" userId="ce9674a6-c058-496c-88bf-33b32ed75606" providerId="ADAL" clId="{4BE5D495-D1B2-4E35-BC6A-CFBD2A3E57D1}" dt="2024-10-06T10:18:06.954" v="2146" actId="20577"/>
        <pc:sldMkLst>
          <pc:docMk/>
          <pc:sldMk cId="3551375587" sldId="356"/>
        </pc:sldMkLst>
      </pc:sldChg>
      <pc:sldChg chg="addSp delSp modSp mod">
        <pc:chgData name="Cao Lam Tung 20222709" userId="ce9674a6-c058-496c-88bf-33b32ed75606" providerId="ADAL" clId="{4BE5D495-D1B2-4E35-BC6A-CFBD2A3E57D1}" dt="2024-10-16T03:17:07.316" v="8033"/>
        <pc:sldMkLst>
          <pc:docMk/>
          <pc:sldMk cId="587138075" sldId="358"/>
        </pc:sldMkLst>
      </pc:sldChg>
      <pc:sldChg chg="modSp mod">
        <pc:chgData name="Cao Lam Tung 20222709" userId="ce9674a6-c058-496c-88bf-33b32ed75606" providerId="ADAL" clId="{4BE5D495-D1B2-4E35-BC6A-CFBD2A3E57D1}" dt="2024-10-08T13:23:38.882" v="2687" actId="2711"/>
        <pc:sldMkLst>
          <pc:docMk/>
          <pc:sldMk cId="2191029587" sldId="360"/>
        </pc:sldMkLst>
      </pc:sldChg>
      <pc:sldChg chg="add">
        <pc:chgData name="Cao Lam Tung 20222709" userId="ce9674a6-c058-496c-88bf-33b32ed75606" providerId="ADAL" clId="{4BE5D495-D1B2-4E35-BC6A-CFBD2A3E57D1}" dt="2024-10-05T12:57:13.895" v="0"/>
        <pc:sldMkLst>
          <pc:docMk/>
          <pc:sldMk cId="2816176213" sldId="363"/>
        </pc:sldMkLst>
      </pc:sldChg>
      <pc:sldChg chg="addSp delSp modSp add mod">
        <pc:chgData name="Cao Lam Tung 20222709" userId="ce9674a6-c058-496c-88bf-33b32ed75606" providerId="ADAL" clId="{4BE5D495-D1B2-4E35-BC6A-CFBD2A3E57D1}" dt="2024-10-06T13:13:02.150" v="2684" actId="113"/>
        <pc:sldMkLst>
          <pc:docMk/>
          <pc:sldMk cId="254701598" sldId="364"/>
        </pc:sldMkLst>
      </pc:sldChg>
      <pc:sldChg chg="addSp delSp modSp add mod">
        <pc:chgData name="Cao Lam Tung 20222709" userId="ce9674a6-c058-496c-88bf-33b32ed75606" providerId="ADAL" clId="{4BE5D495-D1B2-4E35-BC6A-CFBD2A3E57D1}" dt="2024-10-06T09:54:52.570" v="2103" actId="1076"/>
        <pc:sldMkLst>
          <pc:docMk/>
          <pc:sldMk cId="102370313" sldId="365"/>
        </pc:sldMkLst>
      </pc:sldChg>
      <pc:sldChg chg="addSp delSp modSp add del mod">
        <pc:chgData name="Cao Lam Tung 20222709" userId="ce9674a6-c058-496c-88bf-33b32ed75606" providerId="ADAL" clId="{4BE5D495-D1B2-4E35-BC6A-CFBD2A3E57D1}" dt="2024-10-06T09:55:05.111" v="2104" actId="47"/>
        <pc:sldMkLst>
          <pc:docMk/>
          <pc:sldMk cId="1540358898" sldId="366"/>
        </pc:sldMkLst>
      </pc:sldChg>
      <pc:sldChg chg="add del">
        <pc:chgData name="Cao Lam Tung 20222709" userId="ce9674a6-c058-496c-88bf-33b32ed75606" providerId="ADAL" clId="{4BE5D495-D1B2-4E35-BC6A-CFBD2A3E57D1}" dt="2024-10-06T09:42:18.334" v="885"/>
        <pc:sldMkLst>
          <pc:docMk/>
          <pc:sldMk cId="1789308317" sldId="366"/>
        </pc:sldMkLst>
      </pc:sldChg>
      <pc:sldChg chg="addSp delSp modSp add mod">
        <pc:chgData name="Cao Lam Tung 20222709" userId="ce9674a6-c058-496c-88bf-33b32ed75606" providerId="ADAL" clId="{4BE5D495-D1B2-4E35-BC6A-CFBD2A3E57D1}" dt="2024-10-06T10:41:19.685" v="2681" actId="255"/>
        <pc:sldMkLst>
          <pc:docMk/>
          <pc:sldMk cId="4036185631" sldId="366"/>
        </pc:sldMkLst>
      </pc:sldChg>
      <pc:sldChg chg="addSp delSp modSp add del mod">
        <pc:chgData name="Cao Lam Tung 20222709" userId="ce9674a6-c058-496c-88bf-33b32ed75606" providerId="ADAL" clId="{4BE5D495-D1B2-4E35-BC6A-CFBD2A3E57D1}" dt="2024-10-08T13:32:02.593" v="2726" actId="47"/>
        <pc:sldMkLst>
          <pc:docMk/>
          <pc:sldMk cId="2692109009" sldId="367"/>
        </pc:sldMkLst>
      </pc:sldChg>
      <pc:sldChg chg="addSp modSp add mod">
        <pc:chgData name="Cao Lam Tung 20222709" userId="ce9674a6-c058-496c-88bf-33b32ed75606" providerId="ADAL" clId="{4BE5D495-D1B2-4E35-BC6A-CFBD2A3E57D1}" dt="2024-10-12T03:31:23.724" v="5172" actId="20577"/>
        <pc:sldMkLst>
          <pc:docMk/>
          <pc:sldMk cId="3802251741" sldId="367"/>
        </pc:sldMkLst>
      </pc:sldChg>
      <pc:sldChg chg="modSp add mod">
        <pc:chgData name="Cao Lam Tung 20222709" userId="ce9674a6-c058-496c-88bf-33b32ed75606" providerId="ADAL" clId="{4BE5D495-D1B2-4E35-BC6A-CFBD2A3E57D1}" dt="2024-10-13T04:43:21.420" v="7211" actId="20577"/>
        <pc:sldMkLst>
          <pc:docMk/>
          <pc:sldMk cId="3890700654" sldId="368"/>
        </pc:sldMkLst>
      </pc:sldChg>
      <pc:sldChg chg="modSp add mod">
        <pc:chgData name="Cao Lam Tung 20222709" userId="ce9674a6-c058-496c-88bf-33b32ed75606" providerId="ADAL" clId="{4BE5D495-D1B2-4E35-BC6A-CFBD2A3E57D1}" dt="2024-10-16T01:54:46.745" v="7367" actId="20577"/>
        <pc:sldMkLst>
          <pc:docMk/>
          <pc:sldMk cId="180464731" sldId="369"/>
        </pc:sldMkLst>
      </pc:sldChg>
      <pc:sldChg chg="addSp delSp modSp add mod">
        <pc:chgData name="Cao Lam Tung 20222709" userId="ce9674a6-c058-496c-88bf-33b32ed75606" providerId="ADAL" clId="{4BE5D495-D1B2-4E35-BC6A-CFBD2A3E57D1}" dt="2024-10-12T01:58:22.875" v="4128" actId="113"/>
        <pc:sldMkLst>
          <pc:docMk/>
          <pc:sldMk cId="2439579174" sldId="370"/>
        </pc:sldMkLst>
      </pc:sldChg>
      <pc:sldChg chg="addSp delSp modSp add del mod">
        <pc:chgData name="Cao Lam Tung 20222709" userId="ce9674a6-c058-496c-88bf-33b32ed75606" providerId="ADAL" clId="{4BE5D495-D1B2-4E35-BC6A-CFBD2A3E57D1}" dt="2024-10-12T02:35:46.400" v="4653" actId="113"/>
        <pc:sldMkLst>
          <pc:docMk/>
          <pc:sldMk cId="2584602691" sldId="371"/>
        </pc:sldMkLst>
      </pc:sldChg>
      <pc:sldChg chg="delSp new del mod">
        <pc:chgData name="Cao Lam Tung 20222709" userId="ce9674a6-c058-496c-88bf-33b32ed75606" providerId="ADAL" clId="{4BE5D495-D1B2-4E35-BC6A-CFBD2A3E57D1}" dt="2024-10-12T02:16:21.239" v="4376" actId="47"/>
        <pc:sldMkLst>
          <pc:docMk/>
          <pc:sldMk cId="831912484" sldId="372"/>
        </pc:sldMkLst>
      </pc:sldChg>
      <pc:sldChg chg="addSp delSp modSp add mod">
        <pc:chgData name="Cao Lam Tung 20222709" userId="ce9674a6-c058-496c-88bf-33b32ed75606" providerId="ADAL" clId="{4BE5D495-D1B2-4E35-BC6A-CFBD2A3E57D1}" dt="2024-10-13T12:53:34.543" v="7261" actId="113"/>
        <pc:sldMkLst>
          <pc:docMk/>
          <pc:sldMk cId="2644952547" sldId="372"/>
        </pc:sldMkLst>
      </pc:sldChg>
      <pc:sldChg chg="addSp delSp modSp add del mod">
        <pc:chgData name="Cao Lam Tung 20222709" userId="ce9674a6-c058-496c-88bf-33b32ed75606" providerId="ADAL" clId="{4BE5D495-D1B2-4E35-BC6A-CFBD2A3E57D1}" dt="2024-10-12T08:45:46.393" v="5671" actId="47"/>
        <pc:sldMkLst>
          <pc:docMk/>
          <pc:sldMk cId="1641559556" sldId="373"/>
        </pc:sldMkLst>
      </pc:sldChg>
      <pc:sldChg chg="add">
        <pc:chgData name="Cao Lam Tung 20222709" userId="ce9674a6-c058-496c-88bf-33b32ed75606" providerId="ADAL" clId="{4BE5D495-D1B2-4E35-BC6A-CFBD2A3E57D1}" dt="2024-10-12T04:24:07.409" v="5495"/>
        <pc:sldMkLst>
          <pc:docMk/>
          <pc:sldMk cId="984456682" sldId="374"/>
        </pc:sldMkLst>
      </pc:sldChg>
      <pc:sldChg chg="addSp delSp modSp add mod">
        <pc:chgData name="Cao Lam Tung 20222709" userId="ce9674a6-c058-496c-88bf-33b32ed75606" providerId="ADAL" clId="{4BE5D495-D1B2-4E35-BC6A-CFBD2A3E57D1}" dt="2024-10-12T09:12:42.310" v="6103" actId="20577"/>
        <pc:sldMkLst>
          <pc:docMk/>
          <pc:sldMk cId="903395411" sldId="375"/>
        </pc:sldMkLst>
      </pc:sldChg>
      <pc:sldChg chg="addSp delSp modSp add mod">
        <pc:chgData name="Cao Lam Tung 20222709" userId="ce9674a6-c058-496c-88bf-33b32ed75606" providerId="ADAL" clId="{4BE5D495-D1B2-4E35-BC6A-CFBD2A3E57D1}" dt="2024-10-12T09:22:02.590" v="6158"/>
        <pc:sldMkLst>
          <pc:docMk/>
          <pc:sldMk cId="4099831669" sldId="376"/>
        </pc:sldMkLst>
      </pc:sldChg>
      <pc:sldChg chg="addSp delSp modSp add mod">
        <pc:chgData name="Cao Lam Tung 20222709" userId="ce9674a6-c058-496c-88bf-33b32ed75606" providerId="ADAL" clId="{4BE5D495-D1B2-4E35-BC6A-CFBD2A3E57D1}" dt="2024-10-12T09:25:49.634" v="6220" actId="1076"/>
        <pc:sldMkLst>
          <pc:docMk/>
          <pc:sldMk cId="351165591" sldId="377"/>
        </pc:sldMkLst>
      </pc:sldChg>
      <pc:sldChg chg="addSp delSp modSp add mod">
        <pc:chgData name="Cao Lam Tung 20222709" userId="ce9674a6-c058-496c-88bf-33b32ed75606" providerId="ADAL" clId="{4BE5D495-D1B2-4E35-BC6A-CFBD2A3E57D1}" dt="2024-10-13T12:58:11.695" v="7263" actId="113"/>
        <pc:sldMkLst>
          <pc:docMk/>
          <pc:sldMk cId="384454289" sldId="378"/>
        </pc:sldMkLst>
      </pc:sldChg>
      <pc:sldChg chg="addSp delSp modSp add mod">
        <pc:chgData name="Cao Lam Tung 20222709" userId="ce9674a6-c058-496c-88bf-33b32ed75606" providerId="ADAL" clId="{4BE5D495-D1B2-4E35-BC6A-CFBD2A3E57D1}" dt="2024-10-13T00:48:55.258" v="6916" actId="1076"/>
        <pc:sldMkLst>
          <pc:docMk/>
          <pc:sldMk cId="644541385" sldId="379"/>
        </pc:sldMkLst>
      </pc:sldChg>
      <pc:sldChg chg="addSp delSp modSp add mod">
        <pc:chgData name="Cao Lam Tung 20222709" userId="ce9674a6-c058-496c-88bf-33b32ed75606" providerId="ADAL" clId="{4BE5D495-D1B2-4E35-BC6A-CFBD2A3E57D1}" dt="2024-10-12T16:25:56.203" v="6858" actId="1076"/>
        <pc:sldMkLst>
          <pc:docMk/>
          <pc:sldMk cId="2426564679" sldId="380"/>
        </pc:sldMkLst>
      </pc:sldChg>
      <pc:sldChg chg="addSp delSp modSp add mod">
        <pc:chgData name="Cao Lam Tung 20222709" userId="ce9674a6-c058-496c-88bf-33b32ed75606" providerId="ADAL" clId="{4BE5D495-D1B2-4E35-BC6A-CFBD2A3E57D1}" dt="2024-10-12T16:27:38.231" v="6914" actId="20577"/>
        <pc:sldMkLst>
          <pc:docMk/>
          <pc:sldMk cId="3535750256" sldId="381"/>
        </pc:sldMkLst>
      </pc:sldChg>
      <pc:sldChg chg="modSp add mod">
        <pc:chgData name="Cao Lam Tung 20222709" userId="ce9674a6-c058-496c-88bf-33b32ed75606" providerId="ADAL" clId="{4BE5D495-D1B2-4E35-BC6A-CFBD2A3E57D1}" dt="2024-10-16T03:29:57.524" v="8108" actId="20577"/>
        <pc:sldMkLst>
          <pc:docMk/>
          <pc:sldMk cId="3405558723" sldId="382"/>
        </pc:sldMkLst>
      </pc:sldChg>
      <pc:sldChg chg="addSp delSp modSp add mod">
        <pc:chgData name="Cao Lam Tung 20222709" userId="ce9674a6-c058-496c-88bf-33b32ed75606" providerId="ADAL" clId="{4BE5D495-D1B2-4E35-BC6A-CFBD2A3E57D1}" dt="2024-10-16T03:27:58.314" v="8086" actId="1076"/>
        <pc:sldMkLst>
          <pc:docMk/>
          <pc:sldMk cId="1399248863" sldId="383"/>
        </pc:sldMkLst>
      </pc:sldChg>
      <pc:sldChg chg="addSp delSp modSp add mod ord modNotesTx">
        <pc:chgData name="Cao Lam Tung 20222709" userId="ce9674a6-c058-496c-88bf-33b32ed75606" providerId="ADAL" clId="{4BE5D495-D1B2-4E35-BC6A-CFBD2A3E57D1}" dt="2024-10-16T03:13:12.184" v="7988" actId="20577"/>
        <pc:sldMkLst>
          <pc:docMk/>
          <pc:sldMk cId="3932301265" sldId="384"/>
        </pc:sldMkLst>
      </pc:sldChg>
      <pc:sldChg chg="addSp delSp modSp add mod modNotesTx">
        <pc:chgData name="Cao Lam Tung 20222709" userId="ce9674a6-c058-496c-88bf-33b32ed75606" providerId="ADAL" clId="{4BE5D495-D1B2-4E35-BC6A-CFBD2A3E57D1}" dt="2024-10-17T06:57:25.165" v="8110" actId="478"/>
        <pc:sldMkLst>
          <pc:docMk/>
          <pc:sldMk cId="242707907" sldId="385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16:29.194" v="8032" actId="1076"/>
        <pc:sldMkLst>
          <pc:docMk/>
          <pc:sldMk cId="3418504531" sldId="386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22:19.050" v="8071" actId="1076"/>
        <pc:sldMkLst>
          <pc:docMk/>
          <pc:sldMk cId="3338775315" sldId="387"/>
        </pc:sldMkLst>
      </pc:sldChg>
      <pc:sldChg chg="delSp add del mod">
        <pc:chgData name="Cao Lam Tung 20222709" userId="ce9674a6-c058-496c-88bf-33b32ed75606" providerId="ADAL" clId="{4BE5D495-D1B2-4E35-BC6A-CFBD2A3E57D1}" dt="2024-10-16T15:03:20.176" v="8109" actId="47"/>
        <pc:sldMkLst>
          <pc:docMk/>
          <pc:sldMk cId="1213566329" sldId="388"/>
        </pc:sldMkLst>
      </pc:sldChg>
      <pc:sldChg chg="addSp delSp modSp add mod">
        <pc:chgData name="Cao Lam Tung 20222709" userId="ce9674a6-c058-496c-88bf-33b32ed75606" providerId="ADAL" clId="{4BE5D495-D1B2-4E35-BC6A-CFBD2A3E57D1}" dt="2024-10-16T03:28:34.196" v="8094" actId="1076"/>
        <pc:sldMkLst>
          <pc:docMk/>
          <pc:sldMk cId="1492810559" sldId="389"/>
        </pc:sldMkLst>
      </pc:sldChg>
      <pc:sldChg chg="addSp delSp modSp add mod">
        <pc:chgData name="Cao Lam Tung 20222709" userId="ce9674a6-c058-496c-88bf-33b32ed75606" providerId="ADAL" clId="{4BE5D495-D1B2-4E35-BC6A-CFBD2A3E57D1}" dt="2024-10-16T03:29:09.580" v="8100" actId="1076"/>
        <pc:sldMkLst>
          <pc:docMk/>
          <pc:sldMk cId="4035217822" sldId="390"/>
        </pc:sldMkLst>
      </pc:sldChg>
      <pc:sldChg chg="addSp delSp modSp add mod">
        <pc:chgData name="Cao Lam Tung 20222709" userId="ce9674a6-c058-496c-88bf-33b32ed75606" providerId="ADAL" clId="{4BE5D495-D1B2-4E35-BC6A-CFBD2A3E57D1}" dt="2024-10-16T03:29:37.711" v="8107" actId="1076"/>
        <pc:sldMkLst>
          <pc:docMk/>
          <pc:sldMk cId="1348791252" sldId="3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22/02/2025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21:34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23442 16016 0,'18'0'172,"-1"0"-156,1 0-1,0 0 1,17 0 0,0 0-1,-17 0 32,-1 0-31,1 0-1,0 0 1,-1 0 31,1 0-32,0 0 1,-1 0 0,1 0-1,0 0 32,-1 0-31,1 0-1,-1 0 1,1 0 31</inkml:trace>
  <inkml:trace contextRef="#ctx0" brushRef="#br0" timeOffset="8999.26">21043 13300 0,'18'0'47,"-1"0"-32,1 0 1,17 0-1,-17 0-15,53 0 16,17 0 0,-71 0-16,36 17 15,-17-17 1,-19 0-16,1 0 16,17 0-1,18 0 1,-18 0-1,-17 0-15,0 0 16,-1 0 47</inkml:trace>
  <inkml:trace contextRef="#ctx0" brushRef="#br0" timeOffset="10330.64">20990 11589 0,'53'0'390,"53"0"-374,-35 0 0,-36-18-1,-18 18 32,19-18-31,-19 18-1,1 0 1,-18-17 0</inkml:trace>
  <inkml:trace contextRef="#ctx0" brushRef="#br0" timeOffset="11488.22">21043 9948 0,'53'-35'78,"35"17"-62,-70 18-16,88-17 16,-53 17-1,-18 0 1,-17 0-16,-1 0 31,89 0 0,-53 0-15,-18 0 0</inkml:trace>
  <inkml:trace contextRef="#ctx0" brushRef="#br0" timeOffset="26591.3">17445 15998 0,'17'0'79,"36"0"-64,36 0 1,16 0-1,-87 0-15,0 0 16,193 18 0,-175-18-1,-19 0-15,1 0 32</inkml:trace>
  <inkml:trace contextRef="#ctx0" brushRef="#br0" timeOffset="40607.94">20496 16175 0,'53'0'31,"88"17"-15,-105-17 0,299 18-1,-318-18-15,1 0 16,229 0-1,-229 0-15,-1 0 0,19 0 16,457 18 0,-457-18-16,175 17 15,-122-17 1,-107 0 15,-35 0-15,35 0-1,1 0 32,-1 0-31,1 0 0</inkml:trace>
  <inkml:trace contextRef="#ctx0" brushRef="#br0" timeOffset="45863.18">19509 8749 0,'70'0'63,"89"0"-48,-141 0-15,-1 0 0,18 0 16,283 18 0,-142-1-1,-35-17 1,-123 0-16,35 0 16,0 0-1,-18 0 1,36 0-1,-54 0-15,89-17 16,35 17 0,-123 0-16,0 0 0,87 0 15,-52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23:16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8572 8343 0,'18'0'63,"53"0"-48,-54 0-15,72 0 16,16 0 0,-34-17-1,-18 17 1,-18 0 0,0 0-1,-17 0-15,17 0 16,1 0-1,-19 0-15,1 0 16,17 0 0,-35-18-1,18 18 142,35 0-157</inkml:trace>
  <inkml:trace contextRef="#ctx0" brushRef="#br0" timeOffset="2173.79">12524 8326 0,'35'0'125,"71"0"-110,35 0 1,18 17 0,-142-17-16,1 0 0,52 18 15,-52-18-15,17 0 16,-17 0-1,0 0 1,17 0 15,-17 0-15,-1 0 171</inkml:trace>
  <inkml:trace contextRef="#ctx0" brushRef="#br0" timeOffset="3682.42">16616 8361 0,'53'0'47,"-36"0"-32,1 0-15,317 17 16,-317-17-16,-1 0 15,1 0-15,194 0 16,-195 0 15,19 0 1,-19 0-17,1-17 63,0 17-62,-1 0 0,1 0 140,35-35-141</inkml:trace>
  <inkml:trace contextRef="#ctx0" brushRef="#br0" timeOffset="6472.41">20743 8378 0,'53'-17'78,"88"-18"-62,-52 35 31,-37-18-31,-34 18-16,17 0 15,1 0 1,-19 0 31,89-18-16,-106 1 63,53 17-63</inkml:trace>
  <inkml:trace contextRef="#ctx0" brushRef="#br0" timeOffset="7570.81">22684 8290 0,'0'-17'78,"17"17"-62,107-36 0,-1 1 15,18 35 0,-123 0-15,194 18-1,-142-18 1,-70 17 140</inkml:trace>
  <inkml:trace contextRef="#ctx0" brushRef="#br0" timeOffset="37440.42">24606 16351 0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24:39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5327 15804 0,'53'0'63,"106"0"-47,88 0-1,-1 0 1,-228 0-16,0 0 0,141 0 15,-1 0 1,-140 0-16,0 0 0,70-17 31</inkml:trace>
  <inkml:trace contextRef="#ctx0" brushRef="#br0" timeOffset="875.02">441 15910 0,'18'0'94,"105"-17"-78,-105 17-16,-1 0 0,19 0 15,599-18 1,-600 18-16,0 0 0,-17 0 16,17 0-16,459 0 15,-371 0 1,-105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25:06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20796 9437 0</inkml:trace>
  <inkml:trace contextRef="#ctx0" brushRef="#br0" timeOffset="19931.27">9313 14393 0,'89'0'93,"52"0"-77,-124 0-16,1 0 0,0 0 0,-1 0 0,354 53 16,-354-53-1,1 0-15,0 0 0,-1 18 0,230 0 16,-212-18 15,-17 0-15,0 0-16,52 0 15,71 0 1,-17 0 0,-54 0-1,-52 0 1,17 0 0,1-18 15,-36 0 0</inkml:trace>
  <inkml:trace contextRef="#ctx0" brushRef="#br0" timeOffset="24235.21">9984 14287 0,'0'-17'78,"0"-1"-62,0-17 15,0 17 1,0-17-17,0 0 16,0 17-15,0 0 0,0 1-1,0-1 32,0 1-31,-18-1-1,18 0 1,-18-52 0,18 52 15,-35 18 0,35-18-15,-18 18 15,1 0 0,-1-17-15,0 17-16,1 0 47,-1 0-32,-17 0 1,35-18 0,-88 18-1,70 0 1,0 0 0,1 0 15,-18 0 0,35 18 32,-36 52-32,36-34 0,18 69-15,17-52 15,-35-35-15,0 0-1,0 17 16,18-17 1,-18-1-1,17 1-15,1 17-1,0 0 1,-1-17-1,72 53 1,-72-71 0,107 35-1,-107-35-15,36 18 32,-53-54 30,0 1-46,0 17-1,0 1 1,0-1 0,18 0-1,-18 1 1</inkml:trace>
  <inkml:trace contextRef="#ctx0" brushRef="#br0" timeOffset="55749.23">9490 5627 0,'0'17'47,"53"-17"-16,52 0-15,-87 0-16,88-17 15,-88 17-15,-1 0 0,213-71 32,-125 36-17,-87 35-15,35-35 16,-18-18 0,0-18-1,-35 1 1,0-19-1,-17 19 1,-18-1 0,17 36-1,0-35 1,1 34 0,-54-17-1,1 0 1,-54 18-1,106 35-15,-123-35 32,18 35-17,-1 0 1,1 17 0,105-17-16,-52 18 15,52-18 1,0 35-1,18 1 1,0-1 0,-17-35-16,-1 53 15,-17 17 1,35-17 0,0-35-16,17 53 15,36-1 1,-35-70-16,17 88 15,18-17 1,-53-18 0,36-18-1,-1 18 1,-18-18 0,19-17-1,-1-18 1,36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28:02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6103 6103 0</inkml:trace>
  <inkml:trace contextRef="#ctx0" brushRef="#br0" timeOffset="26619.88">18362 10654 0,'0'18'31,"18"-18"1,-18 17-1,35 18-16,0-17 1,1 17 0,-1-17-1,18 0 1,-18-1 0,18-17-1,0 18 1,0 0-1,-18-18 1,-17 0 0,-1 0-16,1 0 15,17 0 1,-17 0 0,17 17-1,0-17 1,1 0-1,-3017 0 1,6015 0 0,-2999 0 15,0 0-15,0 0-1,-35-17 1,18-1 15,0-17-15,-1-1-1,-17 1 1,0 17-16,0-17 16,0 0-1,-17 17 1,17 1-1,-18-1 1,18 0-16,-35-17 16,0 0-1,35 17-15,-18 0 16,-17 1 0,35-1-1,-36 18 1,36-17-1,-35-1 1,17 18 0,1 0-1,-1 0-15,-17 0 16,0-18 0,-1 18-1,19 0-15,-1 0 16,0 0-1,-17 0 1,17 0 0,-34 0-1,16 0 1,36 18 0,-17-18-1,17 18 1,-36-18-1,19 17 1,-1 18 0,0-35-1,18 18 1,-17 0 0,17-1-1,0 1-15,-18-18 16,18 18-1,0-1 1,-17 1 0,-1 17 15,0-17 16,18 0-32,-17-18 17,17 17-17,0 1 1</inkml:trace>
  <inkml:trace contextRef="#ctx0" brushRef="#br0" timeOffset="43104.55">18380 11871 0,'0'18'125,"0"35"-110,0-18 1,0 0-1,0 0 1,0 1 15,0-19 1,0 1-1,0 0 16,0-1 15,0 18-31,0-17 1,17-18 171,1 0-94,0 0 16,35 18-94,-18-18 1,35 0-1,-17 0-15,0 17-1,18 1 1,-54-18-1,54 0 1,-36 0 0,1 0-1,-1 0 1,35 0 0,-52 0-1,88 0 1,-71 0-1,0 0 1,1 0 0,-1 0-1,-17 0-15,34 18 16,1-18 0,-17 0-1,-1 0 1,18 0 15,-18 0-15,0 0-1,18 0 1,-17 0 0,-1 0 15,-17 0 0,17 0-15,0 0 15,-17 0-15,-1-18-1,1 18 1,0 0-1,17-18 17,-17 18-1,-18-17-15,17 17-1,1 0 1,-18-18-16,0 0 15,17 1 1,1-1 0,-18 1-1,0-1 1,18 0 0,-18-17 15,0 17-16,0 1 1,0-19 0,0 19-1,0-1 1,0 1 0,0-1-1,0 0-15,-18 18 16,0 0-1,-17-17 64,18 17-64,-36 0 1,0 0-1,0 0 1,-18 0 0,-17 0-1,0 0 1,70 0-16,-35 0 16,36 0-16,-54 0 15,1 0 1,-1 0-1,-17 0 1,0 0 0,-18 0-1,53 0 1,-18 0 0,36 0-1,-18 0 1,0 0-1,0 0 1,0 0 0,0 0-1,18-18 1,18 18 0,-1 0-1,0 0 16,1 0-15</inkml:trace>
  <inkml:trace contextRef="#ctx0" brushRef="#br0" timeOffset="65015.93">18433 11395 0,'0'17'16,"0"1"0,0 17-1,0-17 1,0 0 0,0-1-1,0 18 1,0 18-1,0-35 1,0 0 0,0 17-1,0-17 17,0-1 77,0 1-93,0-1-1,0 1 1,17-18 62,36 0-62,18 18-1,35-1 1,-18 1-1,-18-18 1,-34 18 0,-1-18-1,0 0 1,18 0 0,0 0-1,18 0 1,-54 0-1,1 0 1,-1 0 0,1 0-1,0 0 1,-1 0 0,1 0-1,-36-53 95,18 17-95,0 19-15,-17 17 0,-1-53 16,18 35-16,0-17 15,-18-53 17,18 53-17,0 17 1,0 0 31,0 1-32,-35 17 110,-53 0-93,70 0-17,-105 0 1,70 0 31,-53 17-32,-53 1 17,18-18 15,88 0 93,-35 0-109,71 0 16,17-18 31</inkml:trace>
  <inkml:trace contextRef="#ctx0" brushRef="#br0" timeOffset="86089.52">18168 9155 0,'18'0'31,"17"0"-16,36 0 1,87 17 0,-140-17-16,158 0 15,36 18 1,-177-18-16,106 0 16,-123 0-16,70 0 15,-35 0 1,0 0-1,-18 0 1,-35-18 47</inkml:trace>
  <inkml:trace contextRef="#ctx0" brushRef="#br0" timeOffset="87527.61">19614 10019 0,'18'0'62,"53"0"-46,-54 0-16,89-18 16,53 18-1,-142 0-15,54 0 16,-36 0-1,1 0 1,-1-17 0,18 17-1,17 0 1,-52 0-16,53-18 16,-19 18-1,-16 0 1,-19 0-1,1 0 1,0 0 0,17 0-1,0 0 17,-17 0-1,-1 0-16,1-18 173,0 18-172</inkml:trace>
  <inkml:trace contextRef="#ctx0" brushRef="#br0" timeOffset="132225.95">18380 12665 0,'17'0'94,"36"0"-78,18 0-1,-18 0 1,-18 0-1,36 0 1,-54 0-16,54 0 16,-1 0-1,-52 0 1,17 0 0,1 0 15,-1 0-16,0 0 1,-17 0 0,-1 0 31,1 17-16,0-17 31,-1 0-46,1 0 46,0 0-15</inkml:trace>
  <inkml:trace contextRef="#ctx0" brushRef="#br0" timeOffset="139229.92">18397 13617 0,'53'0'78,"35"18"-62,-70-18-16,70 17 16,0-17-1,-35 0 1,-35 0-1,17 0 17,36 0-17,17 0 1,-17 18 0,-54-18-16,1 0 15,0 0 16,-1 0-15,18 0 0,-17 0-1,0 0 1,-36 0 250</inkml:trace>
  <inkml:trace contextRef="#ctx0" brushRef="#br0" timeOffset="157126.46">18450 14570 0,'36'0'109,"16"0"-78,-34 0-15,35 0-1,18 0 17,-36 0-1,-18 0-15,1 0 77,0 0-61,-1 0 14,1 0-30,17 0 0,1 0-1,-19 0 1,1 0 0,0 0-1,17 0 1,0 0-1,-17 0 1,-1 0 31,1 0-16,0 0 469,-1 0-344,1 0 251,0 0-282</inkml:trace>
  <inkml:trace contextRef="#ctx0" brushRef="#br0" timeOffset="171984.38">18344 11254 0,'36'0'141,"-1"0"-126,-17 0-15,17 0 16,0 0 15,0 0 16,-17 0 0,0 0-16,-1 0-15,1 0-1,0 0 1,-1 0 15,1 0-15,0 0-16,-1 0 15,18 0 1,18 0 0,-17 0-1,-19 0 1,1 0 0,0 0-1,17 0 16,-17 0-15,-1 17-16,1-17 16,-1 0-1,1 0-15,17 0 32,1 0-17,-1 0 1,-17 18-1,-1-18 1,1 0 0,-1 0 31,1 0-32,17 0 63,-17 0 125</inkml:trace>
  <inkml:trace contextRef="#ctx0" brushRef="#br0" timeOffset="184488.15">17709 16369 0,'36'0'63,"34"0"-47,1 0-1,52 0 1,-105 0-16,105 0 15,54 18 1,-160-18-16,1 0 0,158 0 16,1 17-1,-36-17 1,-88 0 0,-35 0-1,-1 0 1,18 0-1,1 0 1,52-17 0,18-1-1,-18 18 1,-35 0 0,0 0-1,-36 0-15,54 0 16,-18 0-1,-35 0-15,-1 0 16,1 0 0,-1 0 15,72 0-15,34 18-1,-17-18 1,-53 0-1,-36 0 48,1 0-47,17 0 15,-17-18-16,0 18 1,-1 0 0,1-18-1,0 18 1,35 0 31,52 0-32,-87-17-15,123 17 32,-159 0 46,1 0 31</inkml:trace>
  <inkml:trace contextRef="#ctx0" brushRef="#br0" timeOffset="191743.61">17498 16722 0,'17'0'78,"107"0"-63,-106 0 1,211 17 0,-212-17-1,89 0 1,18 0 15,-36 0-15,-53 0-16,142 18 31,-124-18-15,-36 0 15,54 0-15,-54 0-1,142 0 1,-159 18-16,18-18 0,123 0 31,-71 17-15,-52-17-1,141 0 1,-142 0 0,19 0-1,-1 0 16,-17 0-15,87 0 0,-87 0-1,70 0 1,-35 0 15,-35 0-15,52 0-1,-34-17 17,17 17-1,-36 0-15,107-18 15,-89 18-16,0 0 17,1 0-1,-1-18-15,18 1-1,17 17 16,89 0 1,-88 0-1,-54 0 16,1 0-32,0 0 17,-1 0-1,1 0-15,35 17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02-22T15:31:27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10354 9596 0,'18'0'31,"35"0"-15,-18 0 0,18 0-1,17 0 1,71 0-1,-123 0-15,141 0 16,105 0 0,-246 0-16,0 0 0,-1 0 0,230 0 15,-17 0 1,-213 0-16,124 0 16,-35 0-1,-53 0 1,-18-18-1,18 0 1,0 1 0,0-1-1,-35 18 1,-1 0 0,19 0-1,-19 0-15,1-18 16,0 1-1,-1 17-15</inkml:trace>
  <inkml:trace contextRef="#ctx0" brushRef="#br0" timeOffset="4753.12">19879 9948 0,'35'0'125,"36"0"-109,-54 0-16,54-17 15,35 17 1,0-18 0,-18 18-1,-70 0-15,87 0 16,-87 0-16,88-18 16,-89 18-16,89 0 15,-88 0-15,105 0 16,-105 0-16,106 0 15,70 36 1,-53-36 0,0 0-1,-124 0-15,54 0 16,-18 0 0,-35 0-1,-1 0 1,1 0-1</inkml:trace>
  <inkml:trace contextRef="#ctx0" brushRef="#br0" timeOffset="15977.82">10777 17939 0,'36'0'15,"-72"0"-15,89 17 16,-35-17 46,35 0-46,-18 0 0,53 0-1,142 18 1,-213-18-1,318 18 1,-317-18 0,0 0-16,282 0 15,-71 0 17,-106 0-17,-105 0 1,229-18-1,-229 18-15,-1 0 16,177 0 0,-141-18-1,-18 18 1,36-35 0,17 17-1,0 18 1,-17-17-1</inkml:trace>
  <inkml:trace contextRef="#ctx0" brushRef="#br0" timeOffset="22546.81">20338 17762 0,'35'0'172,"159"0"-156,88-17-1,106 17 1,-353 0-16,-17 0 0,17 0 0,600 35 31,-617-35-31,176 18 16,-159-18-16,89 0 16,-71 0-1,-36 0 1,1 0 187,-18-18-156,18 18-32,-1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EA00-E18B-977A-C5FE-163EC30F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D4896-2259-407A-4FF1-46B1F89DF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ADF1D-1B9C-431A-2237-88DFC888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24E7-DFED-3991-5310-83BC564C7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0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FF1C6-1051-4E83-4D79-4008E578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B87D1-74D8-3EFC-49D5-697FF66ED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F1C0C-BA55-C06D-F3DD-034071D32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vi-VN" b="1" dirty="0"/>
              <a:t>ật độ năng lượng </a:t>
            </a:r>
            <a:r>
              <a:rPr lang="vi-VN" dirty="0"/>
              <a:t>nên càng cao càng tốt mà không làm tăng đáng kể trọng lượng của pin để đạt mức năng lượng mong muốn</a:t>
            </a: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-&gt;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xả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-&gt; </a:t>
            </a:r>
            <a:r>
              <a:rPr lang="vi-VN" dirty="0"/>
              <a:t>giúp pin có thể cung cấp năng lượng nhanh chóng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4CD7B-563D-63CB-DF7A-16D7AA1CD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17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8288-03AE-9942-DFA1-75100C95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B62D1-9619-069C-E706-30E084743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B2603-BB7D-5419-68BB-671C7FF72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818C7-FAAE-2EFF-A931-4C2C1C4B1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58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4DE4B-9843-3DD9-228E-13AE1E7B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9B7DD-EA2C-8833-DECC-3D4DE352D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2862A-707E-7B81-DAFF-961A0C115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AAFA2-786C-FF54-2038-D80801991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2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E04A-6843-EAF5-57AF-B36B87A1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7017F-875F-78F1-D06D-0947CE3F8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8BE4E-2DF9-DD85-9433-9EC8B6EBD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36DCE-0538-2D19-E235-9F4BEF26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82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C88-915F-02E2-E4AE-A3011AD8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641DC-336E-EFD8-46E0-B9457B365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9037A-2341-15B8-2182-55AA0F16F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8367-DD32-8455-C505-9B538C865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34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11B98-3403-057B-230D-6172A4D2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B4E5D-951F-DA05-526F-B02A4DCA0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4F609-BAFB-2678-08D2-49EF1412E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3F8D7-B7DA-55F8-42F1-DB70C8FEE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58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FFF7-FFD2-9CC0-8C75-546DFF80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F1FE4-0C32-606F-F2F7-1D4CEFE74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DA43-9821-9547-795A-C3896D817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DC536-E943-9443-2228-465345440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27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5FAC-D52B-B899-2AC0-70E35847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2B2AB-D2C3-747F-A534-5454AB983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EA67C-E9DB-2470-6E8B-23C09F05C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B06F7-B7D9-1BF7-EC11-6FC545443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71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4149-3D18-1E6E-2B3D-7AFCCDB06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A3FA4-A279-7DA8-BC04-0AD4A8790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DE1AC-180D-F8A3-1CD9-A0351EF89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D6072-9408-2950-42C2-2F0FF3E05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5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2401221"/>
            <a:ext cx="9496425" cy="293036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Cơ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sở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lý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thuyết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về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pin</a:t>
            </a:r>
            <a:br>
              <a:rPr lang="en-US" dirty="0">
                <a:latin typeface="+mj-lt"/>
              </a:rPr>
            </a:br>
            <a:br>
              <a:rPr lang="en-US" dirty="0"/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96" y="5160397"/>
            <a:ext cx="3378314" cy="133740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 ExtraBold"/>
                <a:cs typeface="Lato"/>
              </a:rPr>
              <a:t>Cao Lam Tung, [Member]</a:t>
            </a:r>
          </a:p>
          <a:p>
            <a:pPr algn="l">
              <a:spcBef>
                <a:spcPts val="300"/>
              </a:spcBef>
            </a:pPr>
            <a:r>
              <a:rPr lang="en-US" sz="14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Email: tung.cl222709@sis.hust.edu.vn</a:t>
            </a:r>
            <a:endParaRPr lang="en-US" sz="1400" u="sng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506-3843-4133-A061-4C59624F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643" y="1048837"/>
            <a:ext cx="9766930" cy="5665557"/>
          </a:xfrm>
        </p:spPr>
        <p:txBody>
          <a:bodyPr>
            <a:normAutofit/>
          </a:bodyPr>
          <a:lstStyle/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Motivation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Phân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loại</a:t>
            </a:r>
            <a:r>
              <a:rPr lang="en-US" sz="3200" dirty="0">
                <a:latin typeface="+mj-lt"/>
              </a:rPr>
              <a:t> pin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>
                <a:latin typeface="+mj-lt"/>
              </a:rPr>
              <a:t>Pin Lithium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Đọc</a:t>
            </a:r>
            <a:r>
              <a:rPr lang="en-US" sz="3200" dirty="0">
                <a:latin typeface="+mj-lt"/>
              </a:rPr>
              <a:t> datasheet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3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DD94-7782-45D4-9A6E-CEF4E1EEEE1C}" type="datetime1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B66B-E483-4C8D-8F44-DFE1840F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8" y="69598"/>
            <a:ext cx="9766931" cy="548731"/>
          </a:xfrm>
        </p:spPr>
        <p:txBody>
          <a:bodyPr/>
          <a:lstStyle/>
          <a:p>
            <a:r>
              <a:rPr lang="en-US">
                <a:latin typeface="+mj-lt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268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5BD9-70B1-472D-7E1F-D12B9109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7E6D-55FB-79E6-91EE-516E7B3F5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166AE-D0F8-CC09-0AE6-CE11782C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9A8A8-D015-782F-3438-88EBFAAD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I. Motivation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671D9-5B0E-1F96-9900-9179589A4E7F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Tổng</a:t>
            </a:r>
            <a:r>
              <a:rPr lang="en-US" sz="2600" b="1" dirty="0"/>
              <a:t> </a:t>
            </a:r>
            <a:r>
              <a:rPr lang="en-US" sz="2600" b="1" dirty="0" err="1"/>
              <a:t>quan</a:t>
            </a:r>
            <a:r>
              <a:rPr lang="en-US" sz="2600" b="1" dirty="0"/>
              <a:t> </a:t>
            </a:r>
            <a:r>
              <a:rPr lang="en-US" sz="2600" b="1" dirty="0" err="1"/>
              <a:t>về</a:t>
            </a:r>
            <a:r>
              <a:rPr lang="en-US" sz="2600" b="1" dirty="0"/>
              <a:t> </a:t>
            </a:r>
            <a:r>
              <a:rPr lang="en-US" sz="2600" b="1" dirty="0" err="1"/>
              <a:t>sạc</a:t>
            </a:r>
            <a:r>
              <a:rPr lang="en-US" sz="2600" b="1" dirty="0"/>
              <a:t> pin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95CAB-2BD3-F321-3DF7-620E4C5C3B7F}"/>
              </a:ext>
            </a:extLst>
          </p:cNvPr>
          <p:cNvSpPr txBox="1"/>
          <p:nvPr/>
        </p:nvSpPr>
        <p:spPr>
          <a:xfrm>
            <a:off x="-443787" y="1314152"/>
            <a:ext cx="105131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2980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Sạc</a:t>
            </a:r>
            <a:r>
              <a:rPr lang="en-US" sz="2200" dirty="0"/>
              <a:t> pin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việc</a:t>
            </a:r>
            <a:r>
              <a:rPr lang="en-US" sz="2200" dirty="0"/>
              <a:t> </a:t>
            </a:r>
            <a:r>
              <a:rPr lang="en-US" sz="2200" dirty="0" err="1"/>
              <a:t>cung</a:t>
            </a:r>
            <a:r>
              <a:rPr lang="en-US" sz="2200" dirty="0"/>
              <a:t> </a:t>
            </a:r>
            <a:r>
              <a:rPr lang="en-US" sz="2200" dirty="0" err="1"/>
              <a:t>cấp</a:t>
            </a:r>
            <a:r>
              <a:rPr lang="en-US" sz="2200" dirty="0"/>
              <a:t> </a:t>
            </a:r>
            <a:r>
              <a:rPr lang="en-US" sz="2200" dirty="0" err="1"/>
              <a:t>dòng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r>
              <a:rPr lang="en-US" sz="2200" dirty="0"/>
              <a:t> </a:t>
            </a:r>
            <a:r>
              <a:rPr lang="en-US" sz="2200" dirty="0" err="1"/>
              <a:t>áp</a:t>
            </a:r>
            <a:r>
              <a:rPr lang="en-US" sz="2200" dirty="0"/>
              <a:t> </a:t>
            </a:r>
            <a:r>
              <a:rPr lang="en-US" sz="2200" b="1" dirty="0" err="1"/>
              <a:t>phù</a:t>
            </a:r>
            <a:r>
              <a:rPr lang="en-US" sz="2200" b="1" dirty="0"/>
              <a:t> </a:t>
            </a:r>
            <a:r>
              <a:rPr lang="en-US" sz="2200" b="1" dirty="0" err="1"/>
              <a:t>hợp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pin,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 </a:t>
            </a:r>
            <a:r>
              <a:rPr lang="en-US" sz="2200" dirty="0" err="1"/>
              <a:t>thông</a:t>
            </a:r>
            <a:r>
              <a:rPr lang="en-US" sz="2200" dirty="0"/>
              <a:t> qua </a:t>
            </a:r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biến</a:t>
            </a:r>
            <a:r>
              <a:rPr lang="en-US" sz="2200" dirty="0"/>
              <a:t> </a:t>
            </a:r>
            <a:r>
              <a:rPr lang="en-US" sz="2200" dirty="0" err="1"/>
              <a:t>đổi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 </a:t>
            </a:r>
            <a:r>
              <a:rPr lang="en-US" sz="2200" dirty="0" err="1"/>
              <a:t>pháp</a:t>
            </a:r>
            <a:r>
              <a:rPr lang="en-US" sz="2200" dirty="0"/>
              <a:t> </a:t>
            </a:r>
            <a:r>
              <a:rPr lang="en-US" sz="2200" dirty="0" err="1"/>
              <a:t>sạc</a:t>
            </a:r>
            <a:endParaRPr lang="en-US" sz="2200" dirty="0"/>
          </a:p>
          <a:p>
            <a:pPr marL="982980" indent="-342900">
              <a:buFont typeface="Wingdings" panose="05000000000000000000" pitchFamily="2" charset="2"/>
              <a:buChar char="§"/>
            </a:pPr>
            <a:endParaRPr lang="en-US" sz="2200" b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757B1-AB7B-8393-2ADF-D90D4131F592}"/>
              </a:ext>
            </a:extLst>
          </p:cNvPr>
          <p:cNvSpPr txBox="1"/>
          <p:nvPr/>
        </p:nvSpPr>
        <p:spPr>
          <a:xfrm>
            <a:off x="194865" y="4917363"/>
            <a:ext cx="109930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Dựa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thông</a:t>
            </a:r>
            <a:r>
              <a:rPr lang="en-US" sz="2200" dirty="0"/>
              <a:t> </a:t>
            </a:r>
            <a:r>
              <a:rPr lang="en-US" sz="2200" dirty="0" err="1"/>
              <a:t>số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pin, ta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lựa</a:t>
            </a:r>
            <a:r>
              <a:rPr lang="en-US" sz="2200" dirty="0"/>
              <a:t> </a:t>
            </a:r>
            <a:r>
              <a:rPr lang="en-US" sz="2200" dirty="0" err="1"/>
              <a:t>chọn</a:t>
            </a:r>
            <a:r>
              <a:rPr lang="en-US" sz="2200" dirty="0"/>
              <a:t> </a:t>
            </a:r>
            <a:r>
              <a:rPr lang="en-US" sz="2200" dirty="0" err="1"/>
              <a:t>phương</a:t>
            </a:r>
            <a:r>
              <a:rPr lang="en-US" sz="2200" dirty="0"/>
              <a:t> </a:t>
            </a:r>
            <a:r>
              <a:rPr lang="en-US" sz="2200" dirty="0" err="1"/>
              <a:t>pháp</a:t>
            </a:r>
            <a:r>
              <a:rPr lang="en-US" sz="2200" dirty="0"/>
              <a:t> </a:t>
            </a:r>
            <a:r>
              <a:rPr lang="en-US" sz="2200" dirty="0" err="1"/>
              <a:t>sạc</a:t>
            </a:r>
            <a:r>
              <a:rPr lang="en-US" sz="2200" dirty="0"/>
              <a:t> </a:t>
            </a:r>
            <a:r>
              <a:rPr lang="en-US" sz="2200" dirty="0" err="1"/>
              <a:t>phù</a:t>
            </a:r>
            <a:r>
              <a:rPr lang="en-US" sz="2200" dirty="0"/>
              <a:t> </a:t>
            </a:r>
            <a:r>
              <a:rPr lang="en-US" sz="2200" dirty="0" err="1"/>
              <a:t>hợp</a:t>
            </a:r>
            <a:endParaRPr lang="en-US" sz="2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E2164-0EDC-3BAE-D3A7-A071CD25DF00}"/>
              </a:ext>
            </a:extLst>
          </p:cNvPr>
          <p:cNvSpPr/>
          <p:nvPr/>
        </p:nvSpPr>
        <p:spPr>
          <a:xfrm>
            <a:off x="1067249" y="2720410"/>
            <a:ext cx="2374134" cy="97044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4DD3B-F405-1F1B-9CAD-F636D1664A87}"/>
              </a:ext>
            </a:extLst>
          </p:cNvPr>
          <p:cNvSpPr txBox="1"/>
          <p:nvPr/>
        </p:nvSpPr>
        <p:spPr>
          <a:xfrm>
            <a:off x="1483594" y="2984918"/>
            <a:ext cx="1608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Bộ</a:t>
            </a:r>
            <a:r>
              <a:rPr lang="en-US" sz="2200" dirty="0"/>
              <a:t> </a:t>
            </a:r>
            <a:r>
              <a:rPr lang="en-US" sz="2200" dirty="0" err="1"/>
              <a:t>biến</a:t>
            </a:r>
            <a:r>
              <a:rPr lang="en-US" sz="2200" dirty="0"/>
              <a:t> </a:t>
            </a:r>
            <a:r>
              <a:rPr lang="en-US" sz="2200" dirty="0" err="1"/>
              <a:t>đổi</a:t>
            </a:r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C79766-76D7-3087-25FF-43F81FD289DD}"/>
              </a:ext>
            </a:extLst>
          </p:cNvPr>
          <p:cNvSpPr txBox="1"/>
          <p:nvPr/>
        </p:nvSpPr>
        <p:spPr>
          <a:xfrm>
            <a:off x="3393871" y="2770541"/>
            <a:ext cx="276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/>
              <a:t>Thuật</a:t>
            </a:r>
            <a:r>
              <a:rPr lang="en-US" sz="2200" dirty="0"/>
              <a:t> </a:t>
            </a:r>
            <a:r>
              <a:rPr lang="en-US" sz="2200" dirty="0" err="1"/>
              <a:t>toán</a:t>
            </a:r>
            <a:r>
              <a:rPr lang="en-US" sz="2200" dirty="0"/>
              <a:t> </a:t>
            </a:r>
            <a:r>
              <a:rPr lang="en-US" sz="2200" dirty="0" err="1"/>
              <a:t>sạc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7659E1-D143-2C90-953A-B43D758C2801}"/>
              </a:ext>
            </a:extLst>
          </p:cNvPr>
          <p:cNvSpPr/>
          <p:nvPr/>
        </p:nvSpPr>
        <p:spPr>
          <a:xfrm>
            <a:off x="6300154" y="2720410"/>
            <a:ext cx="2374134" cy="97044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A4AC6B-E291-5FD5-4500-070A59F61F89}"/>
              </a:ext>
            </a:extLst>
          </p:cNvPr>
          <p:cNvSpPr txBox="1"/>
          <p:nvPr/>
        </p:nvSpPr>
        <p:spPr>
          <a:xfrm>
            <a:off x="7207058" y="2987087"/>
            <a:ext cx="1608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Pin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820FE1-B049-5461-B39A-AEA61398115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441383" y="3199432"/>
            <a:ext cx="2858771" cy="619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578ABC3-E35D-B68E-D810-7A37E947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152" y="3099488"/>
            <a:ext cx="2609314" cy="591363"/>
          </a:xfrm>
          <a:prstGeom prst="rect">
            <a:avLst/>
          </a:prstGeom>
        </p:spPr>
      </p:pic>
      <p:sp>
        <p:nvSpPr>
          <p:cNvPr id="23" name="Left Brace 22">
            <a:extLst>
              <a:ext uri="{FF2B5EF4-FFF2-40B4-BE49-F238E27FC236}">
                <a16:creationId xmlns:a16="http://schemas.microsoft.com/office/drawing/2014/main" id="{75D1457B-FB3D-FD4F-C71B-A212EF976205}"/>
              </a:ext>
            </a:extLst>
          </p:cNvPr>
          <p:cNvSpPr/>
          <p:nvPr/>
        </p:nvSpPr>
        <p:spPr>
          <a:xfrm rot="5400000">
            <a:off x="6361706" y="1019374"/>
            <a:ext cx="788192" cy="6110343"/>
          </a:xfrm>
          <a:prstGeom prst="leftBrace">
            <a:avLst>
              <a:gd name="adj1" fmla="val 24874"/>
              <a:gd name="adj2" fmla="val 3943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9B9FF-A280-3D3E-FCA9-BBB576344978}"/>
              </a:ext>
            </a:extLst>
          </p:cNvPr>
          <p:cNvSpPr txBox="1"/>
          <p:nvPr/>
        </p:nvSpPr>
        <p:spPr>
          <a:xfrm>
            <a:off x="3700630" y="4193347"/>
            <a:ext cx="644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Loại</a:t>
            </a:r>
            <a:r>
              <a:rPr lang="en-US" dirty="0"/>
              <a:t> pin,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sạc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thọ</a:t>
            </a:r>
            <a:r>
              <a:rPr lang="en-US" dirty="0"/>
              <a:t>,..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AF5936-E1EA-DB78-D365-A07A996B429C}"/>
              </a:ext>
            </a:extLst>
          </p:cNvPr>
          <p:cNvSpPr txBox="1"/>
          <p:nvPr/>
        </p:nvSpPr>
        <p:spPr>
          <a:xfrm>
            <a:off x="194865" y="5453714"/>
            <a:ext cx="109930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/>
              <a:t>Cần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kiến</a:t>
            </a:r>
            <a:r>
              <a:rPr lang="en-US" sz="2200" dirty="0"/>
              <a:t> </a:t>
            </a:r>
            <a:r>
              <a:rPr lang="en-US" sz="2200" dirty="0" err="1"/>
              <a:t>thức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pin</a:t>
            </a:r>
          </a:p>
        </p:txBody>
      </p:sp>
    </p:spTree>
    <p:extLst>
      <p:ext uri="{BB962C8B-B14F-4D97-AF65-F5344CB8AC3E}">
        <p14:creationId xmlns:p14="http://schemas.microsoft.com/office/powerpoint/2010/main" val="151260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CE48-B3F8-D345-9E2A-A442B9A2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28795-9E0F-879C-FAE1-8C53A2D5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FA8BF-6B85-5118-B33F-10FF724A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86130-49F8-ACF7-B783-835BD3A0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Phân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loại</a:t>
            </a:r>
            <a:r>
              <a:rPr lang="en-US" sz="3600" dirty="0">
                <a:latin typeface="+mj-lt"/>
              </a:rPr>
              <a:t> pin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2A0D5-2D0E-6196-F280-9A98ABF9E391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So </a:t>
            </a:r>
            <a:r>
              <a:rPr lang="en-US" sz="2600" b="1" dirty="0" err="1">
                <a:effectLst/>
              </a:rPr>
              <a:t>sánh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các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loại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/>
              <a:t>pin </a:t>
            </a:r>
            <a:r>
              <a:rPr lang="en-US" sz="2600" b="1" dirty="0" err="1"/>
              <a:t>trong</a:t>
            </a:r>
            <a:r>
              <a:rPr lang="en-US" sz="2600" b="1" dirty="0"/>
              <a:t> </a:t>
            </a:r>
            <a:r>
              <a:rPr lang="en-US" sz="2600" b="1" dirty="0" err="1"/>
              <a:t>ứng</a:t>
            </a:r>
            <a:r>
              <a:rPr lang="en-US" sz="2600" b="1" dirty="0"/>
              <a:t> </a:t>
            </a:r>
            <a:r>
              <a:rPr lang="en-US" sz="2600" b="1" dirty="0" err="1"/>
              <a:t>dụng</a:t>
            </a:r>
            <a:r>
              <a:rPr lang="en-US" sz="2600" b="1" dirty="0"/>
              <a:t> </a:t>
            </a:r>
            <a:r>
              <a:rPr lang="en-US" sz="2600" b="1" dirty="0" err="1"/>
              <a:t>xe</a:t>
            </a:r>
            <a:r>
              <a:rPr lang="en-US" sz="2600" b="1" dirty="0"/>
              <a:t> </a:t>
            </a:r>
            <a:r>
              <a:rPr lang="en-US" sz="2600" b="1" dirty="0" err="1"/>
              <a:t>điện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95257-7460-936B-52A1-4D57102AF332}"/>
              </a:ext>
            </a:extLst>
          </p:cNvPr>
          <p:cNvSpPr txBox="1"/>
          <p:nvPr/>
        </p:nvSpPr>
        <p:spPr>
          <a:xfrm>
            <a:off x="432060" y="4445336"/>
            <a:ext cx="8970812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effectLst/>
              </a:rPr>
              <a:t>1</a:t>
            </a:r>
            <a:r>
              <a:rPr lang="vi-VN" sz="2000" i="0" dirty="0">
                <a:effectLst/>
              </a:rPr>
              <a:t>: Năng lượng điện có thể </a:t>
            </a:r>
            <a:r>
              <a:rPr lang="en-US" sz="2000" i="0" dirty="0" err="1">
                <a:effectLst/>
              </a:rPr>
              <a:t>thu</a:t>
            </a:r>
            <a:r>
              <a:rPr lang="en-US" sz="2000" i="0" dirty="0">
                <a:effectLst/>
              </a:rPr>
              <a:t> </a:t>
            </a:r>
            <a:r>
              <a:rPr lang="en-US" sz="2000" i="0" dirty="0" err="1">
                <a:effectLst/>
              </a:rPr>
              <a:t>được</a:t>
            </a:r>
            <a:r>
              <a:rPr lang="vi-VN" sz="2000" i="0" dirty="0">
                <a:effectLst/>
              </a:rPr>
              <a:t> trên mỗi đơn vị khối lượng của bộ pin.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i="0" dirty="0">
                <a:effectLst/>
              </a:rPr>
              <a:t>2</a:t>
            </a:r>
            <a:r>
              <a:rPr lang="vi-VN" sz="2000" i="0" dirty="0">
                <a:effectLst/>
              </a:rPr>
              <a:t>: </a:t>
            </a:r>
            <a:r>
              <a:rPr lang="en-US" sz="2000" dirty="0"/>
              <a:t>C</a:t>
            </a:r>
            <a:r>
              <a:rPr lang="vi-VN" sz="2000" dirty="0"/>
              <a:t>ông suất có thể thu được trên mỗi đơn vị khối lượng của pin</a:t>
            </a:r>
            <a:endParaRPr lang="en-US" sz="2000" i="0" dirty="0">
              <a:effectLst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i="0" dirty="0">
                <a:effectLst/>
              </a:rPr>
              <a:t>4:</a:t>
            </a:r>
            <a:r>
              <a:rPr lang="vi-VN" sz="2000" i="0" dirty="0">
                <a:effectLst/>
              </a:rPr>
              <a:t>Tự xả (Self-discharge) là hiện tượng pin mất dần năng lượng ngay cả khi không được sử dụng hoặc kết nối với bất kỳ thiết bị nào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i="0" dirty="0">
                <a:effectLst/>
              </a:rPr>
              <a:t>6</a:t>
            </a:r>
            <a:r>
              <a:rPr lang="vi-VN" sz="2000" i="0" dirty="0">
                <a:effectLst/>
              </a:rPr>
              <a:t>: Số chu kỳ sạc/xả trong toàn bộ tuổi thọ của pin.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08EFFAC-B8A1-B66D-A6AB-6915EA497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999448"/>
              </p:ext>
            </p:extLst>
          </p:nvPr>
        </p:nvGraphicFramePr>
        <p:xfrm>
          <a:off x="328290" y="1462299"/>
          <a:ext cx="8896673" cy="2758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53077" imgH="1287890" progId="Excel.Sheet.12">
                  <p:embed/>
                </p:oleObj>
              </mc:Choice>
              <mc:Fallback>
                <p:oleObj name="Worksheet" r:id="rId3" imgW="4153077" imgH="12878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290" y="1462299"/>
                        <a:ext cx="8896673" cy="2758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716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DB90-9938-0B40-1546-F6F1DDA2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317E3C-04CA-DBFE-7F8A-494EFAA6B0D6}"/>
              </a:ext>
            </a:extLst>
          </p:cNvPr>
          <p:cNvSpPr/>
          <p:nvPr/>
        </p:nvSpPr>
        <p:spPr>
          <a:xfrm>
            <a:off x="7095519" y="3495105"/>
            <a:ext cx="2440420" cy="307568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FF8EC-504E-A6E6-51F5-E09B0581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43B1-6217-DCF4-D53C-407A138A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F4EB0-74D4-E745-B820-96655791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30" y="565018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Phân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loại</a:t>
            </a:r>
            <a:r>
              <a:rPr lang="en-US" sz="3600" dirty="0">
                <a:latin typeface="+mj-lt"/>
              </a:rPr>
              <a:t> pin</a:t>
            </a:r>
            <a:br>
              <a:rPr lang="en-US" sz="3600" dirty="0">
                <a:latin typeface="+mj-lt"/>
              </a:rPr>
            </a:b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ECCED-A6B8-B506-66EB-224CD65C8E4F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>
                <a:effectLst/>
              </a:rPr>
              <a:t>So </a:t>
            </a:r>
            <a:r>
              <a:rPr lang="en-US" sz="2600" b="1" dirty="0" err="1">
                <a:effectLst/>
              </a:rPr>
              <a:t>sánh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các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loại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/>
              <a:t>pin </a:t>
            </a:r>
            <a:r>
              <a:rPr lang="en-US" sz="2600" b="1" dirty="0" err="1"/>
              <a:t>trong</a:t>
            </a:r>
            <a:r>
              <a:rPr lang="en-US" sz="2600" b="1" dirty="0"/>
              <a:t> </a:t>
            </a:r>
            <a:r>
              <a:rPr lang="en-US" sz="2600" b="1" dirty="0" err="1"/>
              <a:t>ứng</a:t>
            </a:r>
            <a:r>
              <a:rPr lang="en-US" sz="2600" b="1" dirty="0"/>
              <a:t> </a:t>
            </a:r>
            <a:r>
              <a:rPr lang="en-US" sz="2600" b="1" dirty="0" err="1"/>
              <a:t>dụng</a:t>
            </a:r>
            <a:r>
              <a:rPr lang="en-US" sz="2600" b="1" dirty="0"/>
              <a:t> </a:t>
            </a:r>
            <a:r>
              <a:rPr lang="en-US" sz="2600" b="1" dirty="0" err="1"/>
              <a:t>xe</a:t>
            </a:r>
            <a:r>
              <a:rPr lang="en-US" sz="2600" b="1" dirty="0"/>
              <a:t> </a:t>
            </a:r>
            <a:r>
              <a:rPr lang="en-US" sz="2600" b="1" dirty="0" err="1"/>
              <a:t>điện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E6161-3091-E200-3B1A-9564BD6A0799}"/>
              </a:ext>
            </a:extLst>
          </p:cNvPr>
          <p:cNvSpPr/>
          <p:nvPr/>
        </p:nvSpPr>
        <p:spPr>
          <a:xfrm>
            <a:off x="4037457" y="1200367"/>
            <a:ext cx="1180001" cy="7219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374C-ABFD-B809-3F6B-D76D76A6DEB9}"/>
              </a:ext>
            </a:extLst>
          </p:cNvPr>
          <p:cNvSpPr txBox="1"/>
          <p:nvPr/>
        </p:nvSpPr>
        <p:spPr>
          <a:xfrm>
            <a:off x="4362999" y="1342956"/>
            <a:ext cx="11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Pin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0536FB-6198-774C-C389-E728D05B6B92}"/>
              </a:ext>
            </a:extLst>
          </p:cNvPr>
          <p:cNvCxnSpPr>
            <a:cxnSpLocks/>
          </p:cNvCxnSpPr>
          <p:nvPr/>
        </p:nvCxnSpPr>
        <p:spPr>
          <a:xfrm flipH="1">
            <a:off x="2121004" y="1933732"/>
            <a:ext cx="2506453" cy="5304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3420BD-4537-FB46-207D-3FB8B60311A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627458" y="1922334"/>
            <a:ext cx="0" cy="61588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F127E2-E606-4823-D647-5EFC267E068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627458" y="1922334"/>
            <a:ext cx="2639465" cy="53324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439E2F9-0CF5-76F3-D8E1-0201343D40F1}"/>
              </a:ext>
            </a:extLst>
          </p:cNvPr>
          <p:cNvSpPr/>
          <p:nvPr/>
        </p:nvSpPr>
        <p:spPr>
          <a:xfrm>
            <a:off x="481530" y="2475590"/>
            <a:ext cx="1639473" cy="7219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B3E893-3F44-58F4-1EA1-20636EA4B9C2}"/>
              </a:ext>
            </a:extLst>
          </p:cNvPr>
          <p:cNvSpPr/>
          <p:nvPr/>
        </p:nvSpPr>
        <p:spPr>
          <a:xfrm>
            <a:off x="3581352" y="2548109"/>
            <a:ext cx="2169705" cy="80021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1259B-ADCA-1962-CF73-3E3DB3B0EF45}"/>
              </a:ext>
            </a:extLst>
          </p:cNvPr>
          <p:cNvSpPr txBox="1"/>
          <p:nvPr/>
        </p:nvSpPr>
        <p:spPr>
          <a:xfrm>
            <a:off x="3469860" y="2538220"/>
            <a:ext cx="23784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Nickel</a:t>
            </a:r>
          </a:p>
          <a:p>
            <a:pPr algn="ctr"/>
            <a:r>
              <a:rPr lang="en-US" sz="2200" dirty="0"/>
              <a:t>(Ni-</a:t>
            </a:r>
            <a:r>
              <a:rPr lang="en-US" sz="2200" dirty="0" err="1"/>
              <a:t>MH,Ni</a:t>
            </a:r>
            <a:r>
              <a:rPr lang="en-US" sz="2200" dirty="0"/>
              <a:t>-Zn,…)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8D175F-D5AC-F9B2-79CC-72A22C565F08}"/>
              </a:ext>
            </a:extLst>
          </p:cNvPr>
          <p:cNvSpPr/>
          <p:nvPr/>
        </p:nvSpPr>
        <p:spPr>
          <a:xfrm>
            <a:off x="7268292" y="2486716"/>
            <a:ext cx="1968883" cy="72196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62F5F4-0220-8271-A414-2CEAEBF1651E}"/>
              </a:ext>
            </a:extLst>
          </p:cNvPr>
          <p:cNvSpPr txBox="1"/>
          <p:nvPr/>
        </p:nvSpPr>
        <p:spPr>
          <a:xfrm>
            <a:off x="6882214" y="2425845"/>
            <a:ext cx="28021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Lithium</a:t>
            </a:r>
          </a:p>
          <a:p>
            <a:pPr algn="ctr"/>
            <a:r>
              <a:rPr lang="en-US" sz="2200" dirty="0"/>
              <a:t>(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LMO, NMC,…</a:t>
            </a:r>
            <a:r>
              <a:rPr lang="en-US" sz="22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)</a:t>
            </a:r>
            <a:endParaRPr lang="en-US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FB873F-9EEA-A662-40D6-04348AC913B5}"/>
              </a:ext>
            </a:extLst>
          </p:cNvPr>
          <p:cNvSpPr txBox="1"/>
          <p:nvPr/>
        </p:nvSpPr>
        <p:spPr>
          <a:xfrm>
            <a:off x="641023" y="2407505"/>
            <a:ext cx="17316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Axit-chì</a:t>
            </a:r>
            <a:endParaRPr lang="en-US" sz="2200" dirty="0"/>
          </a:p>
          <a:p>
            <a:r>
              <a:rPr lang="en-US" sz="2200" dirty="0"/>
              <a:t>(</a:t>
            </a:r>
            <a:r>
              <a:rPr lang="en-US" sz="2400" dirty="0"/>
              <a:t>VRLA,…</a:t>
            </a:r>
            <a:r>
              <a:rPr lang="en-US" sz="22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61EEE-F82D-0A6A-D360-B5E9C3257681}"/>
              </a:ext>
            </a:extLst>
          </p:cNvPr>
          <p:cNvSpPr/>
          <p:nvPr/>
        </p:nvSpPr>
        <p:spPr>
          <a:xfrm>
            <a:off x="293379" y="3518320"/>
            <a:ext cx="2144865" cy="28803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8C4F3-3310-CFB4-400E-639EA56F16EB}"/>
              </a:ext>
            </a:extLst>
          </p:cNvPr>
          <p:cNvSpPr txBox="1"/>
          <p:nvPr/>
        </p:nvSpPr>
        <p:spPr>
          <a:xfrm>
            <a:off x="293379" y="3563511"/>
            <a:ext cx="2228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Ưu</a:t>
            </a:r>
            <a:r>
              <a:rPr lang="en-US" dirty="0"/>
              <a:t>: </a:t>
            </a:r>
            <a:r>
              <a:rPr lang="en-US" dirty="0" err="1"/>
              <a:t>Rẻ</a:t>
            </a:r>
            <a:r>
              <a:rPr lang="en-US" dirty="0"/>
              <a:t>,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ở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r>
              <a:rPr lang="en-US" b="1" dirty="0" err="1"/>
              <a:t>Nhược</a:t>
            </a:r>
            <a:r>
              <a:rPr lang="en-US" dirty="0"/>
              <a:t>: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thọ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</a:p>
          <a:p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: UPS(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9B5DC-8378-80D6-72AA-F567BC860BF6}"/>
              </a:ext>
            </a:extLst>
          </p:cNvPr>
          <p:cNvSpPr/>
          <p:nvPr/>
        </p:nvSpPr>
        <p:spPr>
          <a:xfrm>
            <a:off x="3581352" y="3585646"/>
            <a:ext cx="2144865" cy="28803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9EA29-C7D2-525C-2F8C-B0E1F55D0424}"/>
              </a:ext>
            </a:extLst>
          </p:cNvPr>
          <p:cNvSpPr txBox="1"/>
          <p:nvPr/>
        </p:nvSpPr>
        <p:spPr>
          <a:xfrm>
            <a:off x="3596773" y="3587580"/>
            <a:ext cx="2228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Ưu</a:t>
            </a:r>
            <a:r>
              <a:rPr lang="en-US" dirty="0"/>
              <a:t>: </a:t>
            </a:r>
            <a:r>
              <a:rPr lang="en-US" dirty="0" err="1"/>
              <a:t>Rẻ</a:t>
            </a:r>
            <a:r>
              <a:rPr lang="en-US" dirty="0"/>
              <a:t>,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thọ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r>
              <a:rPr lang="en-US" b="1" dirty="0" err="1"/>
              <a:t>Nhược</a:t>
            </a:r>
            <a:r>
              <a:rPr lang="en-US" dirty="0"/>
              <a:t>: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,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xả</a:t>
            </a:r>
            <a:endParaRPr lang="en-US" dirty="0"/>
          </a:p>
          <a:p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: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lai HEV(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đốt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pin)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203E9A-855C-8EF9-B62F-CAF5C5333DFC}"/>
              </a:ext>
            </a:extLst>
          </p:cNvPr>
          <p:cNvSpPr txBox="1"/>
          <p:nvPr/>
        </p:nvSpPr>
        <p:spPr>
          <a:xfrm>
            <a:off x="7128283" y="3492337"/>
            <a:ext cx="25070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Ưu</a:t>
            </a:r>
            <a:r>
              <a:rPr lang="en-US" dirty="0"/>
              <a:t>: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,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thọ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</a:t>
            </a:r>
            <a:r>
              <a:rPr lang="en-US" sz="18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n</a:t>
            </a:r>
            <a:r>
              <a:rPr lang="en-US" sz="18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hẹ</a:t>
            </a:r>
            <a:r>
              <a:rPr lang="en-US" sz="18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hơn</a:t>
            </a:r>
            <a:r>
              <a:rPr lang="en-US" dirty="0">
                <a:ea typeface="Yu Gothic" panose="020B0400000000000000" pitchFamily="34" charset="-128"/>
                <a:cs typeface="Times New Roman" panose="02020603050405020304" pitchFamily="18" charset="0"/>
              </a:rPr>
              <a:t>,</a:t>
            </a:r>
            <a:r>
              <a:rPr lang="en-US" sz="18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nhỏ</a:t>
            </a:r>
            <a:r>
              <a:rPr lang="en-US" sz="18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gọn</a:t>
            </a:r>
            <a:r>
              <a:rPr lang="en-US" sz="18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hơn</a:t>
            </a:r>
            <a:r>
              <a:rPr lang="en-US" sz="18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,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xả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  <a:p>
            <a:r>
              <a:rPr lang="en-US" b="1" dirty="0" err="1"/>
              <a:t>Nhược</a:t>
            </a:r>
            <a:r>
              <a:rPr lang="en-US" dirty="0"/>
              <a:t>: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nguy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cháy</a:t>
            </a:r>
            <a:r>
              <a:rPr lang="en-US" dirty="0"/>
              <a:t> </a:t>
            </a:r>
            <a:r>
              <a:rPr lang="en-US" dirty="0" err="1"/>
              <a:t>nổ</a:t>
            </a:r>
            <a:endParaRPr lang="en-US" dirty="0"/>
          </a:p>
          <a:p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: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lai HEV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BEV(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pin)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FACCC9-8D11-F077-9250-40A2F449F54A}"/>
              </a:ext>
            </a:extLst>
          </p:cNvPr>
          <p:cNvCxnSpPr>
            <a:cxnSpLocks/>
          </p:cNvCxnSpPr>
          <p:nvPr/>
        </p:nvCxnSpPr>
        <p:spPr>
          <a:xfrm>
            <a:off x="1283700" y="3197557"/>
            <a:ext cx="0" cy="34469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2D2A8D-A0D3-ADA2-CE2B-8C97B6F89658}"/>
              </a:ext>
            </a:extLst>
          </p:cNvPr>
          <p:cNvCxnSpPr>
            <a:cxnSpLocks/>
          </p:cNvCxnSpPr>
          <p:nvPr/>
        </p:nvCxnSpPr>
        <p:spPr>
          <a:xfrm>
            <a:off x="4627457" y="3348328"/>
            <a:ext cx="0" cy="23911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E47F5C-CD87-2124-4B00-8C0355267154}"/>
              </a:ext>
            </a:extLst>
          </p:cNvPr>
          <p:cNvCxnSpPr>
            <a:cxnSpLocks/>
          </p:cNvCxnSpPr>
          <p:nvPr/>
        </p:nvCxnSpPr>
        <p:spPr>
          <a:xfrm>
            <a:off x="8233365" y="3228690"/>
            <a:ext cx="0" cy="28015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13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54C4-E15B-E3A0-16D8-B91A9358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450475E-7E83-4D5E-16C8-4B6CE355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881" y="2003879"/>
            <a:ext cx="4546094" cy="38714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7923-15A0-56BF-C2AA-F1A4B7DD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811E3-E92B-0333-D64E-D84C3AD8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814B5-ED15-F22C-9D58-337AA000B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Pin lithium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E6FE9-7AE1-0654-1C0F-16DE51D9B828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>
                <a:effectLst/>
              </a:rPr>
              <a:t>Cấu tạo</a:t>
            </a: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FF2942-35F4-3980-5612-BCF87326F024}"/>
              </a:ext>
            </a:extLst>
          </p:cNvPr>
          <p:cNvSpPr txBox="1"/>
          <p:nvPr/>
        </p:nvSpPr>
        <p:spPr>
          <a:xfrm>
            <a:off x="394540" y="1185333"/>
            <a:ext cx="9116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Tương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tự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như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các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loại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pin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khác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tế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bào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pin lithium-ion bao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gồm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bốn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phần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  <a:endParaRPr lang="en-US" sz="2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0E033-DC9F-2573-50F8-68276AE1571F}"/>
              </a:ext>
            </a:extLst>
          </p:cNvPr>
          <p:cNvSpPr txBox="1"/>
          <p:nvPr/>
        </p:nvSpPr>
        <p:spPr>
          <a:xfrm>
            <a:off x="-80682" y="2013707"/>
            <a:ext cx="5771477" cy="4392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Cực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dương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(cathode):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thường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là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oxide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kim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loại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lithium,</a:t>
            </a:r>
            <a:r>
              <a:rPr lang="en-US" sz="22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là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nguồn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cung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cấp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các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ion lithium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Cực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âm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(anode):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Thường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sử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dụng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graphite (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dạng</a:t>
            </a:r>
            <a:r>
              <a:rPr lang="en-US" sz="2200" dirty="0"/>
              <a:t> </a:t>
            </a:r>
            <a:r>
              <a:rPr lang="en-US" sz="2200" dirty="0" err="1"/>
              <a:t>thù</a:t>
            </a:r>
            <a:r>
              <a:rPr lang="en-US" sz="2200" dirty="0"/>
              <a:t> </a:t>
            </a:r>
            <a:r>
              <a:rPr lang="en-US" sz="2200" dirty="0" err="1"/>
              <a:t>hình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carbon)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có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chức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năng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chứa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ion lithium.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Chất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điện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phân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(electrolyte):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Dẫn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các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ion lithium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giữa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cực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dương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và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cực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âm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Màng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ngăn</a:t>
            </a:r>
            <a:r>
              <a:rPr lang="en-US" sz="2200" b="1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(separator):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Ngăn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cách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hai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cực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nhưng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chỉ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cho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phép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ion lithium </a:t>
            </a:r>
            <a:r>
              <a:rPr lang="en-US" sz="2200" kern="1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đi</a:t>
            </a:r>
            <a:r>
              <a:rPr lang="en-US" sz="2200" kern="100" dirty="0">
                <a:ea typeface="Yu Gothic" panose="020B0400000000000000" pitchFamily="34" charset="-128"/>
                <a:cs typeface="Times New Roman" panose="02020603050405020304" pitchFamily="18" charset="0"/>
              </a:rPr>
              <a:t> qua</a:t>
            </a:r>
            <a:r>
              <a:rPr lang="en-US" sz="2200" kern="1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9F1648A-D6F8-F3C8-71EB-46A65B748160}"/>
                  </a:ext>
                </a:extLst>
              </p14:cNvPr>
              <p14:cNvContentPartPr/>
              <p14:nvPr/>
            </p14:nvContentPartPr>
            <p14:xfrm>
              <a:off x="6280200" y="3149640"/>
              <a:ext cx="2298960" cy="2698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9F1648A-D6F8-F3C8-71EB-46A65B7481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0840" y="3140280"/>
                <a:ext cx="2317680" cy="271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973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EE71-C625-E332-3840-E1180806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CC43F-D6EE-55FB-A60D-672A7E95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B9028-3588-E7DC-DA05-CA51191A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3A0A4-A6BF-CD9C-C43D-65D9129C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Pin lithium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C2098-336C-70FD-5980-2844D59E0205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Phân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loại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và</a:t>
            </a:r>
            <a:r>
              <a:rPr lang="en-US" sz="2600" b="1" dirty="0">
                <a:effectLst/>
              </a:rPr>
              <a:t> so </a:t>
            </a:r>
            <a:r>
              <a:rPr lang="en-US" sz="2600" b="1" dirty="0" err="1">
                <a:effectLst/>
              </a:rPr>
              <a:t>sánh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F5E28F-C6AF-DBDE-E6E5-12C1EB9E7D3F}"/>
              </a:ext>
            </a:extLst>
          </p:cNvPr>
          <p:cNvSpPr txBox="1"/>
          <p:nvPr/>
        </p:nvSpPr>
        <p:spPr>
          <a:xfrm>
            <a:off x="394540" y="1185333"/>
            <a:ext cx="91169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athode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là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nguồn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cung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cấp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các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ion lithium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Để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đạt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dung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cao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chất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này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phải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có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khả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năng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chứa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được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một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lượng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lớn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lithium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4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kim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loại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phổ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biến</a:t>
            </a:r>
            <a:endParaRPr lang="en-US" sz="2200" dirty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35712BA-EAE0-531B-CA4D-17D3B264E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74896"/>
              </p:ext>
            </p:extLst>
          </p:nvPr>
        </p:nvGraphicFramePr>
        <p:xfrm>
          <a:off x="69534" y="2689918"/>
          <a:ext cx="9766931" cy="288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608462" imgH="1653556" progId="Excel.Sheet.12">
                  <p:embed/>
                </p:oleObj>
              </mc:Choice>
              <mc:Fallback>
                <p:oleObj name="Worksheet" r:id="rId3" imgW="5608462" imgH="165355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34" y="2689918"/>
                        <a:ext cx="9766931" cy="288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F2C388-584B-80F7-5E32-3BBAC88B0ED5}"/>
                  </a:ext>
                </a:extLst>
              </p14:cNvPr>
              <p14:cNvContentPartPr/>
              <p14:nvPr/>
            </p14:nvContentPartPr>
            <p14:xfrm>
              <a:off x="3085920" y="2952720"/>
              <a:ext cx="5772600" cy="293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F2C388-584B-80F7-5E32-3BBAC88B0E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76560" y="2943360"/>
                <a:ext cx="5791320" cy="29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061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B457-3418-7E60-EEF8-6B5C1A5E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C6314-8820-B91A-85B7-25D82C8ED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128"/>
            <a:ext cx="6028700" cy="52391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D6923-3F9E-2DDB-6B36-D5225B8C17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8A87-A0E4-5ED8-24BA-D03E5681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0BB28-8E37-9C59-E889-0F6F94D0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Pin lithium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A3E5D-5B4D-2039-CCFC-73ED6C018FB6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Phân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loại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và</a:t>
            </a:r>
            <a:r>
              <a:rPr lang="en-US" sz="2600" b="1" dirty="0">
                <a:effectLst/>
              </a:rPr>
              <a:t> so </a:t>
            </a:r>
            <a:r>
              <a:rPr lang="en-US" sz="2600" b="1" dirty="0" err="1">
                <a:effectLst/>
              </a:rPr>
              <a:t>sánh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D7FFA1-D6DA-E7C3-3C61-D3615565640A}"/>
              </a:ext>
            </a:extLst>
          </p:cNvPr>
          <p:cNvSpPr txBox="1"/>
          <p:nvPr/>
        </p:nvSpPr>
        <p:spPr>
          <a:xfrm>
            <a:off x="5564620" y="1697479"/>
            <a:ext cx="45260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NMC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chiếm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diện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tích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lớn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nhất</a:t>
            </a:r>
            <a:endParaRPr lang="en-US" sz="2200" dirty="0"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/>
              <a:t>Đang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ứng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r>
              <a:rPr lang="en-US" sz="2200" dirty="0"/>
              <a:t> </a:t>
            </a:r>
            <a:r>
              <a:rPr lang="en-US" sz="2200" dirty="0" err="1"/>
              <a:t>rộng</a:t>
            </a:r>
            <a:r>
              <a:rPr lang="en-US" sz="2200" dirty="0"/>
              <a:t> </a:t>
            </a:r>
            <a:r>
              <a:rPr lang="en-US" sz="2200" dirty="0" err="1"/>
              <a:t>rãi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xe</a:t>
            </a:r>
            <a:r>
              <a:rPr lang="en-US" sz="2200" dirty="0"/>
              <a:t> </a:t>
            </a:r>
            <a:r>
              <a:rPr lang="en-US" sz="2200" dirty="0" err="1"/>
              <a:t>điện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AF9C4-D67B-DA9E-B4C9-71B094F9D278}"/>
              </a:ext>
            </a:extLst>
          </p:cNvPr>
          <p:cNvSpPr txBox="1"/>
          <p:nvPr/>
        </p:nvSpPr>
        <p:spPr>
          <a:xfrm>
            <a:off x="5564620" y="2899865"/>
            <a:ext cx="43413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Tuy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nhiên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độ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thân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thiện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với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môi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độ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an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toàn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, tin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cậy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và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độ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bền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thì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effectLst/>
                <a:ea typeface="Yu Gothic" panose="020B0400000000000000" pitchFamily="34" charset="-128"/>
                <a:cs typeface="Times New Roman" panose="02020603050405020304" pitchFamily="18" charset="0"/>
              </a:rPr>
              <a:t> LFP</a:t>
            </a:r>
            <a:endParaRPr lang="en-US" sz="2200" dirty="0"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 err="1"/>
              <a:t>Ứng</a:t>
            </a:r>
            <a:r>
              <a:rPr lang="en-US" sz="2200" dirty="0"/>
              <a:t> </a:t>
            </a:r>
            <a:r>
              <a:rPr lang="en-US" sz="2200" dirty="0" err="1"/>
              <a:t>dụng</a:t>
            </a:r>
            <a:r>
              <a:rPr lang="en-US" sz="2200" dirty="0"/>
              <a:t> </a:t>
            </a:r>
            <a:r>
              <a:rPr lang="en-US" sz="2200" dirty="0" err="1"/>
              <a:t>cần</a:t>
            </a:r>
            <a:r>
              <a:rPr lang="en-US" sz="2200" dirty="0"/>
              <a:t> </a:t>
            </a:r>
            <a:r>
              <a:rPr lang="en-US" sz="2200" dirty="0" err="1"/>
              <a:t>độ</a:t>
            </a:r>
            <a:r>
              <a:rPr lang="en-US" sz="2200" dirty="0"/>
              <a:t> an </a:t>
            </a:r>
            <a:r>
              <a:rPr lang="en-US" sz="2200" dirty="0" err="1"/>
              <a:t>toàn</a:t>
            </a:r>
            <a:r>
              <a:rPr lang="en-US" sz="2200" dirty="0"/>
              <a:t> </a:t>
            </a:r>
            <a:r>
              <a:rPr lang="en-US" sz="2200" dirty="0" err="1"/>
              <a:t>cao</a:t>
            </a:r>
            <a:endParaRPr lang="en-US" sz="2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900F1B-5E95-8C2B-A7AD-CA3E20FCD78C}"/>
                  </a:ext>
                </a:extLst>
              </p14:cNvPr>
              <p14:cNvContentPartPr/>
              <p14:nvPr/>
            </p14:nvContentPartPr>
            <p14:xfrm>
              <a:off x="158760" y="5683320"/>
              <a:ext cx="2184840" cy="44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900F1B-5E95-8C2B-A7AD-CA3E20FCD7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400" y="5673960"/>
                <a:ext cx="220356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380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3ED68-6FB6-C8CA-B522-9A07B170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431C-1F16-A60F-802D-24D02B96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55C6E-AD76-75B8-BDE9-5D0890E39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C2F7A-4345-08DD-8EBE-9A1BE986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Pin lithium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B2FB0-E07B-B8CE-94CB-91BA6696520E}"/>
              </a:ext>
            </a:extLst>
          </p:cNvPr>
          <p:cNvSpPr txBox="1"/>
          <p:nvPr/>
        </p:nvSpPr>
        <p:spPr>
          <a:xfrm>
            <a:off x="194865" y="739057"/>
            <a:ext cx="81423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Quá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trình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sạc</a:t>
            </a:r>
            <a:r>
              <a:rPr lang="en-US" sz="2600" b="1" dirty="0"/>
              <a:t> (</a:t>
            </a:r>
            <a:r>
              <a:rPr lang="en-US" sz="2600" b="1" dirty="0" err="1"/>
              <a:t>khi</a:t>
            </a:r>
            <a:r>
              <a:rPr lang="en-US" sz="2600" b="1" dirty="0"/>
              <a:t> </a:t>
            </a:r>
            <a:r>
              <a:rPr lang="en-US" sz="2600" b="1" dirty="0" err="1"/>
              <a:t>có</a:t>
            </a:r>
            <a:r>
              <a:rPr lang="en-US" sz="2600" b="1" dirty="0"/>
              <a:t> </a:t>
            </a:r>
            <a:r>
              <a:rPr lang="en-US" sz="2600" b="1" dirty="0" err="1"/>
              <a:t>dòng</a:t>
            </a:r>
            <a:r>
              <a:rPr lang="en-US" sz="2600" b="1" dirty="0"/>
              <a:t> </a:t>
            </a:r>
            <a:r>
              <a:rPr lang="en-US" sz="2600" b="1" dirty="0" err="1"/>
              <a:t>và</a:t>
            </a:r>
            <a:r>
              <a:rPr lang="en-US" sz="2600" b="1" dirty="0"/>
              <a:t> </a:t>
            </a:r>
            <a:r>
              <a:rPr lang="en-US" sz="2600" b="1" dirty="0" err="1"/>
              <a:t>áp</a:t>
            </a:r>
            <a:r>
              <a:rPr lang="en-US" sz="2600" b="1" dirty="0"/>
              <a:t> </a:t>
            </a:r>
            <a:r>
              <a:rPr lang="en-US" sz="2600" b="1" dirty="0" err="1"/>
              <a:t>đưa</a:t>
            </a:r>
            <a:r>
              <a:rPr lang="en-US" sz="2600" b="1" dirty="0"/>
              <a:t> </a:t>
            </a:r>
            <a:r>
              <a:rPr lang="en-US" sz="2600" b="1" dirty="0" err="1"/>
              <a:t>vào</a:t>
            </a:r>
            <a:r>
              <a:rPr lang="en-US" sz="2600" b="1" dirty="0"/>
              <a:t> pin)</a:t>
            </a:r>
            <a:endParaRPr lang="vi-VN" sz="2600" b="1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AE022D-8BDF-1CC0-F7F5-706FFCB5160A}"/>
              </a:ext>
            </a:extLst>
          </p:cNvPr>
          <p:cNvSpPr txBox="1"/>
          <p:nvPr/>
        </p:nvSpPr>
        <p:spPr>
          <a:xfrm>
            <a:off x="4611390" y="1278130"/>
            <a:ext cx="45260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Tại</a:t>
            </a:r>
            <a:r>
              <a:rPr lang="en-US" sz="2200" b="1" dirty="0">
                <a:ea typeface="Yu Gothic" panose="020B0400000000000000" pitchFamily="34" charset="-128"/>
                <a:cs typeface="Times New Roman" panose="02020603050405020304" pitchFamily="18" charset="0"/>
              </a:rPr>
              <a:t> Cathode: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Oxit</a:t>
            </a:r>
            <a:r>
              <a:rPr lang="en-US" sz="2200" dirty="0"/>
              <a:t> </a:t>
            </a:r>
            <a:r>
              <a:rPr lang="en-US" sz="2200" dirty="0" err="1"/>
              <a:t>kim</a:t>
            </a:r>
            <a:r>
              <a:rPr lang="en-US" sz="2200" dirty="0"/>
              <a:t> </a:t>
            </a:r>
            <a:r>
              <a:rPr lang="en-US" sz="2200" dirty="0" err="1"/>
              <a:t>loại</a:t>
            </a:r>
            <a:r>
              <a:rPr lang="en-US" sz="2200" dirty="0"/>
              <a:t> (</a:t>
            </a:r>
            <a:r>
              <a:rPr lang="en-US" sz="2200" b="1" dirty="0" err="1"/>
              <a:t>LiMO</a:t>
            </a:r>
            <a:r>
              <a:rPr lang="en-US" sz="2200" b="1" dirty="0"/>
              <a:t>₂</a:t>
            </a:r>
            <a:r>
              <a:rPr lang="en-US" sz="2200" dirty="0"/>
              <a:t>) </a:t>
            </a:r>
            <a:r>
              <a:rPr lang="en-US" sz="2200" dirty="0" err="1"/>
              <a:t>bị</a:t>
            </a:r>
            <a:r>
              <a:rPr lang="en-US" sz="2200" dirty="0"/>
              <a:t> ion </a:t>
            </a:r>
            <a:r>
              <a:rPr lang="en-US" sz="2200" dirty="0" err="1"/>
              <a:t>hóa</a:t>
            </a:r>
            <a:r>
              <a:rPr lang="en-US" sz="2200" dirty="0"/>
              <a:t> </a:t>
            </a:r>
            <a:r>
              <a:rPr lang="en-US" sz="2200" dirty="0" err="1"/>
              <a:t>thành</a:t>
            </a:r>
            <a:r>
              <a:rPr lang="en-US" sz="2200" dirty="0"/>
              <a:t> </a:t>
            </a:r>
            <a:r>
              <a:rPr lang="en-US" sz="2200" b="1" dirty="0" err="1"/>
              <a:t>Li⁺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b="1" dirty="0"/>
              <a:t>e⁻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2A963-8BAD-8D5A-2AD6-908D0C5C99D0}"/>
              </a:ext>
            </a:extLst>
          </p:cNvPr>
          <p:cNvSpPr txBox="1"/>
          <p:nvPr/>
        </p:nvSpPr>
        <p:spPr>
          <a:xfrm>
            <a:off x="4611390" y="4379243"/>
            <a:ext cx="43413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Tại</a:t>
            </a:r>
            <a:r>
              <a:rPr lang="en-US" sz="2200" b="1" dirty="0">
                <a:ea typeface="Yu Gothic" panose="020B0400000000000000" pitchFamily="34" charset="-128"/>
                <a:cs typeface="Times New Roman" panose="02020603050405020304" pitchFamily="18" charset="0"/>
              </a:rPr>
              <a:t> anode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71AE56-F223-C43F-CF6E-4B7CC755A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1231501"/>
            <a:ext cx="4476676" cy="4179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6EC276-E7B3-CA9B-D2D3-CF6686C50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104" y="2386126"/>
            <a:ext cx="2886478" cy="314369"/>
          </a:xfrm>
          <a:prstGeom prst="rect">
            <a:avLst/>
          </a:prstGeom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FC016686-A86E-4627-8CBB-B7D50D026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390" y="2348217"/>
            <a:ext cx="502746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Li⁺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chất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điện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phân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ngăn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đến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cực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âm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Electron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e⁻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không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màng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ngăn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phải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mạch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ngoài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(qua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bộ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sạc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về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cực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âm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F7F786-11AB-4F10-C0FF-961CDC522DC5}"/>
              </a:ext>
            </a:extLst>
          </p:cNvPr>
          <p:cNvSpPr txBox="1"/>
          <p:nvPr/>
        </p:nvSpPr>
        <p:spPr>
          <a:xfrm>
            <a:off x="4611390" y="4721434"/>
            <a:ext cx="523620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200" dirty="0"/>
              <a:t>Cực âm thường làm từ graphite (</a:t>
            </a:r>
            <a:r>
              <a:rPr lang="vi-VN" sz="2200" b="1" dirty="0"/>
              <a:t>C₆</a:t>
            </a:r>
            <a:r>
              <a:rPr lang="vi-VN" sz="2200" dirty="0"/>
              <a:t>) hấp thụ các ion lithium </a:t>
            </a:r>
            <a:r>
              <a:rPr lang="vi-VN" sz="2200" b="1" dirty="0"/>
              <a:t>Li⁺</a:t>
            </a:r>
            <a:r>
              <a:rPr lang="vi-VN" sz="2200" dirty="0"/>
              <a:t>, tạo thành hợp chất </a:t>
            </a:r>
            <a:r>
              <a:rPr lang="vi-VN" sz="2200" b="1" dirty="0"/>
              <a:t>LiC₆</a:t>
            </a:r>
            <a:endParaRPr lang="en-US" sz="2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05B919-6AC5-2681-8C50-5E8DB1866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098" y="5829430"/>
            <a:ext cx="2400635" cy="31436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8B4789-42F9-1BD6-3F99-ABAB4FB76F36}"/>
              </a:ext>
            </a:extLst>
          </p:cNvPr>
          <p:cNvSpPr txBox="1"/>
          <p:nvPr/>
        </p:nvSpPr>
        <p:spPr>
          <a:xfrm>
            <a:off x="0" y="5411451"/>
            <a:ext cx="49162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dirty="0"/>
              <a:t>Năng lượng điện từ bộ sạc </a:t>
            </a:r>
            <a:r>
              <a:rPr lang="vi-VN" b="1" dirty="0"/>
              <a:t>được chuyển hóa thành năng lượng hóa học</a:t>
            </a:r>
            <a:r>
              <a:rPr lang="vi-VN" dirty="0"/>
              <a:t> bằng cách lưu trữ ion lithium trong anode.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3826524-587D-9D5D-D537-545BB4D20833}"/>
                  </a:ext>
                </a:extLst>
              </p14:cNvPr>
              <p14:cNvContentPartPr/>
              <p14:nvPr/>
            </p14:nvContentPartPr>
            <p14:xfrm>
              <a:off x="3308400" y="1708200"/>
              <a:ext cx="4178520" cy="350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3826524-587D-9D5D-D537-545BB4D208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9040" y="1698840"/>
                <a:ext cx="4197240" cy="35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928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22ED-6E28-0EBA-453D-CCE41630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A34FEE-3142-FC83-5F64-8191A96F1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3" y="2036734"/>
            <a:ext cx="4102969" cy="37288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EE422-95D8-BEA3-D721-A448B5ED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63F8B-0DDA-B4B2-D101-6BB369C2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5117C-1230-F474-8E4D-AE2F218E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Pin lithium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4DB92-48B9-59AB-5EB2-0548B3696333}"/>
              </a:ext>
            </a:extLst>
          </p:cNvPr>
          <p:cNvSpPr txBox="1"/>
          <p:nvPr/>
        </p:nvSpPr>
        <p:spPr>
          <a:xfrm>
            <a:off x="194865" y="739057"/>
            <a:ext cx="81423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Quá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trình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xả</a:t>
            </a:r>
            <a:r>
              <a:rPr lang="en-US" sz="2600" b="1" dirty="0"/>
              <a:t> (</a:t>
            </a:r>
            <a:r>
              <a:rPr lang="en-US" sz="2600" b="1" dirty="0" err="1"/>
              <a:t>khi</a:t>
            </a:r>
            <a:r>
              <a:rPr lang="en-US" sz="2600" b="1" dirty="0"/>
              <a:t> </a:t>
            </a:r>
            <a:r>
              <a:rPr lang="en-US" sz="2600" b="1" dirty="0" err="1"/>
              <a:t>có</a:t>
            </a:r>
            <a:r>
              <a:rPr lang="en-US" sz="2600" b="1" dirty="0"/>
              <a:t> </a:t>
            </a:r>
            <a:r>
              <a:rPr lang="en-US" sz="2600" b="1" dirty="0" err="1"/>
              <a:t>tải</a:t>
            </a:r>
            <a:r>
              <a:rPr lang="en-US" sz="2600" b="1" dirty="0"/>
              <a:t> </a:t>
            </a:r>
            <a:r>
              <a:rPr lang="en-US" sz="2600" b="1" dirty="0" err="1"/>
              <a:t>đặt</a:t>
            </a:r>
            <a:r>
              <a:rPr lang="en-US" sz="2600" b="1" dirty="0"/>
              <a:t> </a:t>
            </a:r>
            <a:r>
              <a:rPr lang="en-US" sz="2600" b="1" dirty="0" err="1"/>
              <a:t>vào</a:t>
            </a:r>
            <a:r>
              <a:rPr lang="en-US" sz="2600" b="1" dirty="0"/>
              <a:t>)</a:t>
            </a:r>
            <a:endParaRPr lang="vi-VN" sz="2600" b="1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B58738-0EEF-3B0A-7DE9-3B073C30E2E1}"/>
              </a:ext>
            </a:extLst>
          </p:cNvPr>
          <p:cNvSpPr txBox="1"/>
          <p:nvPr/>
        </p:nvSpPr>
        <p:spPr>
          <a:xfrm>
            <a:off x="4075311" y="1784413"/>
            <a:ext cx="601637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Tại</a:t>
            </a:r>
            <a:r>
              <a:rPr lang="en-US" sz="2200" b="1" dirty="0">
                <a:ea typeface="Yu Gothic" panose="020B0400000000000000" pitchFamily="34" charset="-128"/>
                <a:cs typeface="Times New Roman" panose="02020603050405020304" pitchFamily="18" charset="0"/>
              </a:rPr>
              <a:t> Anode: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</a:t>
            </a:r>
            <a:r>
              <a:rPr lang="vi-VN" sz="2400" dirty="0"/>
              <a:t>ithium đã lưu trữ trong quá trình sạc tồn tại dưới dạng </a:t>
            </a:r>
            <a:r>
              <a:rPr lang="vi-VN" sz="2400" b="1" dirty="0"/>
              <a:t>LiC₆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Khi </a:t>
            </a:r>
            <a:r>
              <a:rPr lang="en-US" sz="2400" dirty="0" err="1"/>
              <a:t>xả</a:t>
            </a:r>
            <a:r>
              <a:rPr lang="en-US" sz="2400" dirty="0"/>
              <a:t>, </a:t>
            </a:r>
            <a:r>
              <a:rPr lang="en-US" sz="2400" b="1" dirty="0" err="1"/>
              <a:t>LiC</a:t>
            </a:r>
            <a:r>
              <a:rPr lang="en-US" sz="2400" b="1" dirty="0"/>
              <a:t>₆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phóng</a:t>
            </a:r>
            <a:r>
              <a:rPr lang="en-US" sz="2400" dirty="0"/>
              <a:t> ion </a:t>
            </a:r>
            <a:r>
              <a:rPr lang="en-US" sz="2400" b="1" dirty="0"/>
              <a:t>Li⁺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electron </a:t>
            </a:r>
            <a:r>
              <a:rPr lang="en-US" sz="2400" b="1" dirty="0"/>
              <a:t>e⁻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e⁻</a:t>
            </a:r>
            <a:r>
              <a:rPr lang="en-US" sz="2400" dirty="0"/>
              <a:t> di </a:t>
            </a:r>
            <a:r>
              <a:rPr lang="en-US" sz="2400" dirty="0" err="1"/>
              <a:t>chuyển</a:t>
            </a:r>
            <a:r>
              <a:rPr lang="en-US" sz="2400" dirty="0"/>
              <a:t> qua </a:t>
            </a:r>
            <a:r>
              <a:rPr lang="en-US" sz="2400" dirty="0" err="1"/>
              <a:t>mạch</a:t>
            </a:r>
            <a:r>
              <a:rPr lang="en-US" sz="2400" dirty="0"/>
              <a:t> </a:t>
            </a:r>
            <a:r>
              <a:rPr lang="en-US" sz="2400" dirty="0" err="1"/>
              <a:t>ngoài</a:t>
            </a:r>
            <a:r>
              <a:rPr lang="en-US" sz="2400" dirty="0"/>
              <a:t>,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tải</a:t>
            </a:r>
            <a:r>
              <a:rPr lang="en-US" sz="2400" dirty="0"/>
              <a:t>, </a:t>
            </a:r>
            <a:r>
              <a:rPr lang="en-US" sz="2400" b="1" dirty="0"/>
              <a:t>Ion lithium (Li⁺)</a:t>
            </a:r>
            <a:r>
              <a:rPr lang="en-US" sz="2400" dirty="0"/>
              <a:t> di </a:t>
            </a:r>
            <a:r>
              <a:rPr lang="en-US" sz="2400" dirty="0" err="1"/>
              <a:t>chuyển</a:t>
            </a:r>
            <a:r>
              <a:rPr lang="en-US" sz="2400" dirty="0"/>
              <a:t> qua </a:t>
            </a:r>
            <a:r>
              <a:rPr lang="en-US" sz="2400" dirty="0" err="1"/>
              <a:t>màng</a:t>
            </a:r>
            <a:r>
              <a:rPr lang="en-US" sz="2400" dirty="0"/>
              <a:t> </a:t>
            </a:r>
            <a:r>
              <a:rPr lang="en-US" sz="2400" dirty="0" err="1"/>
              <a:t>ngăn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cathode</a:t>
            </a:r>
            <a:endParaRPr lang="en-US" sz="2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88CFF-A703-C527-DAF3-B249ECC52E54}"/>
              </a:ext>
            </a:extLst>
          </p:cNvPr>
          <p:cNvSpPr txBox="1"/>
          <p:nvPr/>
        </p:nvSpPr>
        <p:spPr>
          <a:xfrm>
            <a:off x="4075311" y="4748889"/>
            <a:ext cx="43413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b="1" dirty="0" err="1">
                <a:ea typeface="Yu Gothic" panose="020B0400000000000000" pitchFamily="34" charset="-128"/>
                <a:cs typeface="Times New Roman" panose="02020603050405020304" pitchFamily="18" charset="0"/>
              </a:rPr>
              <a:t>Tại</a:t>
            </a:r>
            <a:r>
              <a:rPr lang="en-US" sz="2200" b="1" dirty="0">
                <a:ea typeface="Yu Gothic" panose="020B0400000000000000" pitchFamily="34" charset="-128"/>
                <a:cs typeface="Times New Roman" panose="02020603050405020304" pitchFamily="18" charset="0"/>
              </a:rPr>
              <a:t> Cathode</a:t>
            </a:r>
            <a:r>
              <a:rPr lang="en-US" sz="2200" dirty="0">
                <a:ea typeface="Yu Gothic" panose="020B0400000000000000" pitchFamily="34" charset="-128"/>
                <a:cs typeface="Times New Roman" panose="02020603050405020304" pitchFamily="18" charset="0"/>
              </a:rPr>
              <a:t>:</a:t>
            </a:r>
            <a:endParaRPr lang="en-US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4BD9E6-18F0-9474-0141-9203C5FEC8FD}"/>
              </a:ext>
            </a:extLst>
          </p:cNvPr>
          <p:cNvSpPr txBox="1"/>
          <p:nvPr/>
        </p:nvSpPr>
        <p:spPr>
          <a:xfrm>
            <a:off x="4075311" y="5169155"/>
            <a:ext cx="57576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Li⁺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b="1" dirty="0"/>
              <a:t>e⁻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vật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cathode (MO₂),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</a:t>
            </a:r>
            <a:r>
              <a:rPr lang="en-US" sz="2400" b="1" dirty="0" err="1"/>
              <a:t>LiMO</a:t>
            </a:r>
            <a:r>
              <a:rPr lang="en-US" sz="2400" b="1" dirty="0"/>
              <a:t>₂</a:t>
            </a:r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A3719-E06D-2BB9-0431-F7317CB3C9B3}"/>
              </a:ext>
            </a:extLst>
          </p:cNvPr>
          <p:cNvSpPr txBox="1"/>
          <p:nvPr/>
        </p:nvSpPr>
        <p:spPr>
          <a:xfrm>
            <a:off x="681037" y="1124227"/>
            <a:ext cx="84564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vi-VN" sz="2200" dirty="0"/>
              <a:t>Khi pin lithium xả năng lượng </a:t>
            </a:r>
            <a:r>
              <a:rPr lang="vi-VN" sz="2200" b="1" dirty="0"/>
              <a:t>hóa học </a:t>
            </a:r>
            <a:r>
              <a:rPr lang="vi-VN" sz="2200" dirty="0"/>
              <a:t>được chuyển thành năng lượng </a:t>
            </a:r>
            <a:r>
              <a:rPr lang="vi-VN" sz="2200" b="1" dirty="0"/>
              <a:t>điện</a:t>
            </a:r>
            <a:r>
              <a:rPr lang="vi-VN" sz="2200" dirty="0"/>
              <a:t> để cung cấp cho tải</a:t>
            </a:r>
            <a:r>
              <a:rPr lang="en-US" sz="2200" dirty="0"/>
              <a:t>(</a:t>
            </a:r>
            <a:r>
              <a:rPr lang="en-US" sz="2200" dirty="0" err="1"/>
              <a:t>quá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r>
              <a:rPr lang="en-US" sz="2200" dirty="0"/>
              <a:t> </a:t>
            </a:r>
            <a:r>
              <a:rPr lang="en-US" sz="2200" dirty="0" err="1"/>
              <a:t>ngược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sạc</a:t>
            </a:r>
            <a:r>
              <a:rPr lang="en-US" sz="2200" dirty="0"/>
              <a:t>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09B7F6-AD39-6163-92AD-69EA65034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292518"/>
            <a:ext cx="2785639" cy="3758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871C09-FE08-35BB-E285-A2B43D2F3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170" y="5871258"/>
            <a:ext cx="293410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51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FB2D-96B7-BE93-5055-57757DAE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416F1-94DC-C96E-37D6-2EE2C27F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A07D2-7639-B831-B8FB-201DCF46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DC6398-E7B8-6678-3917-C2497AD8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</a:t>
            </a:r>
            <a:r>
              <a:rPr lang="en-US" sz="3600" dirty="0" err="1">
                <a:latin typeface="+mj-lt"/>
              </a:rPr>
              <a:t>Đọc</a:t>
            </a:r>
            <a:r>
              <a:rPr lang="en-US" sz="3600" dirty="0">
                <a:latin typeface="+mj-lt"/>
              </a:rPr>
              <a:t> datasheet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CA532E-1E8B-F570-811C-BFF96528DEFE}"/>
              </a:ext>
            </a:extLst>
          </p:cNvPr>
          <p:cNvSpPr txBox="1"/>
          <p:nvPr/>
        </p:nvSpPr>
        <p:spPr>
          <a:xfrm>
            <a:off x="194865" y="739057"/>
            <a:ext cx="81423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Các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thông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số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quan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trọng</a:t>
            </a:r>
            <a:endParaRPr lang="vi-VN" sz="2600" b="1" dirty="0">
              <a:effectLst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E8DCAC0-A233-44F6-B9B8-2D138C355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683622"/>
              </p:ext>
            </p:extLst>
          </p:nvPr>
        </p:nvGraphicFramePr>
        <p:xfrm>
          <a:off x="0" y="1231499"/>
          <a:ext cx="9906000" cy="1862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700295" imgH="2019221" progId="Excel.Sheet.12">
                  <p:embed/>
                </p:oleObj>
              </mc:Choice>
              <mc:Fallback>
                <p:oleObj name="Worksheet" r:id="rId3" imgW="9700295" imgH="20192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231499"/>
                        <a:ext cx="9906000" cy="1862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B4B48B6-688F-DACA-942F-5076B7C5E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056" y="3111232"/>
            <a:ext cx="4669120" cy="32932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0DE3AF-5648-4371-2823-5660FC4B59E1}"/>
              </a:ext>
            </a:extLst>
          </p:cNvPr>
          <p:cNvSpPr txBox="1"/>
          <p:nvPr/>
        </p:nvSpPr>
        <p:spPr>
          <a:xfrm>
            <a:off x="1129587" y="4053581"/>
            <a:ext cx="20809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datasheet </a:t>
            </a:r>
            <a:r>
              <a:rPr lang="en-US" sz="2200" dirty="0" err="1"/>
              <a:t>của</a:t>
            </a:r>
            <a:r>
              <a:rPr lang="en-US" sz="2200" dirty="0"/>
              <a:t> pin </a:t>
            </a:r>
            <a:r>
              <a:rPr lang="en-US" sz="2200" b="1" dirty="0"/>
              <a:t>LIR18650</a:t>
            </a:r>
            <a:r>
              <a:rPr lang="en-US" sz="2200" dirty="0"/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36EF02-23A5-0E63-6128-2DEEE268801F}"/>
              </a:ext>
            </a:extLst>
          </p:cNvPr>
          <p:cNvSpPr/>
          <p:nvPr/>
        </p:nvSpPr>
        <p:spPr>
          <a:xfrm>
            <a:off x="3810001" y="3129146"/>
            <a:ext cx="4185919" cy="5997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EF8AF0-F63B-714A-95F0-E7CA563867E7}"/>
              </a:ext>
            </a:extLst>
          </p:cNvPr>
          <p:cNvSpPr/>
          <p:nvPr/>
        </p:nvSpPr>
        <p:spPr>
          <a:xfrm>
            <a:off x="3810001" y="3728852"/>
            <a:ext cx="4185919" cy="1662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28C9E-B912-8E74-66C4-F69CEEE55E98}"/>
              </a:ext>
            </a:extLst>
          </p:cNvPr>
          <p:cNvSpPr/>
          <p:nvPr/>
        </p:nvSpPr>
        <p:spPr>
          <a:xfrm>
            <a:off x="3810001" y="3892100"/>
            <a:ext cx="4190681" cy="16930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0C654D-A91B-DCE8-2EA1-6E63D9E28634}"/>
              </a:ext>
            </a:extLst>
          </p:cNvPr>
          <p:cNvSpPr/>
          <p:nvPr/>
        </p:nvSpPr>
        <p:spPr>
          <a:xfrm>
            <a:off x="3810001" y="4065638"/>
            <a:ext cx="4190681" cy="1662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08782B-C048-9D08-2687-0810FBB0BEAA}"/>
              </a:ext>
            </a:extLst>
          </p:cNvPr>
          <p:cNvSpPr/>
          <p:nvPr/>
        </p:nvSpPr>
        <p:spPr>
          <a:xfrm>
            <a:off x="3810001" y="4248955"/>
            <a:ext cx="4185919" cy="1662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9E0D9F-0300-396D-6EBE-149B0D1F98FD}"/>
              </a:ext>
            </a:extLst>
          </p:cNvPr>
          <p:cNvSpPr/>
          <p:nvPr/>
        </p:nvSpPr>
        <p:spPr>
          <a:xfrm>
            <a:off x="3810001" y="4752522"/>
            <a:ext cx="4185919" cy="1662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8E3165-93BE-5572-0C68-1F69714345D4}"/>
              </a:ext>
            </a:extLst>
          </p:cNvPr>
          <p:cNvSpPr/>
          <p:nvPr/>
        </p:nvSpPr>
        <p:spPr>
          <a:xfrm>
            <a:off x="3805239" y="5096889"/>
            <a:ext cx="4190681" cy="1662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69DD47-77FA-1B51-F4E6-2C4240AEBEA6}"/>
              </a:ext>
            </a:extLst>
          </p:cNvPr>
          <p:cNvSpPr/>
          <p:nvPr/>
        </p:nvSpPr>
        <p:spPr>
          <a:xfrm>
            <a:off x="3805239" y="4432272"/>
            <a:ext cx="4185919" cy="1662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DC3933-DC1A-2D6E-0FD4-784B0C64EAEF}"/>
              </a:ext>
            </a:extLst>
          </p:cNvPr>
          <p:cNvSpPr/>
          <p:nvPr/>
        </p:nvSpPr>
        <p:spPr>
          <a:xfrm>
            <a:off x="3805239" y="5736268"/>
            <a:ext cx="4190681" cy="29877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72A0A78-665B-61B9-1199-DF879B7E9FF8}"/>
                  </a:ext>
                </a:extLst>
              </p14:cNvPr>
              <p14:cNvContentPartPr/>
              <p14:nvPr/>
            </p14:nvContentPartPr>
            <p14:xfrm>
              <a:off x="2197080" y="2197080"/>
              <a:ext cx="5245560" cy="3848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72A0A78-665B-61B9-1199-DF879B7E9F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7720" y="2187720"/>
                <a:ext cx="5264280" cy="386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962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85F3-A803-FABA-F79E-C9CC563B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AA252-56AF-AC04-C1F2-1E646A6A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192" y="879814"/>
            <a:ext cx="7034069" cy="55180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02C27-D753-7A73-B92E-3C3256A4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394CD-E322-CBBA-7FDA-A0E2531F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3BAF9-4740-56CF-A9F1-0CD2C299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IV. </a:t>
            </a:r>
            <a:r>
              <a:rPr lang="en-US" sz="3600" dirty="0" err="1">
                <a:latin typeface="+mj-lt"/>
              </a:rPr>
              <a:t>Đọc</a:t>
            </a:r>
            <a:r>
              <a:rPr lang="en-US" sz="3600" dirty="0">
                <a:latin typeface="+mj-lt"/>
              </a:rPr>
              <a:t> datasheet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FDC7A-6780-842A-729A-0A6F47210AD8}"/>
              </a:ext>
            </a:extLst>
          </p:cNvPr>
          <p:cNvSpPr txBox="1"/>
          <p:nvPr/>
        </p:nvSpPr>
        <p:spPr>
          <a:xfrm>
            <a:off x="194865" y="739057"/>
            <a:ext cx="81423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>
                <a:effectLst/>
              </a:rPr>
              <a:t>Các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đồ</a:t>
            </a:r>
            <a:r>
              <a:rPr lang="en-US" sz="2600" b="1" dirty="0">
                <a:effectLst/>
              </a:rPr>
              <a:t> </a:t>
            </a:r>
            <a:r>
              <a:rPr lang="en-US" sz="2600" b="1" dirty="0" err="1">
                <a:effectLst/>
              </a:rPr>
              <a:t>thị</a:t>
            </a:r>
            <a:endParaRPr lang="vi-VN" sz="2600" b="1" dirty="0">
              <a:effectLst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3607C1A-5CA1-698C-2C92-98877A7BF237}"/>
                  </a:ext>
                </a:extLst>
              </p14:cNvPr>
              <p14:cNvContentPartPr/>
              <p14:nvPr/>
            </p14:nvContentPartPr>
            <p14:xfrm>
              <a:off x="3727440" y="3416400"/>
              <a:ext cx="4356360" cy="3061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3607C1A-5CA1-698C-2C92-98877A7BF2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18080" y="3407040"/>
                <a:ext cx="4375080" cy="307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966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2/22/2025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+mj-lt"/>
              </a:rPr>
              <a:t>Công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việc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tiếp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theo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AA5BBBF7-8B5C-1DB5-0228-26CA7CD1CB96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600" dirty="0" err="1">
                <a:latin typeface="+mn-lt"/>
              </a:rPr>
              <a:t>Mô</a:t>
            </a:r>
            <a:r>
              <a:rPr lang="en-US" sz="2600" dirty="0">
                <a:latin typeface="+mn-lt"/>
              </a:rPr>
              <a:t> </a:t>
            </a:r>
            <a:r>
              <a:rPr lang="en-US" sz="2600" dirty="0" err="1">
                <a:latin typeface="+mn-lt"/>
              </a:rPr>
              <a:t>hình</a:t>
            </a:r>
            <a:r>
              <a:rPr lang="en-US" sz="2600" dirty="0">
                <a:latin typeface="+mn-lt"/>
              </a:rPr>
              <a:t> pin</a:t>
            </a:r>
          </a:p>
        </p:txBody>
      </p:sp>
    </p:spTree>
    <p:extLst>
      <p:ext uri="{BB962C8B-B14F-4D97-AF65-F5344CB8AC3E}">
        <p14:creationId xmlns:p14="http://schemas.microsoft.com/office/powerpoint/2010/main" val="340555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5" ma:contentTypeDescription="Create a new document." ma:contentTypeScope="" ma:versionID="45de50b7e88deb6083a0dff5ba7ea12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38d12aaa13ef255769ffd61df056c248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Props1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41CB36-A453-437A-9828-23DF9E5FC86D}">
  <ds:schemaRefs>
    <ds:schemaRef ds:uri="1c1e4822-5b82-4cb4-a39e-28e929ec74cb"/>
    <ds:schemaRef ds:uri="c80d803b-ee30-4cf1-8997-d5dbef288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A7C5A7-05C0-4FE3-B169-7E865D8495CE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1c1e4822-5b82-4cb4-a39e-28e929ec74cb"/>
    <ds:schemaRef ds:uri="c80d803b-ee30-4cf1-8997-d5dbef288d47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970</TotalTime>
  <Words>998</Words>
  <Application>Microsoft Office PowerPoint</Application>
  <PresentationFormat>A4 Paper (210x297 mm)</PresentationFormat>
  <Paragraphs>126</Paragraphs>
  <Slides>14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Asana</vt:lpstr>
      <vt:lpstr>Yu Gothic</vt:lpstr>
      <vt:lpstr>Aptos</vt:lpstr>
      <vt:lpstr>Arial</vt:lpstr>
      <vt:lpstr>Calibri</vt:lpstr>
      <vt:lpstr>Dosis</vt:lpstr>
      <vt:lpstr>Dosis ExtraBold</vt:lpstr>
      <vt:lpstr>Symbol</vt:lpstr>
      <vt:lpstr>Wingdings</vt:lpstr>
      <vt:lpstr>VPEC_theme</vt:lpstr>
      <vt:lpstr>Worksheet</vt:lpstr>
      <vt:lpstr>Microsoft Excel Worksheet</vt:lpstr>
      <vt:lpstr>Cơ sở lý thuyết về pin  </vt:lpstr>
      <vt:lpstr>Outline</vt:lpstr>
      <vt:lpstr>I. Motivation </vt:lpstr>
      <vt:lpstr>II. Phân loại pin </vt:lpstr>
      <vt:lpstr>II. Phân loại pin  </vt:lpstr>
      <vt:lpstr>III. Pin lithium </vt:lpstr>
      <vt:lpstr>III. Pin lithium </vt:lpstr>
      <vt:lpstr>III. Pin lithium </vt:lpstr>
      <vt:lpstr>III. Pin lithium </vt:lpstr>
      <vt:lpstr>III. Pin lithium </vt:lpstr>
      <vt:lpstr>IV. Đọc datasheet </vt:lpstr>
      <vt:lpstr>IV. Đọc datasheet </vt:lpstr>
      <vt:lpstr>Công việc tiếp theo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Cao Lam Tung 20222709</cp:lastModifiedBy>
  <cp:revision>4</cp:revision>
  <cp:lastPrinted>2024-01-25T03:56:08Z</cp:lastPrinted>
  <dcterms:created xsi:type="dcterms:W3CDTF">2020-11-17T01:54:46Z</dcterms:created>
  <dcterms:modified xsi:type="dcterms:W3CDTF">2025-02-22T16:56:31Z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